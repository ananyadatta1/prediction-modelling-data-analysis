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31F47-93F5-4B24-BAE5-6EAB12ECD85F}" v="272" dt="2025-05-27T12:11:25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297" autoAdjust="0"/>
  </p:normalViewPr>
  <p:slideViewPr>
    <p:cSldViewPr snapToGrid="0">
      <p:cViewPr varScale="1">
        <p:scale>
          <a:sx n="59" d="100"/>
          <a:sy n="59" d="100"/>
        </p:scale>
        <p:origin x="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ya Datta" userId="88aad7c6-8fa0-4330-8bd1-863b171370f4" providerId="ADAL" clId="{0FA31F47-93F5-4B24-BAE5-6EAB12ECD85F}"/>
    <pc:docChg chg="undo custSel addSld delSld modSld sldOrd">
      <pc:chgData name="Ananya Datta" userId="88aad7c6-8fa0-4330-8bd1-863b171370f4" providerId="ADAL" clId="{0FA31F47-93F5-4B24-BAE5-6EAB12ECD85F}" dt="2025-06-02T09:20:45.943" v="1096" actId="20577"/>
      <pc:docMkLst>
        <pc:docMk/>
      </pc:docMkLst>
      <pc:sldChg chg="modSp mod">
        <pc:chgData name="Ananya Datta" userId="88aad7c6-8fa0-4330-8bd1-863b171370f4" providerId="ADAL" clId="{0FA31F47-93F5-4B24-BAE5-6EAB12ECD85F}" dt="2025-05-27T11:50:34.576" v="657" actId="20577"/>
        <pc:sldMkLst>
          <pc:docMk/>
          <pc:sldMk cId="1974904130" sldId="256"/>
        </pc:sldMkLst>
        <pc:spChg chg="mod">
          <ac:chgData name="Ananya Datta" userId="88aad7c6-8fa0-4330-8bd1-863b171370f4" providerId="ADAL" clId="{0FA31F47-93F5-4B24-BAE5-6EAB12ECD85F}" dt="2025-05-27T11:50:34.576" v="657" actId="20577"/>
          <ac:spMkLst>
            <pc:docMk/>
            <pc:sldMk cId="1974904130" sldId="256"/>
            <ac:spMk id="2" creationId="{B7D81659-A453-125B-4CB9-62BE35209A9E}"/>
          </ac:spMkLst>
        </pc:spChg>
      </pc:sldChg>
      <pc:sldChg chg="addSp delSp modSp mod">
        <pc:chgData name="Ananya Datta" userId="88aad7c6-8fa0-4330-8bd1-863b171370f4" providerId="ADAL" clId="{0FA31F47-93F5-4B24-BAE5-6EAB12ECD85F}" dt="2025-05-27T11:53:07.654" v="769" actId="1036"/>
        <pc:sldMkLst>
          <pc:docMk/>
          <pc:sldMk cId="2316798188" sldId="257"/>
        </pc:sldMkLst>
        <pc:spChg chg="add mod">
          <ac:chgData name="Ananya Datta" userId="88aad7c6-8fa0-4330-8bd1-863b171370f4" providerId="ADAL" clId="{0FA31F47-93F5-4B24-BAE5-6EAB12ECD85F}" dt="2025-05-27T11:51:38.304" v="662" actId="20577"/>
          <ac:spMkLst>
            <pc:docMk/>
            <pc:sldMk cId="2316798188" sldId="257"/>
            <ac:spMk id="5" creationId="{7EDD66EE-9AE8-C25B-D0A0-745090F4A5FD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0" creationId="{F7A1D6B7-BC59-A058-DABF-94875B611FF6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2" creationId="{8C4D3030-73D4-26CB-E312-D5A509E55C7B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3" creationId="{85140005-2A7D-F4EE-36C9-FC9CE4994EC3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4" creationId="{D4CB2D5B-8B0C-30E3-15D3-6EA73E41F2D6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5" creationId="{E494C53A-D81A-0B9A-27CD-5B2B6E200131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6" creationId="{A5E4041D-2EBA-FB04-4543-5BDF17FF550A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7" creationId="{32CF4F16-6DE6-E1F0-C798-25C711627449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8" creationId="{A06AFF75-A820-C09C-C9CE-9E06B8CA6812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19" creationId="{F4512E49-0517-F608-985B-EC878C735613}"/>
          </ac:spMkLst>
        </pc:spChg>
        <pc:spChg chg="add mod">
          <ac:chgData name="Ananya Datta" userId="88aad7c6-8fa0-4330-8bd1-863b171370f4" providerId="ADAL" clId="{0FA31F47-93F5-4B24-BAE5-6EAB12ECD85F}" dt="2025-05-27T11:53:07.654" v="769" actId="1036"/>
          <ac:spMkLst>
            <pc:docMk/>
            <pc:sldMk cId="2316798188" sldId="257"/>
            <ac:spMk id="20" creationId="{2166D2E7-CD4D-20AD-6948-60A312B5A846}"/>
          </ac:spMkLst>
        </pc:spChg>
        <pc:spChg chg="add mod">
          <ac:chgData name="Ananya Datta" userId="88aad7c6-8fa0-4330-8bd1-863b171370f4" providerId="ADAL" clId="{0FA31F47-93F5-4B24-BAE5-6EAB12ECD85F}" dt="2025-05-27T11:52:57.527" v="760" actId="1076"/>
          <ac:spMkLst>
            <pc:docMk/>
            <pc:sldMk cId="2316798188" sldId="257"/>
            <ac:spMk id="23" creationId="{BF328A02-E41F-A803-8A28-253977CA9A7B}"/>
          </ac:spMkLst>
        </pc:spChg>
        <pc:spChg chg="mod">
          <ac:chgData name="Ananya Datta" userId="88aad7c6-8fa0-4330-8bd1-863b171370f4" providerId="ADAL" clId="{0FA31F47-93F5-4B24-BAE5-6EAB12ECD85F}" dt="2025-05-27T11:52:06.296" v="728" actId="1035"/>
          <ac:spMkLst>
            <pc:docMk/>
            <pc:sldMk cId="2316798188" sldId="257"/>
            <ac:spMk id="30" creationId="{050060B1-D570-56E9-175A-CC6B4128F216}"/>
          </ac:spMkLst>
        </pc:spChg>
        <pc:graphicFrameChg chg="mod">
          <ac:chgData name="Ananya Datta" userId="88aad7c6-8fa0-4330-8bd1-863b171370f4" providerId="ADAL" clId="{0FA31F47-93F5-4B24-BAE5-6EAB12ECD85F}" dt="2025-05-27T11:51:59.073" v="699" actId="1035"/>
          <ac:graphicFrameMkLst>
            <pc:docMk/>
            <pc:sldMk cId="2316798188" sldId="257"/>
            <ac:graphicFrameMk id="4" creationId="{49D36A27-93FA-7829-3E86-81AD78921831}"/>
          </ac:graphicFrameMkLst>
        </pc:graphicFrameChg>
        <pc:graphicFrameChg chg="add del mod">
          <ac:chgData name="Ananya Datta" userId="88aad7c6-8fa0-4330-8bd1-863b171370f4" providerId="ADAL" clId="{0FA31F47-93F5-4B24-BAE5-6EAB12ECD85F}" dt="2025-05-27T11:52:51.815" v="759" actId="1076"/>
          <ac:graphicFrameMkLst>
            <pc:docMk/>
            <pc:sldMk cId="2316798188" sldId="257"/>
            <ac:graphicFrameMk id="38" creationId="{8DA964F5-38B7-E423-481F-DABE057AF141}"/>
          </ac:graphicFrameMkLst>
        </pc:graphicFrameChg>
        <pc:cxnChg chg="add mod">
          <ac:chgData name="Ananya Datta" userId="88aad7c6-8fa0-4330-8bd1-863b171370f4" providerId="ADAL" clId="{0FA31F47-93F5-4B24-BAE5-6EAB12ECD85F}" dt="2025-05-27T11:48:51.354" v="585"/>
          <ac:cxnSpMkLst>
            <pc:docMk/>
            <pc:sldMk cId="2316798188" sldId="257"/>
            <ac:cxnSpMk id="3" creationId="{42B273E2-65C3-7933-03AA-F2CD9E46FF81}"/>
          </ac:cxnSpMkLst>
        </pc:cxnChg>
      </pc:sldChg>
      <pc:sldChg chg="addSp delSp modSp mod">
        <pc:chgData name="Ananya Datta" userId="88aad7c6-8fa0-4330-8bd1-863b171370f4" providerId="ADAL" clId="{0FA31F47-93F5-4B24-BAE5-6EAB12ECD85F}" dt="2025-05-27T12:11:57.378" v="1082" actId="404"/>
        <pc:sldMkLst>
          <pc:docMk/>
          <pc:sldMk cId="339851488" sldId="258"/>
        </pc:sldMkLst>
        <pc:spChg chg="add mod">
          <ac:chgData name="Ananya Datta" userId="88aad7c6-8fa0-4330-8bd1-863b171370f4" providerId="ADAL" clId="{0FA31F47-93F5-4B24-BAE5-6EAB12ECD85F}" dt="2025-05-27T11:48:18.620" v="583" actId="20577"/>
          <ac:spMkLst>
            <pc:docMk/>
            <pc:sldMk cId="339851488" sldId="258"/>
            <ac:spMk id="6" creationId="{B28D07D9-3A87-CB2E-0A0B-8383A000A63D}"/>
          </ac:spMkLst>
        </pc:spChg>
        <pc:spChg chg="add mod">
          <ac:chgData name="Ananya Datta" userId="88aad7c6-8fa0-4330-8bd1-863b171370f4" providerId="ADAL" clId="{0FA31F47-93F5-4B24-BAE5-6EAB12ECD85F}" dt="2025-05-27T11:57:49.383" v="825" actId="13822"/>
          <ac:spMkLst>
            <pc:docMk/>
            <pc:sldMk cId="339851488" sldId="258"/>
            <ac:spMk id="14" creationId="{5E4EDBC7-FA65-4866-21CE-ED1F03A0CDCF}"/>
          </ac:spMkLst>
        </pc:spChg>
        <pc:spChg chg="add mod">
          <ac:chgData name="Ananya Datta" userId="88aad7c6-8fa0-4330-8bd1-863b171370f4" providerId="ADAL" clId="{0FA31F47-93F5-4B24-BAE5-6EAB12ECD85F}" dt="2025-05-27T11:57:38.683" v="824" actId="1035"/>
          <ac:spMkLst>
            <pc:docMk/>
            <pc:sldMk cId="339851488" sldId="258"/>
            <ac:spMk id="15" creationId="{C5B93CDA-6EEE-A08A-B7CF-7AA6142CA6D5}"/>
          </ac:spMkLst>
        </pc:spChg>
        <pc:spChg chg="add mod">
          <ac:chgData name="Ananya Datta" userId="88aad7c6-8fa0-4330-8bd1-863b171370f4" providerId="ADAL" clId="{0FA31F47-93F5-4B24-BAE5-6EAB12ECD85F}" dt="2025-05-27T11:58:52.549" v="841" actId="20577"/>
          <ac:spMkLst>
            <pc:docMk/>
            <pc:sldMk cId="339851488" sldId="258"/>
            <ac:spMk id="18" creationId="{39A201AA-AB5E-8E6A-109C-F3E0326F52BC}"/>
          </ac:spMkLst>
        </pc:spChg>
        <pc:spChg chg="add mod">
          <ac:chgData name="Ananya Datta" userId="88aad7c6-8fa0-4330-8bd1-863b171370f4" providerId="ADAL" clId="{0FA31F47-93F5-4B24-BAE5-6EAB12ECD85F}" dt="2025-05-27T12:11:02.646" v="1041" actId="1076"/>
          <ac:spMkLst>
            <pc:docMk/>
            <pc:sldMk cId="339851488" sldId="258"/>
            <ac:spMk id="19" creationId="{92E45305-FA48-399A-BD43-B49C152E34DD}"/>
          </ac:spMkLst>
        </pc:spChg>
        <pc:spChg chg="add mod">
          <ac:chgData name="Ananya Datta" userId="88aad7c6-8fa0-4330-8bd1-863b171370f4" providerId="ADAL" clId="{0FA31F47-93F5-4B24-BAE5-6EAB12ECD85F}" dt="2025-05-27T12:09:49.026" v="963" actId="1035"/>
          <ac:spMkLst>
            <pc:docMk/>
            <pc:sldMk cId="339851488" sldId="258"/>
            <ac:spMk id="20" creationId="{9213190A-1C87-0FCA-6DD8-98DA2F1EBD00}"/>
          </ac:spMkLst>
        </pc:spChg>
        <pc:spChg chg="add mod">
          <ac:chgData name="Ananya Datta" userId="88aad7c6-8fa0-4330-8bd1-863b171370f4" providerId="ADAL" clId="{0FA31F47-93F5-4B24-BAE5-6EAB12ECD85F}" dt="2025-05-27T12:09:49.026" v="963" actId="1035"/>
          <ac:spMkLst>
            <pc:docMk/>
            <pc:sldMk cId="339851488" sldId="258"/>
            <ac:spMk id="21" creationId="{B733AA71-7529-7B96-B177-D3FABE507F69}"/>
          </ac:spMkLst>
        </pc:spChg>
        <pc:spChg chg="add mod">
          <ac:chgData name="Ananya Datta" userId="88aad7c6-8fa0-4330-8bd1-863b171370f4" providerId="ADAL" clId="{0FA31F47-93F5-4B24-BAE5-6EAB12ECD85F}" dt="2025-05-27T12:11:57.378" v="1082" actId="404"/>
          <ac:spMkLst>
            <pc:docMk/>
            <pc:sldMk cId="339851488" sldId="258"/>
            <ac:spMk id="25" creationId="{B223F594-E172-FBE6-652E-25E76DEEAAC7}"/>
          </ac:spMkLst>
        </pc:spChg>
        <pc:spChg chg="mod">
          <ac:chgData name="Ananya Datta" userId="88aad7c6-8fa0-4330-8bd1-863b171370f4" providerId="ADAL" clId="{0FA31F47-93F5-4B24-BAE5-6EAB12ECD85F}" dt="2025-05-26T09:39:26.767" v="216" actId="255"/>
          <ac:spMkLst>
            <pc:docMk/>
            <pc:sldMk cId="339851488" sldId="258"/>
            <ac:spMk id="44" creationId="{B2E5B626-D468-9AAB-EF09-6F981B272C34}"/>
          </ac:spMkLst>
        </pc:spChg>
        <pc:graphicFrameChg chg="mod modGraphic">
          <ac:chgData name="Ananya Datta" userId="88aad7c6-8fa0-4330-8bd1-863b171370f4" providerId="ADAL" clId="{0FA31F47-93F5-4B24-BAE5-6EAB12ECD85F}" dt="2025-05-27T11:47:25.912" v="545" actId="20577"/>
          <ac:graphicFrameMkLst>
            <pc:docMk/>
            <pc:sldMk cId="339851488" sldId="258"/>
            <ac:graphicFrameMk id="41" creationId="{A79F4285-1977-193A-A2A8-3110A1DD1C66}"/>
          </ac:graphicFrameMkLst>
        </pc:graphicFrameChg>
        <pc:graphicFrameChg chg="modGraphic">
          <ac:chgData name="Ananya Datta" userId="88aad7c6-8fa0-4330-8bd1-863b171370f4" providerId="ADAL" clId="{0FA31F47-93F5-4B24-BAE5-6EAB12ECD85F}" dt="2025-05-26T09:07:56.541" v="22" actId="20577"/>
          <ac:graphicFrameMkLst>
            <pc:docMk/>
            <pc:sldMk cId="339851488" sldId="258"/>
            <ac:graphicFrameMk id="51" creationId="{C145D9D0-699C-78C1-1007-B37EF5A1A481}"/>
          </ac:graphicFrameMkLst>
        </pc:graphicFrameChg>
        <pc:cxnChg chg="add mod">
          <ac:chgData name="Ananya Datta" userId="88aad7c6-8fa0-4330-8bd1-863b171370f4" providerId="ADAL" clId="{0FA31F47-93F5-4B24-BAE5-6EAB12ECD85F}" dt="2025-05-27T11:48:01.545" v="548"/>
          <ac:cxnSpMkLst>
            <pc:docMk/>
            <pc:sldMk cId="339851488" sldId="258"/>
            <ac:cxnSpMk id="5" creationId="{15296755-0C48-6F5D-F8D4-5D6FE81330F3}"/>
          </ac:cxnSpMkLst>
        </pc:cxnChg>
        <pc:cxnChg chg="add mod">
          <ac:chgData name="Ananya Datta" userId="88aad7c6-8fa0-4330-8bd1-863b171370f4" providerId="ADAL" clId="{0FA31F47-93F5-4B24-BAE5-6EAB12ECD85F}" dt="2025-05-27T11:59:01.840" v="851" actId="1036"/>
          <ac:cxnSpMkLst>
            <pc:docMk/>
            <pc:sldMk cId="339851488" sldId="258"/>
            <ac:cxnSpMk id="17" creationId="{ABE99589-E725-6541-BD35-A36BFE226462}"/>
          </ac:cxnSpMkLst>
        </pc:cxnChg>
        <pc:cxnChg chg="add mod">
          <ac:chgData name="Ananya Datta" userId="88aad7c6-8fa0-4330-8bd1-863b171370f4" providerId="ADAL" clId="{0FA31F47-93F5-4B24-BAE5-6EAB12ECD85F}" dt="2025-05-27T12:09:33.791" v="952" actId="1036"/>
          <ac:cxnSpMkLst>
            <pc:docMk/>
            <pc:sldMk cId="339851488" sldId="258"/>
            <ac:cxnSpMk id="22" creationId="{CB81BBE3-2417-DD91-BFDE-06F04EBC27CB}"/>
          </ac:cxnSpMkLst>
        </pc:cxnChg>
        <pc:cxnChg chg="add mod">
          <ac:chgData name="Ananya Datta" userId="88aad7c6-8fa0-4330-8bd1-863b171370f4" providerId="ADAL" clId="{0FA31F47-93F5-4B24-BAE5-6EAB12ECD85F}" dt="2025-05-27T12:09:42.557" v="954" actId="1076"/>
          <ac:cxnSpMkLst>
            <pc:docMk/>
            <pc:sldMk cId="339851488" sldId="258"/>
            <ac:cxnSpMk id="23" creationId="{10DFEDBA-152F-1BC4-ECF4-D4A6F39242AE}"/>
          </ac:cxnSpMkLst>
        </pc:cxnChg>
      </pc:sldChg>
      <pc:sldChg chg="addSp delSp modSp del mod setBg">
        <pc:chgData name="Ananya Datta" userId="88aad7c6-8fa0-4330-8bd1-863b171370f4" providerId="ADAL" clId="{0FA31F47-93F5-4B24-BAE5-6EAB12ECD85F}" dt="2025-05-27T11:50:56.557" v="658" actId="47"/>
        <pc:sldMkLst>
          <pc:docMk/>
          <pc:sldMk cId="366922005" sldId="259"/>
        </pc:sldMkLst>
      </pc:sldChg>
      <pc:sldChg chg="del">
        <pc:chgData name="Ananya Datta" userId="88aad7c6-8fa0-4330-8bd1-863b171370f4" providerId="ADAL" clId="{0FA31F47-93F5-4B24-BAE5-6EAB12ECD85F}" dt="2025-05-27T11:50:58.257" v="659" actId="47"/>
        <pc:sldMkLst>
          <pc:docMk/>
          <pc:sldMk cId="2041830389" sldId="260"/>
        </pc:sldMkLst>
      </pc:sldChg>
      <pc:sldChg chg="addSp delSp modSp add mod modShow">
        <pc:chgData name="Ananya Datta" userId="88aad7c6-8fa0-4330-8bd1-863b171370f4" providerId="ADAL" clId="{0FA31F47-93F5-4B24-BAE5-6EAB12ECD85F}" dt="2025-05-27T11:40:05.706" v="316" actId="14100"/>
        <pc:sldMkLst>
          <pc:docMk/>
          <pc:sldMk cId="4067616655" sldId="261"/>
        </pc:sldMkLst>
        <pc:spChg chg="add mod">
          <ac:chgData name="Ananya Datta" userId="88aad7c6-8fa0-4330-8bd1-863b171370f4" providerId="ADAL" clId="{0FA31F47-93F5-4B24-BAE5-6EAB12ECD85F}" dt="2025-05-27T11:36:16.717" v="220"/>
          <ac:spMkLst>
            <pc:docMk/>
            <pc:sldMk cId="4067616655" sldId="261"/>
            <ac:spMk id="3" creationId="{0A53BA31-B0E5-B5C8-CEFA-4A94C0CCC8E2}"/>
          </ac:spMkLst>
        </pc:spChg>
        <pc:spChg chg="add mod">
          <ac:chgData name="Ananya Datta" userId="88aad7c6-8fa0-4330-8bd1-863b171370f4" providerId="ADAL" clId="{0FA31F47-93F5-4B24-BAE5-6EAB12ECD85F}" dt="2025-05-27T11:37:36.672" v="304" actId="1037"/>
          <ac:spMkLst>
            <pc:docMk/>
            <pc:sldMk cId="4067616655" sldId="261"/>
            <ac:spMk id="4" creationId="{80BAD18C-F1E8-EA56-2022-E718ED1D6B43}"/>
          </ac:spMkLst>
        </pc:spChg>
        <pc:spChg chg="add mod">
          <ac:chgData name="Ananya Datta" userId="88aad7c6-8fa0-4330-8bd1-863b171370f4" providerId="ADAL" clId="{0FA31F47-93F5-4B24-BAE5-6EAB12ECD85F}" dt="2025-05-27T11:37:14.494" v="269" actId="1076"/>
          <ac:spMkLst>
            <pc:docMk/>
            <pc:sldMk cId="4067616655" sldId="261"/>
            <ac:spMk id="21" creationId="{CE01FA92-5B15-BC7F-B579-D44D26F31861}"/>
          </ac:spMkLst>
        </pc:spChg>
        <pc:spChg chg="add mod">
          <ac:chgData name="Ananya Datta" userId="88aad7c6-8fa0-4330-8bd1-863b171370f4" providerId="ADAL" clId="{0FA31F47-93F5-4B24-BAE5-6EAB12ECD85F}" dt="2025-05-27T11:39:41.344" v="314" actId="13822"/>
          <ac:spMkLst>
            <pc:docMk/>
            <pc:sldMk cId="4067616655" sldId="261"/>
            <ac:spMk id="22" creationId="{819C3AAB-B137-0E20-5B5A-5DD9DE28B8E0}"/>
          </ac:spMkLst>
        </pc:spChg>
        <pc:spChg chg="add mod">
          <ac:chgData name="Ananya Datta" userId="88aad7c6-8fa0-4330-8bd1-863b171370f4" providerId="ADAL" clId="{0FA31F47-93F5-4B24-BAE5-6EAB12ECD85F}" dt="2025-05-27T11:37:19.254" v="270" actId="1076"/>
          <ac:spMkLst>
            <pc:docMk/>
            <pc:sldMk cId="4067616655" sldId="261"/>
            <ac:spMk id="23" creationId="{03A3B36F-2B03-5F12-6BC7-312E7BF7ED70}"/>
          </ac:spMkLst>
        </pc:spChg>
        <pc:graphicFrameChg chg="add mod">
          <ac:chgData name="Ananya Datta" userId="88aad7c6-8fa0-4330-8bd1-863b171370f4" providerId="ADAL" clId="{0FA31F47-93F5-4B24-BAE5-6EAB12ECD85F}" dt="2025-05-27T11:37:28.581" v="285" actId="1037"/>
          <ac:graphicFrameMkLst>
            <pc:docMk/>
            <pc:sldMk cId="4067616655" sldId="261"/>
            <ac:graphicFrameMk id="20" creationId="{F74E858C-94EC-B8E1-645A-6918A867928A}"/>
          </ac:graphicFrameMkLst>
        </pc:graphicFrameChg>
        <pc:graphicFrameChg chg="add mod">
          <ac:chgData name="Ananya Datta" userId="88aad7c6-8fa0-4330-8bd1-863b171370f4" providerId="ADAL" clId="{0FA31F47-93F5-4B24-BAE5-6EAB12ECD85F}" dt="2025-05-27T11:40:05.706" v="316" actId="14100"/>
          <ac:graphicFrameMkLst>
            <pc:docMk/>
            <pc:sldMk cId="4067616655" sldId="261"/>
            <ac:graphicFrameMk id="24" creationId="{84C5357A-4F0A-D5FA-AE86-EA27EF0E583B}"/>
          </ac:graphicFrameMkLst>
        </pc:graphicFrameChg>
        <pc:graphicFrameChg chg="add mod">
          <ac:chgData name="Ananya Datta" userId="88aad7c6-8fa0-4330-8bd1-863b171370f4" providerId="ADAL" clId="{0FA31F47-93F5-4B24-BAE5-6EAB12ECD85F}" dt="2025-05-27T11:36:16.717" v="220"/>
          <ac:graphicFrameMkLst>
            <pc:docMk/>
            <pc:sldMk cId="4067616655" sldId="261"/>
            <ac:graphicFrameMk id="25" creationId="{8D88E9D7-D6B5-1708-4544-BED901C7FF4B}"/>
          </ac:graphicFrameMkLst>
        </pc:graphicFrameChg>
        <pc:picChg chg="add mod">
          <ac:chgData name="Ananya Datta" userId="88aad7c6-8fa0-4330-8bd1-863b171370f4" providerId="ADAL" clId="{0FA31F47-93F5-4B24-BAE5-6EAB12ECD85F}" dt="2025-05-27T11:37:07.934" v="268" actId="1037"/>
          <ac:picMkLst>
            <pc:docMk/>
            <pc:sldMk cId="4067616655" sldId="261"/>
            <ac:picMk id="19" creationId="{F2B60ED2-51DB-B4F2-AD15-F7A9B48176F9}"/>
          </ac:picMkLst>
        </pc:picChg>
        <pc:cxnChg chg="add mod">
          <ac:chgData name="Ananya Datta" userId="88aad7c6-8fa0-4330-8bd1-863b171370f4" providerId="ADAL" clId="{0FA31F47-93F5-4B24-BAE5-6EAB12ECD85F}" dt="2025-05-27T11:36:16.717" v="220"/>
          <ac:cxnSpMkLst>
            <pc:docMk/>
            <pc:sldMk cId="4067616655" sldId="261"/>
            <ac:cxnSpMk id="2" creationId="{BDF4DCD4-61CA-C082-F06B-49557DFE43CE}"/>
          </ac:cxnSpMkLst>
        </pc:cxnChg>
      </pc:sldChg>
      <pc:sldChg chg="addSp delSp modSp add mod ord modShow">
        <pc:chgData name="Ananya Datta" userId="88aad7c6-8fa0-4330-8bd1-863b171370f4" providerId="ADAL" clId="{0FA31F47-93F5-4B24-BAE5-6EAB12ECD85F}" dt="2025-05-27T11:39:52.487" v="315" actId="1076"/>
        <pc:sldMkLst>
          <pc:docMk/>
          <pc:sldMk cId="1893353070" sldId="262"/>
        </pc:sldMkLst>
        <pc:spChg chg="add mod">
          <ac:chgData name="Ananya Datta" userId="88aad7c6-8fa0-4330-8bd1-863b171370f4" providerId="ADAL" clId="{0FA31F47-93F5-4B24-BAE5-6EAB12ECD85F}" dt="2025-05-27T11:39:21.807" v="312"/>
          <ac:spMkLst>
            <pc:docMk/>
            <pc:sldMk cId="1893353070" sldId="262"/>
            <ac:spMk id="3" creationId="{3BD4573E-6442-0EAF-B11D-3113CDE86859}"/>
          </ac:spMkLst>
        </pc:spChg>
        <pc:spChg chg="add mod">
          <ac:chgData name="Ananya Datta" userId="88aad7c6-8fa0-4330-8bd1-863b171370f4" providerId="ADAL" clId="{0FA31F47-93F5-4B24-BAE5-6EAB12ECD85F}" dt="2025-05-27T11:39:21.807" v="312"/>
          <ac:spMkLst>
            <pc:docMk/>
            <pc:sldMk cId="1893353070" sldId="262"/>
            <ac:spMk id="4" creationId="{9E641DE2-EAB5-CEC0-5C9A-74C63FBA76B9}"/>
          </ac:spMkLst>
        </pc:spChg>
        <pc:spChg chg="add mod">
          <ac:chgData name="Ananya Datta" userId="88aad7c6-8fa0-4330-8bd1-863b171370f4" providerId="ADAL" clId="{0FA31F47-93F5-4B24-BAE5-6EAB12ECD85F}" dt="2025-05-27T11:39:21.807" v="312"/>
          <ac:spMkLst>
            <pc:docMk/>
            <pc:sldMk cId="1893353070" sldId="262"/>
            <ac:spMk id="19" creationId="{73FCD372-3868-D496-AF65-D3A86D6D55DA}"/>
          </ac:spMkLst>
        </pc:spChg>
        <pc:spChg chg="add mod">
          <ac:chgData name="Ananya Datta" userId="88aad7c6-8fa0-4330-8bd1-863b171370f4" providerId="ADAL" clId="{0FA31F47-93F5-4B24-BAE5-6EAB12ECD85F}" dt="2025-05-27T11:39:30.893" v="313" actId="13822"/>
          <ac:spMkLst>
            <pc:docMk/>
            <pc:sldMk cId="1893353070" sldId="262"/>
            <ac:spMk id="20" creationId="{63CF9289-5F82-B81E-D8A8-BA105AB84F7C}"/>
          </ac:spMkLst>
        </pc:spChg>
        <pc:spChg chg="add mod">
          <ac:chgData name="Ananya Datta" userId="88aad7c6-8fa0-4330-8bd1-863b171370f4" providerId="ADAL" clId="{0FA31F47-93F5-4B24-BAE5-6EAB12ECD85F}" dt="2025-05-27T11:39:52.487" v="315" actId="1076"/>
          <ac:spMkLst>
            <pc:docMk/>
            <pc:sldMk cId="1893353070" sldId="262"/>
            <ac:spMk id="21" creationId="{0601CA4D-A4C6-8158-6170-FB5196BAD34C}"/>
          </ac:spMkLst>
        </pc:spChg>
        <pc:spChg chg="add mod">
          <ac:chgData name="Ananya Datta" userId="88aad7c6-8fa0-4330-8bd1-863b171370f4" providerId="ADAL" clId="{0FA31F47-93F5-4B24-BAE5-6EAB12ECD85F}" dt="2025-05-27T11:39:21.807" v="312"/>
          <ac:spMkLst>
            <pc:docMk/>
            <pc:sldMk cId="1893353070" sldId="262"/>
            <ac:spMk id="24" creationId="{9CB0B69E-B688-03B1-E32E-5BA94853968D}"/>
          </ac:spMkLst>
        </pc:spChg>
        <pc:picChg chg="add mod">
          <ac:chgData name="Ananya Datta" userId="88aad7c6-8fa0-4330-8bd1-863b171370f4" providerId="ADAL" clId="{0FA31F47-93F5-4B24-BAE5-6EAB12ECD85F}" dt="2025-05-27T11:39:21.807" v="312"/>
          <ac:picMkLst>
            <pc:docMk/>
            <pc:sldMk cId="1893353070" sldId="262"/>
            <ac:picMk id="23" creationId="{18A6D811-8D59-2D7C-4A1D-3CEBB1C6C9AF}"/>
          </ac:picMkLst>
        </pc:picChg>
        <pc:picChg chg="add mod">
          <ac:chgData name="Ananya Datta" userId="88aad7c6-8fa0-4330-8bd1-863b171370f4" providerId="ADAL" clId="{0FA31F47-93F5-4B24-BAE5-6EAB12ECD85F}" dt="2025-05-27T11:39:21.807" v="312"/>
          <ac:picMkLst>
            <pc:docMk/>
            <pc:sldMk cId="1893353070" sldId="262"/>
            <ac:picMk id="25" creationId="{8F0A4917-6E19-3E72-3997-C7547AE8D36F}"/>
          </ac:picMkLst>
        </pc:picChg>
        <pc:picChg chg="add mod">
          <ac:chgData name="Ananya Datta" userId="88aad7c6-8fa0-4330-8bd1-863b171370f4" providerId="ADAL" clId="{0FA31F47-93F5-4B24-BAE5-6EAB12ECD85F}" dt="2025-05-27T11:39:21.807" v="312"/>
          <ac:picMkLst>
            <pc:docMk/>
            <pc:sldMk cId="1893353070" sldId="262"/>
            <ac:picMk id="27" creationId="{4CC9EC07-52AD-683B-0748-EEC76722726B}"/>
          </ac:picMkLst>
        </pc:picChg>
        <pc:picChg chg="add mod">
          <ac:chgData name="Ananya Datta" userId="88aad7c6-8fa0-4330-8bd1-863b171370f4" providerId="ADAL" clId="{0FA31F47-93F5-4B24-BAE5-6EAB12ECD85F}" dt="2025-05-27T11:39:21.807" v="312"/>
          <ac:picMkLst>
            <pc:docMk/>
            <pc:sldMk cId="1893353070" sldId="262"/>
            <ac:picMk id="28" creationId="{9A662BB4-FE4E-C127-5B95-29B555BC7A26}"/>
          </ac:picMkLst>
        </pc:picChg>
      </pc:sldChg>
      <pc:sldChg chg="addSp delSp modSp add mod ord">
        <pc:chgData name="Ananya Datta" userId="88aad7c6-8fa0-4330-8bd1-863b171370f4" providerId="ADAL" clId="{0FA31F47-93F5-4B24-BAE5-6EAB12ECD85F}" dt="2025-05-28T12:07:12.467" v="1084" actId="478"/>
        <pc:sldMkLst>
          <pc:docMk/>
          <pc:sldMk cId="229839041" sldId="263"/>
        </pc:sldMkLst>
        <pc:spChg chg="mod">
          <ac:chgData name="Ananya Datta" userId="88aad7c6-8fa0-4330-8bd1-863b171370f4" providerId="ADAL" clId="{0FA31F47-93F5-4B24-BAE5-6EAB12ECD85F}" dt="2025-05-27T11:41:29.298" v="367" actId="20577"/>
          <ac:spMkLst>
            <pc:docMk/>
            <pc:sldMk cId="229839041" sldId="263"/>
            <ac:spMk id="3" creationId="{353DA68B-E8E3-E919-965E-4DB9771E9234}"/>
          </ac:spMkLst>
        </pc:spChg>
        <pc:spChg chg="add mod">
          <ac:chgData name="Ananya Datta" userId="88aad7c6-8fa0-4330-8bd1-863b171370f4" providerId="ADAL" clId="{0FA31F47-93F5-4B24-BAE5-6EAB12ECD85F}" dt="2025-05-27T11:46:28.915" v="531" actId="207"/>
          <ac:spMkLst>
            <pc:docMk/>
            <pc:sldMk cId="229839041" sldId="263"/>
            <ac:spMk id="12" creationId="{3DCBE144-1971-0AE3-B6AD-D426F32055D0}"/>
          </ac:spMkLst>
        </pc:spChg>
        <pc:spChg chg="add mod">
          <ac:chgData name="Ananya Datta" userId="88aad7c6-8fa0-4330-8bd1-863b171370f4" providerId="ADAL" clId="{0FA31F47-93F5-4B24-BAE5-6EAB12ECD85F}" dt="2025-05-27T11:46:15.845" v="530" actId="207"/>
          <ac:spMkLst>
            <pc:docMk/>
            <pc:sldMk cId="229839041" sldId="263"/>
            <ac:spMk id="13" creationId="{D6AB363B-BBA9-61A7-AA64-798E6F950058}"/>
          </ac:spMkLst>
        </pc:spChg>
        <pc:spChg chg="add mod">
          <ac:chgData name="Ananya Datta" userId="88aad7c6-8fa0-4330-8bd1-863b171370f4" providerId="ADAL" clId="{0FA31F47-93F5-4B24-BAE5-6EAB12ECD85F}" dt="2025-05-27T11:46:38.516" v="532" actId="207"/>
          <ac:spMkLst>
            <pc:docMk/>
            <pc:sldMk cId="229839041" sldId="263"/>
            <ac:spMk id="14" creationId="{9DF39F5B-65BF-A651-1C81-0BB64E4FC0F5}"/>
          </ac:spMkLst>
        </pc:spChg>
        <pc:spChg chg="add mod">
          <ac:chgData name="Ananya Datta" userId="88aad7c6-8fa0-4330-8bd1-863b171370f4" providerId="ADAL" clId="{0FA31F47-93F5-4B24-BAE5-6EAB12ECD85F}" dt="2025-05-27T11:45:42.207" v="529" actId="207"/>
          <ac:spMkLst>
            <pc:docMk/>
            <pc:sldMk cId="229839041" sldId="263"/>
            <ac:spMk id="15" creationId="{53EFB246-D13E-439C-0327-166F97448312}"/>
          </ac:spMkLst>
        </pc:spChg>
        <pc:spChg chg="mod">
          <ac:chgData name="Ananya Datta" userId="88aad7c6-8fa0-4330-8bd1-863b171370f4" providerId="ADAL" clId="{0FA31F47-93F5-4B24-BAE5-6EAB12ECD85F}" dt="2025-05-27T11:42:06.442" v="373" actId="1076"/>
          <ac:spMkLst>
            <pc:docMk/>
            <pc:sldMk cId="229839041" sldId="263"/>
            <ac:spMk id="22" creationId="{89DA0B09-2DB1-A6B9-6F33-D4D4FE9D2FFA}"/>
          </ac:spMkLst>
        </pc:spChg>
        <pc:picChg chg="add mod">
          <ac:chgData name="Ananya Datta" userId="88aad7c6-8fa0-4330-8bd1-863b171370f4" providerId="ADAL" clId="{0FA31F47-93F5-4B24-BAE5-6EAB12ECD85F}" dt="2025-05-27T11:42:49.559" v="384" actId="1076"/>
          <ac:picMkLst>
            <pc:docMk/>
            <pc:sldMk cId="229839041" sldId="263"/>
            <ac:picMk id="8" creationId="{9E301EBD-B4DB-B749-32E1-2C2644BCF893}"/>
          </ac:picMkLst>
        </pc:picChg>
        <pc:picChg chg="add mod">
          <ac:chgData name="Ananya Datta" userId="88aad7c6-8fa0-4330-8bd1-863b171370f4" providerId="ADAL" clId="{0FA31F47-93F5-4B24-BAE5-6EAB12ECD85F}" dt="2025-05-27T11:42:49.559" v="384" actId="1076"/>
          <ac:picMkLst>
            <pc:docMk/>
            <pc:sldMk cId="229839041" sldId="263"/>
            <ac:picMk id="9" creationId="{A33C2482-68C4-5473-FA33-B8AA914FFA79}"/>
          </ac:picMkLst>
        </pc:picChg>
        <pc:picChg chg="add mod">
          <ac:chgData name="Ananya Datta" userId="88aad7c6-8fa0-4330-8bd1-863b171370f4" providerId="ADAL" clId="{0FA31F47-93F5-4B24-BAE5-6EAB12ECD85F}" dt="2025-05-27T11:44:18.529" v="448" actId="1076"/>
          <ac:picMkLst>
            <pc:docMk/>
            <pc:sldMk cId="229839041" sldId="263"/>
            <ac:picMk id="10" creationId="{6227C965-5047-0CBF-8934-07D0ACDEE2F8}"/>
          </ac:picMkLst>
        </pc:picChg>
        <pc:picChg chg="add mod">
          <ac:chgData name="Ananya Datta" userId="88aad7c6-8fa0-4330-8bd1-863b171370f4" providerId="ADAL" clId="{0FA31F47-93F5-4B24-BAE5-6EAB12ECD85F}" dt="2025-05-27T11:42:49.559" v="384" actId="1076"/>
          <ac:picMkLst>
            <pc:docMk/>
            <pc:sldMk cId="229839041" sldId="263"/>
            <ac:picMk id="11" creationId="{B9C26002-4147-5348-BB92-A4FB867E9119}"/>
          </ac:picMkLst>
        </pc:picChg>
        <pc:cxnChg chg="mod">
          <ac:chgData name="Ananya Datta" userId="88aad7c6-8fa0-4330-8bd1-863b171370f4" providerId="ADAL" clId="{0FA31F47-93F5-4B24-BAE5-6EAB12ECD85F}" dt="2025-05-27T11:42:27.968" v="380" actId="1076"/>
          <ac:cxnSpMkLst>
            <pc:docMk/>
            <pc:sldMk cId="229839041" sldId="263"/>
            <ac:cxnSpMk id="2" creationId="{AC93BB0A-9535-2C1A-3603-93A9C0B2738A}"/>
          </ac:cxnSpMkLst>
        </pc:cxnChg>
      </pc:sldChg>
      <pc:sldChg chg="modSp add mod ord">
        <pc:chgData name="Ananya Datta" userId="88aad7c6-8fa0-4330-8bd1-863b171370f4" providerId="ADAL" clId="{0FA31F47-93F5-4B24-BAE5-6EAB12ECD85F}" dt="2025-06-02T09:20:45.943" v="1096" actId="20577"/>
        <pc:sldMkLst>
          <pc:docMk/>
          <pc:sldMk cId="288394309" sldId="264"/>
        </pc:sldMkLst>
        <pc:spChg chg="mod">
          <ac:chgData name="Ananya Datta" userId="88aad7c6-8fa0-4330-8bd1-863b171370f4" providerId="ADAL" clId="{0FA31F47-93F5-4B24-BAE5-6EAB12ECD85F}" dt="2025-06-02T09:20:45.943" v="1096" actId="20577"/>
          <ac:spMkLst>
            <pc:docMk/>
            <pc:sldMk cId="288394309" sldId="264"/>
            <ac:spMk id="2" creationId="{012D8154-4707-0706-EC30-6031DBCAF2F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0658C7-14F0-40EA-B989-849D5558AF83}" type="doc">
      <dgm:prSet loTypeId="urn:microsoft.com/office/officeart/2005/8/layout/default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7704C5B8-67C7-4C5C-B96B-12E5C50C9660}">
      <dgm:prSet phldrT="[Text]"/>
      <dgm:spPr/>
      <dgm:t>
        <a:bodyPr/>
        <a:lstStyle/>
        <a:p>
          <a:r>
            <a:rPr lang="en-US" b="1" dirty="0"/>
            <a:t>Data</a:t>
          </a:r>
          <a:r>
            <a:rPr lang="en-US" dirty="0"/>
            <a:t> – Agent View table; PIB</a:t>
          </a:r>
          <a:endParaRPr lang="en-IN" dirty="0"/>
        </a:p>
      </dgm:t>
    </dgm:pt>
    <dgm:pt modelId="{BEA1A20B-EB4A-47B7-ABB7-4E1E25DEC949}" type="parTrans" cxnId="{7A53D7FA-283F-43F3-B8D2-1176B6271020}">
      <dgm:prSet/>
      <dgm:spPr/>
      <dgm:t>
        <a:bodyPr/>
        <a:lstStyle/>
        <a:p>
          <a:endParaRPr lang="en-IN"/>
        </a:p>
      </dgm:t>
    </dgm:pt>
    <dgm:pt modelId="{49360EF6-4D11-4322-93AB-6F3505E4513B}" type="sibTrans" cxnId="{7A53D7FA-283F-43F3-B8D2-1176B6271020}">
      <dgm:prSet/>
      <dgm:spPr/>
      <dgm:t>
        <a:bodyPr/>
        <a:lstStyle/>
        <a:p>
          <a:endParaRPr lang="en-IN"/>
        </a:p>
      </dgm:t>
    </dgm:pt>
    <dgm:pt modelId="{21A905E3-37EA-43E0-8EF3-19DDBC47708A}">
      <dgm:prSet phldrT="[Text]"/>
      <dgm:spPr/>
      <dgm:t>
        <a:bodyPr/>
        <a:lstStyle/>
        <a:p>
          <a:r>
            <a:rPr lang="en-US" b="1" dirty="0"/>
            <a:t>Data size </a:t>
          </a:r>
          <a:r>
            <a:rPr lang="en-US" dirty="0"/>
            <a:t>– records: 1,586,809 &amp; features: 49</a:t>
          </a:r>
          <a:endParaRPr lang="en-IN" dirty="0"/>
        </a:p>
      </dgm:t>
    </dgm:pt>
    <dgm:pt modelId="{83BF0135-9DDC-4788-9FD7-93C88B9730C3}" type="parTrans" cxnId="{1AD51F56-C660-4F40-AA21-E974AA0BC901}">
      <dgm:prSet/>
      <dgm:spPr/>
      <dgm:t>
        <a:bodyPr/>
        <a:lstStyle/>
        <a:p>
          <a:endParaRPr lang="en-IN"/>
        </a:p>
      </dgm:t>
    </dgm:pt>
    <dgm:pt modelId="{78E34DB2-5829-4999-9543-62FEFBE5FBCB}" type="sibTrans" cxnId="{1AD51F56-C660-4F40-AA21-E974AA0BC901}">
      <dgm:prSet/>
      <dgm:spPr/>
      <dgm:t>
        <a:bodyPr/>
        <a:lstStyle/>
        <a:p>
          <a:endParaRPr lang="en-IN"/>
        </a:p>
      </dgm:t>
    </dgm:pt>
    <dgm:pt modelId="{074A765E-76B0-492F-85A5-818B55AE218B}">
      <dgm:prSet phldrT="[Text]"/>
      <dgm:spPr/>
      <dgm:t>
        <a:bodyPr/>
        <a:lstStyle/>
        <a:p>
          <a:r>
            <a:rPr lang="en-US" b="1" dirty="0"/>
            <a:t>LOBs</a:t>
          </a:r>
          <a:r>
            <a:rPr lang="en-US" dirty="0"/>
            <a:t> – 14 unique </a:t>
          </a:r>
          <a:endParaRPr lang="en-IN" dirty="0"/>
        </a:p>
      </dgm:t>
    </dgm:pt>
    <dgm:pt modelId="{FC60C71E-B7AF-4EDE-8EB9-65F77AB623C3}" type="parTrans" cxnId="{4C6E73AB-07BB-455F-BDC6-AF75F88E6C5F}">
      <dgm:prSet/>
      <dgm:spPr/>
      <dgm:t>
        <a:bodyPr/>
        <a:lstStyle/>
        <a:p>
          <a:endParaRPr lang="en-IN"/>
        </a:p>
      </dgm:t>
    </dgm:pt>
    <dgm:pt modelId="{A3E1F30E-B8FA-4426-8DAF-102819DB79D6}" type="sibTrans" cxnId="{4C6E73AB-07BB-455F-BDC6-AF75F88E6C5F}">
      <dgm:prSet/>
      <dgm:spPr/>
      <dgm:t>
        <a:bodyPr/>
        <a:lstStyle/>
        <a:p>
          <a:endParaRPr lang="en-IN"/>
        </a:p>
      </dgm:t>
    </dgm:pt>
    <dgm:pt modelId="{E6661BE6-F08D-4231-9A35-BEE9AEFBA059}">
      <dgm:prSet phldrT="[Text]"/>
      <dgm:spPr/>
      <dgm:t>
        <a:bodyPr/>
        <a:lstStyle/>
        <a:p>
          <a:r>
            <a:rPr lang="en-US" b="1" dirty="0"/>
            <a:t>#Agents </a:t>
          </a:r>
          <a:r>
            <a:rPr lang="en-US" dirty="0"/>
            <a:t>– 4,589 unique</a:t>
          </a:r>
          <a:endParaRPr lang="en-IN" dirty="0"/>
        </a:p>
      </dgm:t>
    </dgm:pt>
    <dgm:pt modelId="{2A4953EF-D586-44A1-AF02-92ABA21FD950}" type="parTrans" cxnId="{F9CEDDD4-0E21-451B-A669-F45F165F40E0}">
      <dgm:prSet/>
      <dgm:spPr/>
      <dgm:t>
        <a:bodyPr/>
        <a:lstStyle/>
        <a:p>
          <a:endParaRPr lang="en-IN"/>
        </a:p>
      </dgm:t>
    </dgm:pt>
    <dgm:pt modelId="{33114731-6E01-408F-AA27-6340F84370BB}" type="sibTrans" cxnId="{F9CEDDD4-0E21-451B-A669-F45F165F40E0}">
      <dgm:prSet/>
      <dgm:spPr/>
      <dgm:t>
        <a:bodyPr/>
        <a:lstStyle/>
        <a:p>
          <a:endParaRPr lang="en-IN"/>
        </a:p>
      </dgm:t>
    </dgm:pt>
    <dgm:pt modelId="{73FFD8D0-57ED-4126-A213-6F05B25C8999}">
      <dgm:prSet phldrT="[Text]"/>
      <dgm:spPr/>
      <dgm:t>
        <a:bodyPr/>
        <a:lstStyle/>
        <a:p>
          <a:r>
            <a:rPr lang="en-US" dirty="0"/>
            <a:t>Dealing with accounting year of Agent</a:t>
          </a:r>
          <a:endParaRPr lang="en-IN" dirty="0"/>
        </a:p>
      </dgm:t>
    </dgm:pt>
    <dgm:pt modelId="{9A8318BE-7815-4FF4-86EE-5832B2F421EF}" type="parTrans" cxnId="{D682CADE-F251-4BC3-BF28-3A91CFBC59DC}">
      <dgm:prSet/>
      <dgm:spPr/>
      <dgm:t>
        <a:bodyPr/>
        <a:lstStyle/>
        <a:p>
          <a:endParaRPr lang="en-IN"/>
        </a:p>
      </dgm:t>
    </dgm:pt>
    <dgm:pt modelId="{6B85F0CB-BDB3-43AC-82F6-E2688840F40D}" type="sibTrans" cxnId="{D682CADE-F251-4BC3-BF28-3A91CFBC59DC}">
      <dgm:prSet/>
      <dgm:spPr/>
      <dgm:t>
        <a:bodyPr/>
        <a:lstStyle/>
        <a:p>
          <a:endParaRPr lang="en-IN"/>
        </a:p>
      </dgm:t>
    </dgm:pt>
    <dgm:pt modelId="{C4E4775A-013B-4045-9142-75B238AF500D}">
      <dgm:prSet phldrT="[Text]"/>
      <dgm:spPr/>
      <dgm:t>
        <a:bodyPr/>
        <a:lstStyle/>
        <a:p>
          <a:r>
            <a:rPr lang="en-US" b="1" dirty="0"/>
            <a:t>Reporting line </a:t>
          </a:r>
          <a:r>
            <a:rPr lang="en-US" dirty="0"/>
            <a:t>– 10 lines</a:t>
          </a:r>
          <a:endParaRPr lang="en-IN" dirty="0"/>
        </a:p>
      </dgm:t>
    </dgm:pt>
    <dgm:pt modelId="{F8F9BC4C-56CE-498D-9A4A-C0F212B38A62}" type="parTrans" cxnId="{2B1ACA76-F7AD-463D-B565-2DFCE9326B19}">
      <dgm:prSet/>
      <dgm:spPr/>
      <dgm:t>
        <a:bodyPr/>
        <a:lstStyle/>
        <a:p>
          <a:endParaRPr lang="en-IN"/>
        </a:p>
      </dgm:t>
    </dgm:pt>
    <dgm:pt modelId="{B265EF1E-EC0A-40F0-9F39-FCB82550AF0B}" type="sibTrans" cxnId="{2B1ACA76-F7AD-463D-B565-2DFCE9326B19}">
      <dgm:prSet/>
      <dgm:spPr/>
      <dgm:t>
        <a:bodyPr/>
        <a:lstStyle/>
        <a:p>
          <a:endParaRPr lang="en-IN"/>
        </a:p>
      </dgm:t>
    </dgm:pt>
    <dgm:pt modelId="{1F3F2765-6641-45BE-83FD-9B1D2B3EC0E9}" type="pres">
      <dgm:prSet presAssocID="{F00658C7-14F0-40EA-B989-849D5558AF83}" presName="diagram" presStyleCnt="0">
        <dgm:presLayoutVars>
          <dgm:dir/>
          <dgm:resizeHandles val="exact"/>
        </dgm:presLayoutVars>
      </dgm:prSet>
      <dgm:spPr/>
    </dgm:pt>
    <dgm:pt modelId="{4DE6AC4E-951A-470E-A315-8738F6DD16A1}" type="pres">
      <dgm:prSet presAssocID="{7704C5B8-67C7-4C5C-B96B-12E5C50C9660}" presName="node" presStyleLbl="node1" presStyleIdx="0" presStyleCnt="6">
        <dgm:presLayoutVars>
          <dgm:bulletEnabled val="1"/>
        </dgm:presLayoutVars>
      </dgm:prSet>
      <dgm:spPr/>
    </dgm:pt>
    <dgm:pt modelId="{EDEC4AD8-F7BD-44D7-96E9-56597693AD2A}" type="pres">
      <dgm:prSet presAssocID="{49360EF6-4D11-4322-93AB-6F3505E4513B}" presName="sibTrans" presStyleCnt="0"/>
      <dgm:spPr/>
    </dgm:pt>
    <dgm:pt modelId="{DA61BE9C-1C31-4440-99DF-8CE4E4527585}" type="pres">
      <dgm:prSet presAssocID="{21A905E3-37EA-43E0-8EF3-19DDBC47708A}" presName="node" presStyleLbl="node1" presStyleIdx="1" presStyleCnt="6">
        <dgm:presLayoutVars>
          <dgm:bulletEnabled val="1"/>
        </dgm:presLayoutVars>
      </dgm:prSet>
      <dgm:spPr/>
    </dgm:pt>
    <dgm:pt modelId="{24808B97-9DAE-4782-B2F0-F592BAC7BA96}" type="pres">
      <dgm:prSet presAssocID="{78E34DB2-5829-4999-9543-62FEFBE5FBCB}" presName="sibTrans" presStyleCnt="0"/>
      <dgm:spPr/>
    </dgm:pt>
    <dgm:pt modelId="{63333D7D-C1A4-4BE2-A25A-A4AB758BD644}" type="pres">
      <dgm:prSet presAssocID="{C4E4775A-013B-4045-9142-75B238AF500D}" presName="node" presStyleLbl="node1" presStyleIdx="2" presStyleCnt="6">
        <dgm:presLayoutVars>
          <dgm:bulletEnabled val="1"/>
        </dgm:presLayoutVars>
      </dgm:prSet>
      <dgm:spPr/>
    </dgm:pt>
    <dgm:pt modelId="{9EB1B468-B857-4DEA-B200-5161D1750B83}" type="pres">
      <dgm:prSet presAssocID="{B265EF1E-EC0A-40F0-9F39-FCB82550AF0B}" presName="sibTrans" presStyleCnt="0"/>
      <dgm:spPr/>
    </dgm:pt>
    <dgm:pt modelId="{81D23AA2-4391-4FF8-A457-FE597C628CC1}" type="pres">
      <dgm:prSet presAssocID="{074A765E-76B0-492F-85A5-818B55AE218B}" presName="node" presStyleLbl="node1" presStyleIdx="3" presStyleCnt="6">
        <dgm:presLayoutVars>
          <dgm:bulletEnabled val="1"/>
        </dgm:presLayoutVars>
      </dgm:prSet>
      <dgm:spPr/>
    </dgm:pt>
    <dgm:pt modelId="{176EE7DC-8FF3-42B8-B3B2-F0E680FB8E82}" type="pres">
      <dgm:prSet presAssocID="{A3E1F30E-B8FA-4426-8DAF-102819DB79D6}" presName="sibTrans" presStyleCnt="0"/>
      <dgm:spPr/>
    </dgm:pt>
    <dgm:pt modelId="{1190BDFE-2AD0-454F-8A7B-FA025C4C7074}" type="pres">
      <dgm:prSet presAssocID="{E6661BE6-F08D-4231-9A35-BEE9AEFBA059}" presName="node" presStyleLbl="node1" presStyleIdx="4" presStyleCnt="6">
        <dgm:presLayoutVars>
          <dgm:bulletEnabled val="1"/>
        </dgm:presLayoutVars>
      </dgm:prSet>
      <dgm:spPr/>
    </dgm:pt>
    <dgm:pt modelId="{4B2E803A-45A4-447A-81E9-886833BE1627}" type="pres">
      <dgm:prSet presAssocID="{33114731-6E01-408F-AA27-6340F84370BB}" presName="sibTrans" presStyleCnt="0"/>
      <dgm:spPr/>
    </dgm:pt>
    <dgm:pt modelId="{A74D548D-B906-4988-BD87-E4F5FBE9BB4A}" type="pres">
      <dgm:prSet presAssocID="{73FFD8D0-57ED-4126-A213-6F05B25C8999}" presName="node" presStyleLbl="node1" presStyleIdx="5" presStyleCnt="6">
        <dgm:presLayoutVars>
          <dgm:bulletEnabled val="1"/>
        </dgm:presLayoutVars>
      </dgm:prSet>
      <dgm:spPr/>
    </dgm:pt>
  </dgm:ptLst>
  <dgm:cxnLst>
    <dgm:cxn modelId="{06A76702-9503-407F-B0BE-959E7AF3C9A3}" type="presOf" srcId="{F00658C7-14F0-40EA-B989-849D5558AF83}" destId="{1F3F2765-6641-45BE-83FD-9B1D2B3EC0E9}" srcOrd="0" destOrd="0" presId="urn:microsoft.com/office/officeart/2005/8/layout/default"/>
    <dgm:cxn modelId="{5790C253-AF85-4325-BF66-7506B245E37E}" type="presOf" srcId="{7704C5B8-67C7-4C5C-B96B-12E5C50C9660}" destId="{4DE6AC4E-951A-470E-A315-8738F6DD16A1}" srcOrd="0" destOrd="0" presId="urn:microsoft.com/office/officeart/2005/8/layout/default"/>
    <dgm:cxn modelId="{1AD51F56-C660-4F40-AA21-E974AA0BC901}" srcId="{F00658C7-14F0-40EA-B989-849D5558AF83}" destId="{21A905E3-37EA-43E0-8EF3-19DDBC47708A}" srcOrd="1" destOrd="0" parTransId="{83BF0135-9DDC-4788-9FD7-93C88B9730C3}" sibTransId="{78E34DB2-5829-4999-9543-62FEFBE5FBCB}"/>
    <dgm:cxn modelId="{2B1ACA76-F7AD-463D-B565-2DFCE9326B19}" srcId="{F00658C7-14F0-40EA-B989-849D5558AF83}" destId="{C4E4775A-013B-4045-9142-75B238AF500D}" srcOrd="2" destOrd="0" parTransId="{F8F9BC4C-56CE-498D-9A4A-C0F212B38A62}" sibTransId="{B265EF1E-EC0A-40F0-9F39-FCB82550AF0B}"/>
    <dgm:cxn modelId="{0F82AD8B-3176-4AAB-9B8E-041319A2F790}" type="presOf" srcId="{074A765E-76B0-492F-85A5-818B55AE218B}" destId="{81D23AA2-4391-4FF8-A457-FE597C628CC1}" srcOrd="0" destOrd="0" presId="urn:microsoft.com/office/officeart/2005/8/layout/default"/>
    <dgm:cxn modelId="{4C6E73AB-07BB-455F-BDC6-AF75F88E6C5F}" srcId="{F00658C7-14F0-40EA-B989-849D5558AF83}" destId="{074A765E-76B0-492F-85A5-818B55AE218B}" srcOrd="3" destOrd="0" parTransId="{FC60C71E-B7AF-4EDE-8EB9-65F77AB623C3}" sibTransId="{A3E1F30E-B8FA-4426-8DAF-102819DB79D6}"/>
    <dgm:cxn modelId="{798922C4-E88E-42E2-9BF7-AACE050E15C2}" type="presOf" srcId="{E6661BE6-F08D-4231-9A35-BEE9AEFBA059}" destId="{1190BDFE-2AD0-454F-8A7B-FA025C4C7074}" srcOrd="0" destOrd="0" presId="urn:microsoft.com/office/officeart/2005/8/layout/default"/>
    <dgm:cxn modelId="{8A6667CB-E73C-4787-A2C0-6D7FC342B19C}" type="presOf" srcId="{73FFD8D0-57ED-4126-A213-6F05B25C8999}" destId="{A74D548D-B906-4988-BD87-E4F5FBE9BB4A}" srcOrd="0" destOrd="0" presId="urn:microsoft.com/office/officeart/2005/8/layout/default"/>
    <dgm:cxn modelId="{F9CEDDD4-0E21-451B-A669-F45F165F40E0}" srcId="{F00658C7-14F0-40EA-B989-849D5558AF83}" destId="{E6661BE6-F08D-4231-9A35-BEE9AEFBA059}" srcOrd="4" destOrd="0" parTransId="{2A4953EF-D586-44A1-AF02-92ABA21FD950}" sibTransId="{33114731-6E01-408F-AA27-6340F84370BB}"/>
    <dgm:cxn modelId="{D682CADE-F251-4BC3-BF28-3A91CFBC59DC}" srcId="{F00658C7-14F0-40EA-B989-849D5558AF83}" destId="{73FFD8D0-57ED-4126-A213-6F05B25C8999}" srcOrd="5" destOrd="0" parTransId="{9A8318BE-7815-4FF4-86EE-5832B2F421EF}" sibTransId="{6B85F0CB-BDB3-43AC-82F6-E2688840F40D}"/>
    <dgm:cxn modelId="{AAC908E1-1CB8-40B3-9870-2B4A8A5452F8}" type="presOf" srcId="{21A905E3-37EA-43E0-8EF3-19DDBC47708A}" destId="{DA61BE9C-1C31-4440-99DF-8CE4E4527585}" srcOrd="0" destOrd="0" presId="urn:microsoft.com/office/officeart/2005/8/layout/default"/>
    <dgm:cxn modelId="{3A47D5E3-C649-4555-89B4-EB886226836F}" type="presOf" srcId="{C4E4775A-013B-4045-9142-75B238AF500D}" destId="{63333D7D-C1A4-4BE2-A25A-A4AB758BD644}" srcOrd="0" destOrd="0" presId="urn:microsoft.com/office/officeart/2005/8/layout/default"/>
    <dgm:cxn modelId="{7A53D7FA-283F-43F3-B8D2-1176B6271020}" srcId="{F00658C7-14F0-40EA-B989-849D5558AF83}" destId="{7704C5B8-67C7-4C5C-B96B-12E5C50C9660}" srcOrd="0" destOrd="0" parTransId="{BEA1A20B-EB4A-47B7-ABB7-4E1E25DEC949}" sibTransId="{49360EF6-4D11-4322-93AB-6F3505E4513B}"/>
    <dgm:cxn modelId="{138CF071-C6DB-4905-87F3-91AF37B76BAE}" type="presParOf" srcId="{1F3F2765-6641-45BE-83FD-9B1D2B3EC0E9}" destId="{4DE6AC4E-951A-470E-A315-8738F6DD16A1}" srcOrd="0" destOrd="0" presId="urn:microsoft.com/office/officeart/2005/8/layout/default"/>
    <dgm:cxn modelId="{7A9EB35F-C5FA-4F67-82F2-868ED0CBD0B2}" type="presParOf" srcId="{1F3F2765-6641-45BE-83FD-9B1D2B3EC0E9}" destId="{EDEC4AD8-F7BD-44D7-96E9-56597693AD2A}" srcOrd="1" destOrd="0" presId="urn:microsoft.com/office/officeart/2005/8/layout/default"/>
    <dgm:cxn modelId="{8813C4A7-B5E0-4456-8AAE-DDA993D2F9C6}" type="presParOf" srcId="{1F3F2765-6641-45BE-83FD-9B1D2B3EC0E9}" destId="{DA61BE9C-1C31-4440-99DF-8CE4E4527585}" srcOrd="2" destOrd="0" presId="urn:microsoft.com/office/officeart/2005/8/layout/default"/>
    <dgm:cxn modelId="{F9847640-20CE-48DE-9DB9-7F7F5B0AFA8D}" type="presParOf" srcId="{1F3F2765-6641-45BE-83FD-9B1D2B3EC0E9}" destId="{24808B97-9DAE-4782-B2F0-F592BAC7BA96}" srcOrd="3" destOrd="0" presId="urn:microsoft.com/office/officeart/2005/8/layout/default"/>
    <dgm:cxn modelId="{3087BC8E-CCC8-4436-867B-49BD53191A20}" type="presParOf" srcId="{1F3F2765-6641-45BE-83FD-9B1D2B3EC0E9}" destId="{63333D7D-C1A4-4BE2-A25A-A4AB758BD644}" srcOrd="4" destOrd="0" presId="urn:microsoft.com/office/officeart/2005/8/layout/default"/>
    <dgm:cxn modelId="{9F1F0CC1-3097-4AB7-A360-784CCC3FEF0E}" type="presParOf" srcId="{1F3F2765-6641-45BE-83FD-9B1D2B3EC0E9}" destId="{9EB1B468-B857-4DEA-B200-5161D1750B83}" srcOrd="5" destOrd="0" presId="urn:microsoft.com/office/officeart/2005/8/layout/default"/>
    <dgm:cxn modelId="{03B89DCB-5C7C-4A33-A2AE-D6F052D38964}" type="presParOf" srcId="{1F3F2765-6641-45BE-83FD-9B1D2B3EC0E9}" destId="{81D23AA2-4391-4FF8-A457-FE597C628CC1}" srcOrd="6" destOrd="0" presId="urn:microsoft.com/office/officeart/2005/8/layout/default"/>
    <dgm:cxn modelId="{2C871C2D-FE7C-4699-BC0F-32C150960D78}" type="presParOf" srcId="{1F3F2765-6641-45BE-83FD-9B1D2B3EC0E9}" destId="{176EE7DC-8FF3-42B8-B3B2-F0E680FB8E82}" srcOrd="7" destOrd="0" presId="urn:microsoft.com/office/officeart/2005/8/layout/default"/>
    <dgm:cxn modelId="{FF1D1B23-C090-410E-AA6C-D2EFACA6CB46}" type="presParOf" srcId="{1F3F2765-6641-45BE-83FD-9B1D2B3EC0E9}" destId="{1190BDFE-2AD0-454F-8A7B-FA025C4C7074}" srcOrd="8" destOrd="0" presId="urn:microsoft.com/office/officeart/2005/8/layout/default"/>
    <dgm:cxn modelId="{CFE99E42-1E71-4F61-AAA9-353D330E2CF9}" type="presParOf" srcId="{1F3F2765-6641-45BE-83FD-9B1D2B3EC0E9}" destId="{4B2E803A-45A4-447A-81E9-886833BE1627}" srcOrd="9" destOrd="0" presId="urn:microsoft.com/office/officeart/2005/8/layout/default"/>
    <dgm:cxn modelId="{C6FEB0A4-F1A1-488E-BEE9-474BE4E30D69}" type="presParOf" srcId="{1F3F2765-6641-45BE-83FD-9B1D2B3EC0E9}" destId="{A74D548D-B906-4988-BD87-E4F5FBE9BB4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45A792-7638-4034-B39A-F5497D1C9950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AB5280-A1D1-4B45-99AD-3961CD7563D0}">
      <dgm:prSet phldrT="[Text]" custT="1"/>
      <dgm:spPr/>
      <dgm:t>
        <a:bodyPr/>
        <a:lstStyle/>
        <a:p>
          <a:r>
            <a:rPr lang="en-US" sz="1400" dirty="0"/>
            <a:t>Grouping on lob, reporting lines</a:t>
          </a:r>
          <a:endParaRPr lang="en-IN" sz="1400" dirty="0"/>
        </a:p>
      </dgm:t>
    </dgm:pt>
    <dgm:pt modelId="{12C44C68-DCDC-498E-A704-B8E745653777}" type="parTrans" cxnId="{AB84C561-6E60-4540-8014-B7EFCCF6CD86}">
      <dgm:prSet/>
      <dgm:spPr/>
      <dgm:t>
        <a:bodyPr/>
        <a:lstStyle/>
        <a:p>
          <a:endParaRPr lang="en-IN"/>
        </a:p>
      </dgm:t>
    </dgm:pt>
    <dgm:pt modelId="{AEE085F7-A7FA-4039-9EAB-C696A06E41F0}" type="sibTrans" cxnId="{AB84C561-6E60-4540-8014-B7EFCCF6CD86}">
      <dgm:prSet/>
      <dgm:spPr/>
      <dgm:t>
        <a:bodyPr/>
        <a:lstStyle/>
        <a:p>
          <a:endParaRPr lang="en-IN"/>
        </a:p>
      </dgm:t>
    </dgm:pt>
    <dgm:pt modelId="{07AEBCD7-D363-4B2E-9BA3-223A5471A113}">
      <dgm:prSet phldrT="[Text]" custT="1"/>
      <dgm:spPr/>
      <dgm:t>
        <a:bodyPr/>
        <a:lstStyle/>
        <a:p>
          <a:r>
            <a:rPr lang="en-US" sz="1400" dirty="0"/>
            <a:t>Frequency, Severity &amp; Loss Ratio</a:t>
          </a:r>
          <a:endParaRPr lang="en-IN" sz="1400" dirty="0"/>
        </a:p>
      </dgm:t>
    </dgm:pt>
    <dgm:pt modelId="{1D77D8C0-A89D-4DB7-8B73-43C15CDF024F}" type="parTrans" cxnId="{E6395745-E631-4F5A-944F-D452E02D9D71}">
      <dgm:prSet/>
      <dgm:spPr/>
      <dgm:t>
        <a:bodyPr/>
        <a:lstStyle/>
        <a:p>
          <a:endParaRPr lang="en-IN"/>
        </a:p>
      </dgm:t>
    </dgm:pt>
    <dgm:pt modelId="{EC826CB0-8431-4533-9EEA-6E48442985C3}" type="sibTrans" cxnId="{E6395745-E631-4F5A-944F-D452E02D9D71}">
      <dgm:prSet/>
      <dgm:spPr/>
      <dgm:t>
        <a:bodyPr/>
        <a:lstStyle/>
        <a:p>
          <a:endParaRPr lang="en-IN"/>
        </a:p>
      </dgm:t>
    </dgm:pt>
    <dgm:pt modelId="{D5ED71BC-E2B0-4F57-B91D-B0ACF9D427BF}">
      <dgm:prSet phldrT="[Text]" custT="1"/>
      <dgm:spPr/>
      <dgm:t>
        <a:bodyPr/>
        <a:lstStyle/>
        <a:p>
          <a:r>
            <a:rPr lang="en-US" sz="1400" dirty="0"/>
            <a:t>Final Score logic</a:t>
          </a:r>
          <a:endParaRPr lang="en-IN" sz="1400" dirty="0"/>
        </a:p>
      </dgm:t>
    </dgm:pt>
    <dgm:pt modelId="{EAFF8CF1-272D-4539-BD89-7726816ABBAE}" type="parTrans" cxnId="{071A6C01-0823-4AA3-9CEF-2B26748F7951}">
      <dgm:prSet/>
      <dgm:spPr/>
      <dgm:t>
        <a:bodyPr/>
        <a:lstStyle/>
        <a:p>
          <a:endParaRPr lang="en-IN"/>
        </a:p>
      </dgm:t>
    </dgm:pt>
    <dgm:pt modelId="{C8799C49-DD4B-4A83-A889-D776ED7EB63A}" type="sibTrans" cxnId="{071A6C01-0823-4AA3-9CEF-2B26748F7951}">
      <dgm:prSet/>
      <dgm:spPr/>
      <dgm:t>
        <a:bodyPr/>
        <a:lstStyle/>
        <a:p>
          <a:endParaRPr lang="en-IN"/>
        </a:p>
      </dgm:t>
    </dgm:pt>
    <dgm:pt modelId="{D102FA47-FC28-442A-9DC8-246C28F2472C}">
      <dgm:prSet phldrT="[Text]" custT="1"/>
      <dgm:spPr/>
      <dgm:t>
        <a:bodyPr/>
        <a:lstStyle/>
        <a:p>
          <a:r>
            <a:rPr lang="en-US" sz="1400" dirty="0"/>
            <a:t>Grouping: reporting lines</a:t>
          </a:r>
          <a:endParaRPr lang="en-IN" sz="1400" dirty="0"/>
        </a:p>
      </dgm:t>
    </dgm:pt>
    <dgm:pt modelId="{392080D1-DF82-4834-B9A0-3ED9CAB01607}" type="parTrans" cxnId="{08C7DBD0-4840-427E-961C-FF5B675BDA52}">
      <dgm:prSet/>
      <dgm:spPr/>
      <dgm:t>
        <a:bodyPr/>
        <a:lstStyle/>
        <a:p>
          <a:endParaRPr lang="en-IN"/>
        </a:p>
      </dgm:t>
    </dgm:pt>
    <dgm:pt modelId="{9E6BEC30-2BEF-4AB8-BB92-65BF0947579B}" type="sibTrans" cxnId="{08C7DBD0-4840-427E-961C-FF5B675BDA52}">
      <dgm:prSet/>
      <dgm:spPr/>
      <dgm:t>
        <a:bodyPr/>
        <a:lstStyle/>
        <a:p>
          <a:endParaRPr lang="en-IN"/>
        </a:p>
      </dgm:t>
    </dgm:pt>
    <dgm:pt modelId="{D1E531E7-3A52-44B2-84DA-60C9386F52DD}">
      <dgm:prSet phldrT="[Text]" custT="1"/>
      <dgm:spPr/>
      <dgm:t>
        <a:bodyPr/>
        <a:lstStyle/>
        <a:p>
          <a:r>
            <a:rPr lang="en-US" sz="1400" dirty="0"/>
            <a:t>Analyze on reporting lines</a:t>
          </a:r>
          <a:endParaRPr lang="en-IN" sz="1400" dirty="0"/>
        </a:p>
      </dgm:t>
    </dgm:pt>
    <dgm:pt modelId="{E237460C-5AE6-4B2D-9066-2C3E0574BED1}" type="parTrans" cxnId="{A400D5CA-EA89-4D96-91B4-DCAF9A8D3541}">
      <dgm:prSet/>
      <dgm:spPr/>
      <dgm:t>
        <a:bodyPr/>
        <a:lstStyle/>
        <a:p>
          <a:endParaRPr lang="en-IN"/>
        </a:p>
      </dgm:t>
    </dgm:pt>
    <dgm:pt modelId="{6A6139E5-CBAB-4C0D-A422-21F2625142A0}" type="sibTrans" cxnId="{A400D5CA-EA89-4D96-91B4-DCAF9A8D3541}">
      <dgm:prSet/>
      <dgm:spPr/>
      <dgm:t>
        <a:bodyPr/>
        <a:lstStyle/>
        <a:p>
          <a:endParaRPr lang="en-IN"/>
        </a:p>
      </dgm:t>
    </dgm:pt>
    <dgm:pt modelId="{F7BC6401-E0B8-478A-BF4C-658349B94E23}">
      <dgm:prSet phldrT="[Text]" custT="1"/>
      <dgm:spPr/>
      <dgm:t>
        <a:bodyPr/>
        <a:lstStyle/>
        <a:p>
          <a:r>
            <a:rPr lang="en-US" sz="1400" dirty="0"/>
            <a:t>NIC/NEP ratio</a:t>
          </a:r>
          <a:endParaRPr lang="en-IN" sz="1400" dirty="0"/>
        </a:p>
      </dgm:t>
    </dgm:pt>
    <dgm:pt modelId="{BDCFCB4D-BBC4-4A0D-83BC-BE865205AEED}" type="parTrans" cxnId="{F86DC8EB-5CE9-4E78-8629-BF2F05B72EA0}">
      <dgm:prSet/>
      <dgm:spPr/>
      <dgm:t>
        <a:bodyPr/>
        <a:lstStyle/>
        <a:p>
          <a:endParaRPr lang="en-IN"/>
        </a:p>
      </dgm:t>
    </dgm:pt>
    <dgm:pt modelId="{97E2C37B-C80C-4BDC-90B8-F1DB81314E65}" type="sibTrans" cxnId="{F86DC8EB-5CE9-4E78-8629-BF2F05B72EA0}">
      <dgm:prSet/>
      <dgm:spPr/>
      <dgm:t>
        <a:bodyPr/>
        <a:lstStyle/>
        <a:p>
          <a:endParaRPr lang="en-IN"/>
        </a:p>
      </dgm:t>
    </dgm:pt>
    <dgm:pt modelId="{9F1932F4-2D12-4D1A-AD25-6F16858A2180}">
      <dgm:prSet phldrT="[Text]" custT="1"/>
      <dgm:spPr/>
      <dgm:t>
        <a:bodyPr/>
        <a:lstStyle/>
        <a:p>
          <a:r>
            <a:rPr lang="en-US" sz="1400" dirty="0"/>
            <a:t>Classify Agents</a:t>
          </a:r>
          <a:endParaRPr lang="en-IN" sz="1400" dirty="0"/>
        </a:p>
      </dgm:t>
    </dgm:pt>
    <dgm:pt modelId="{8EE29C88-A82C-427D-906D-7CF7318C27F2}" type="parTrans" cxnId="{586EF589-63A6-44F8-9673-410748CC6BDF}">
      <dgm:prSet/>
      <dgm:spPr/>
      <dgm:t>
        <a:bodyPr/>
        <a:lstStyle/>
        <a:p>
          <a:endParaRPr lang="en-IN"/>
        </a:p>
      </dgm:t>
    </dgm:pt>
    <dgm:pt modelId="{6D8660A9-2E5A-496F-BB37-8C9AFC26B5EE}" type="sibTrans" cxnId="{586EF589-63A6-44F8-9673-410748CC6BDF}">
      <dgm:prSet/>
      <dgm:spPr/>
      <dgm:t>
        <a:bodyPr/>
        <a:lstStyle/>
        <a:p>
          <a:endParaRPr lang="en-IN"/>
        </a:p>
      </dgm:t>
    </dgm:pt>
    <dgm:pt modelId="{55B4C22D-A4D0-43A0-9BD8-287BB4D31FB7}" type="pres">
      <dgm:prSet presAssocID="{2945A792-7638-4034-B39A-F5497D1C9950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CC1C937-3EA4-4653-8528-03D8315875CA}" type="pres">
      <dgm:prSet presAssocID="{9F1932F4-2D12-4D1A-AD25-6F16858A2180}" presName="Accent7" presStyleCnt="0"/>
      <dgm:spPr/>
    </dgm:pt>
    <dgm:pt modelId="{E7EC3840-B3EC-4E1B-8DDC-C6A3EBACC746}" type="pres">
      <dgm:prSet presAssocID="{9F1932F4-2D12-4D1A-AD25-6F16858A2180}" presName="Accent" presStyleLbl="node1" presStyleIdx="0" presStyleCnt="7"/>
      <dgm:spPr/>
    </dgm:pt>
    <dgm:pt modelId="{E2035CE4-5B1A-47AD-A6AB-6A39AE667DD0}" type="pres">
      <dgm:prSet presAssocID="{9F1932F4-2D12-4D1A-AD25-6F16858A2180}" presName="ParentBackground7" presStyleCnt="0"/>
      <dgm:spPr/>
    </dgm:pt>
    <dgm:pt modelId="{5214B1C2-B7B4-4C6B-B9B4-60710926550F}" type="pres">
      <dgm:prSet presAssocID="{9F1932F4-2D12-4D1A-AD25-6F16858A2180}" presName="ParentBackground" presStyleLbl="fgAcc1" presStyleIdx="0" presStyleCnt="7"/>
      <dgm:spPr/>
    </dgm:pt>
    <dgm:pt modelId="{77225B37-3B5B-4746-A80C-232A6627CF40}" type="pres">
      <dgm:prSet presAssocID="{9F1932F4-2D12-4D1A-AD25-6F16858A2180}" presName="Parent7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0C41906-0FE5-4BF8-A4C2-F428C3AFFFE4}" type="pres">
      <dgm:prSet presAssocID="{F7BC6401-E0B8-478A-BF4C-658349B94E23}" presName="Accent6" presStyleCnt="0"/>
      <dgm:spPr/>
    </dgm:pt>
    <dgm:pt modelId="{5C9882C7-EF1A-461E-A9A9-90F7C8B0ABDB}" type="pres">
      <dgm:prSet presAssocID="{F7BC6401-E0B8-478A-BF4C-658349B94E23}" presName="Accent" presStyleLbl="node1" presStyleIdx="1" presStyleCnt="7"/>
      <dgm:spPr/>
    </dgm:pt>
    <dgm:pt modelId="{F30AE479-4DB4-4568-BA77-EA2F068E6F01}" type="pres">
      <dgm:prSet presAssocID="{F7BC6401-E0B8-478A-BF4C-658349B94E23}" presName="ParentBackground6" presStyleCnt="0"/>
      <dgm:spPr/>
    </dgm:pt>
    <dgm:pt modelId="{61F1A20B-1CCF-4F20-ADA7-9E534200EA08}" type="pres">
      <dgm:prSet presAssocID="{F7BC6401-E0B8-478A-BF4C-658349B94E23}" presName="ParentBackground" presStyleLbl="fgAcc1" presStyleIdx="1" presStyleCnt="7"/>
      <dgm:spPr/>
    </dgm:pt>
    <dgm:pt modelId="{D1BB3889-22B5-4A87-ADD7-2ED1314CB1A7}" type="pres">
      <dgm:prSet presAssocID="{F7BC6401-E0B8-478A-BF4C-658349B94E23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5B7AF03-C8E9-4CED-93EB-E03A1A6ED5FD}" type="pres">
      <dgm:prSet presAssocID="{D1E531E7-3A52-44B2-84DA-60C9386F52DD}" presName="Accent5" presStyleCnt="0"/>
      <dgm:spPr/>
    </dgm:pt>
    <dgm:pt modelId="{958331C8-0E62-4A0A-ABF6-4F9E8F78B3E9}" type="pres">
      <dgm:prSet presAssocID="{D1E531E7-3A52-44B2-84DA-60C9386F52DD}" presName="Accent" presStyleLbl="node1" presStyleIdx="2" presStyleCnt="7"/>
      <dgm:spPr/>
    </dgm:pt>
    <dgm:pt modelId="{60A635C8-74A7-4E09-92FF-5AB278D11920}" type="pres">
      <dgm:prSet presAssocID="{D1E531E7-3A52-44B2-84DA-60C9386F52DD}" presName="ParentBackground5" presStyleCnt="0"/>
      <dgm:spPr/>
    </dgm:pt>
    <dgm:pt modelId="{CF72FC88-7366-4E07-BA86-D60E3C9FB911}" type="pres">
      <dgm:prSet presAssocID="{D1E531E7-3A52-44B2-84DA-60C9386F52DD}" presName="ParentBackground" presStyleLbl="fgAcc1" presStyleIdx="2" presStyleCnt="7"/>
      <dgm:spPr/>
    </dgm:pt>
    <dgm:pt modelId="{790E8409-0203-40AD-9CEB-52547C28C4BF}" type="pres">
      <dgm:prSet presAssocID="{D1E531E7-3A52-44B2-84DA-60C9386F52DD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543DB29-8650-42D4-92B2-F353311E6166}" type="pres">
      <dgm:prSet presAssocID="{D102FA47-FC28-442A-9DC8-246C28F2472C}" presName="Accent4" presStyleCnt="0"/>
      <dgm:spPr/>
    </dgm:pt>
    <dgm:pt modelId="{B795188C-56DC-437F-951C-D5A74D09A56C}" type="pres">
      <dgm:prSet presAssocID="{D102FA47-FC28-442A-9DC8-246C28F2472C}" presName="Accent" presStyleLbl="node1" presStyleIdx="3" presStyleCnt="7"/>
      <dgm:spPr/>
    </dgm:pt>
    <dgm:pt modelId="{8D4067D0-16EF-4B1B-A03A-461C96B7EA74}" type="pres">
      <dgm:prSet presAssocID="{D102FA47-FC28-442A-9DC8-246C28F2472C}" presName="ParentBackground4" presStyleCnt="0"/>
      <dgm:spPr/>
    </dgm:pt>
    <dgm:pt modelId="{2D55E1CE-E842-421B-90E9-DFA210FC0296}" type="pres">
      <dgm:prSet presAssocID="{D102FA47-FC28-442A-9DC8-246C28F2472C}" presName="ParentBackground" presStyleLbl="fgAcc1" presStyleIdx="3" presStyleCnt="7"/>
      <dgm:spPr/>
    </dgm:pt>
    <dgm:pt modelId="{84F5F79B-E8AE-4CC5-9953-4EA06EB21C1C}" type="pres">
      <dgm:prSet presAssocID="{D102FA47-FC28-442A-9DC8-246C28F2472C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1817B14-394A-4A94-8663-C863F89F9ED3}" type="pres">
      <dgm:prSet presAssocID="{D5ED71BC-E2B0-4F57-B91D-B0ACF9D427BF}" presName="Accent3" presStyleCnt="0"/>
      <dgm:spPr/>
    </dgm:pt>
    <dgm:pt modelId="{97E36B8C-8A83-4D5C-8F73-4B809B5F4173}" type="pres">
      <dgm:prSet presAssocID="{D5ED71BC-E2B0-4F57-B91D-B0ACF9D427BF}" presName="Accent" presStyleLbl="node1" presStyleIdx="4" presStyleCnt="7"/>
      <dgm:spPr/>
    </dgm:pt>
    <dgm:pt modelId="{E4924B2C-BBF3-462C-9593-72B208F83960}" type="pres">
      <dgm:prSet presAssocID="{D5ED71BC-E2B0-4F57-B91D-B0ACF9D427BF}" presName="ParentBackground3" presStyleCnt="0"/>
      <dgm:spPr/>
    </dgm:pt>
    <dgm:pt modelId="{02C7BFE8-53BA-4EDB-80F5-BF067F0BA4BE}" type="pres">
      <dgm:prSet presAssocID="{D5ED71BC-E2B0-4F57-B91D-B0ACF9D427BF}" presName="ParentBackground" presStyleLbl="fgAcc1" presStyleIdx="4" presStyleCnt="7"/>
      <dgm:spPr/>
    </dgm:pt>
    <dgm:pt modelId="{B8B6563D-0D16-44A8-8B40-AC9643104855}" type="pres">
      <dgm:prSet presAssocID="{D5ED71BC-E2B0-4F57-B91D-B0ACF9D427BF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69E1B8D-25F2-47DB-AF16-4DB3ACB6D45E}" type="pres">
      <dgm:prSet presAssocID="{07AEBCD7-D363-4B2E-9BA3-223A5471A113}" presName="Accent2" presStyleCnt="0"/>
      <dgm:spPr/>
    </dgm:pt>
    <dgm:pt modelId="{9FAE91B9-6BFD-479A-A29A-FAC1011A132F}" type="pres">
      <dgm:prSet presAssocID="{07AEBCD7-D363-4B2E-9BA3-223A5471A113}" presName="Accent" presStyleLbl="node1" presStyleIdx="5" presStyleCnt="7"/>
      <dgm:spPr/>
    </dgm:pt>
    <dgm:pt modelId="{9CE1A4B1-89B8-4FA7-9AEB-DC0D980D0EEF}" type="pres">
      <dgm:prSet presAssocID="{07AEBCD7-D363-4B2E-9BA3-223A5471A113}" presName="ParentBackground2" presStyleCnt="0"/>
      <dgm:spPr/>
    </dgm:pt>
    <dgm:pt modelId="{73533075-759E-41C6-9EC8-626131A41D44}" type="pres">
      <dgm:prSet presAssocID="{07AEBCD7-D363-4B2E-9BA3-223A5471A113}" presName="ParentBackground" presStyleLbl="fgAcc1" presStyleIdx="5" presStyleCnt="7"/>
      <dgm:spPr/>
    </dgm:pt>
    <dgm:pt modelId="{B1B8F916-E973-4F37-835D-A5B350773EE2}" type="pres">
      <dgm:prSet presAssocID="{07AEBCD7-D363-4B2E-9BA3-223A5471A113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6F38F99-24D6-4DEA-9303-4F1F60A567C7}" type="pres">
      <dgm:prSet presAssocID="{51AB5280-A1D1-4B45-99AD-3961CD7563D0}" presName="Accent1" presStyleCnt="0"/>
      <dgm:spPr/>
    </dgm:pt>
    <dgm:pt modelId="{8EA58337-9C87-48F8-BE7F-CD69EA79A808}" type="pres">
      <dgm:prSet presAssocID="{51AB5280-A1D1-4B45-99AD-3961CD7563D0}" presName="Accent" presStyleLbl="node1" presStyleIdx="6" presStyleCnt="7"/>
      <dgm:spPr/>
    </dgm:pt>
    <dgm:pt modelId="{A69EB207-5FF2-4D84-8EF8-E2BC3E3EAABB}" type="pres">
      <dgm:prSet presAssocID="{51AB5280-A1D1-4B45-99AD-3961CD7563D0}" presName="ParentBackground1" presStyleCnt="0"/>
      <dgm:spPr/>
    </dgm:pt>
    <dgm:pt modelId="{A7DAC673-F163-45D2-8529-3B7659E479BF}" type="pres">
      <dgm:prSet presAssocID="{51AB5280-A1D1-4B45-99AD-3961CD7563D0}" presName="ParentBackground" presStyleLbl="fgAcc1" presStyleIdx="6" presStyleCnt="7"/>
      <dgm:spPr/>
    </dgm:pt>
    <dgm:pt modelId="{AAAB8B96-DEA6-4989-A904-27BE4598C37C}" type="pres">
      <dgm:prSet presAssocID="{51AB5280-A1D1-4B45-99AD-3961CD7563D0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071A6C01-0823-4AA3-9CEF-2B26748F7951}" srcId="{2945A792-7638-4034-B39A-F5497D1C9950}" destId="{D5ED71BC-E2B0-4F57-B91D-B0ACF9D427BF}" srcOrd="2" destOrd="0" parTransId="{EAFF8CF1-272D-4539-BD89-7726816ABBAE}" sibTransId="{C8799C49-DD4B-4A83-A889-D776ED7EB63A}"/>
    <dgm:cxn modelId="{C375F206-4C8F-4585-99DD-5FA8B3198137}" type="presOf" srcId="{9F1932F4-2D12-4D1A-AD25-6F16858A2180}" destId="{77225B37-3B5B-4746-A80C-232A6627CF40}" srcOrd="1" destOrd="0" presId="urn:microsoft.com/office/officeart/2011/layout/CircleProcess"/>
    <dgm:cxn modelId="{BD1E2609-826F-4C9C-8A7E-FEFD389E5245}" type="presOf" srcId="{D102FA47-FC28-442A-9DC8-246C28F2472C}" destId="{84F5F79B-E8AE-4CC5-9953-4EA06EB21C1C}" srcOrd="1" destOrd="0" presId="urn:microsoft.com/office/officeart/2011/layout/CircleProcess"/>
    <dgm:cxn modelId="{F6A2080C-DF00-4366-8DB9-082263832900}" type="presOf" srcId="{F7BC6401-E0B8-478A-BF4C-658349B94E23}" destId="{61F1A20B-1CCF-4F20-ADA7-9E534200EA08}" srcOrd="0" destOrd="0" presId="urn:microsoft.com/office/officeart/2011/layout/CircleProcess"/>
    <dgm:cxn modelId="{AB84C561-6E60-4540-8014-B7EFCCF6CD86}" srcId="{2945A792-7638-4034-B39A-F5497D1C9950}" destId="{51AB5280-A1D1-4B45-99AD-3961CD7563D0}" srcOrd="0" destOrd="0" parTransId="{12C44C68-DCDC-498E-A704-B8E745653777}" sibTransId="{AEE085F7-A7FA-4039-9EAB-C696A06E41F0}"/>
    <dgm:cxn modelId="{E6395745-E631-4F5A-944F-D452E02D9D71}" srcId="{2945A792-7638-4034-B39A-F5497D1C9950}" destId="{07AEBCD7-D363-4B2E-9BA3-223A5471A113}" srcOrd="1" destOrd="0" parTransId="{1D77D8C0-A89D-4DB7-8B73-43C15CDF024F}" sibTransId="{EC826CB0-8431-4533-9EEA-6E48442985C3}"/>
    <dgm:cxn modelId="{AB625C56-E6AB-4A94-8A41-14610DF424C3}" type="presOf" srcId="{D5ED71BC-E2B0-4F57-B91D-B0ACF9D427BF}" destId="{B8B6563D-0D16-44A8-8B40-AC9643104855}" srcOrd="1" destOrd="0" presId="urn:microsoft.com/office/officeart/2011/layout/CircleProcess"/>
    <dgm:cxn modelId="{586EF589-63A6-44F8-9673-410748CC6BDF}" srcId="{2945A792-7638-4034-B39A-F5497D1C9950}" destId="{9F1932F4-2D12-4D1A-AD25-6F16858A2180}" srcOrd="6" destOrd="0" parTransId="{8EE29C88-A82C-427D-906D-7CF7318C27F2}" sibTransId="{6D8660A9-2E5A-496F-BB37-8C9AFC26B5EE}"/>
    <dgm:cxn modelId="{B9105A92-8678-40AD-ABC9-A8C0079BAA87}" type="presOf" srcId="{51AB5280-A1D1-4B45-99AD-3961CD7563D0}" destId="{A7DAC673-F163-45D2-8529-3B7659E479BF}" srcOrd="0" destOrd="0" presId="urn:microsoft.com/office/officeart/2011/layout/CircleProcess"/>
    <dgm:cxn modelId="{79ECB994-35BB-4885-B913-B41A31BF022B}" type="presOf" srcId="{D1E531E7-3A52-44B2-84DA-60C9386F52DD}" destId="{CF72FC88-7366-4E07-BA86-D60E3C9FB911}" srcOrd="0" destOrd="0" presId="urn:microsoft.com/office/officeart/2011/layout/CircleProcess"/>
    <dgm:cxn modelId="{D080749C-F712-46E4-958C-D42A583DBF53}" type="presOf" srcId="{51AB5280-A1D1-4B45-99AD-3961CD7563D0}" destId="{AAAB8B96-DEA6-4989-A904-27BE4598C37C}" srcOrd="1" destOrd="0" presId="urn:microsoft.com/office/officeart/2011/layout/CircleProcess"/>
    <dgm:cxn modelId="{62959EC1-31A3-41B3-B96E-A0F916907EED}" type="presOf" srcId="{2945A792-7638-4034-B39A-F5497D1C9950}" destId="{55B4C22D-A4D0-43A0-9BD8-287BB4D31FB7}" srcOrd="0" destOrd="0" presId="urn:microsoft.com/office/officeart/2011/layout/CircleProcess"/>
    <dgm:cxn modelId="{B7AB37C8-4ED4-40FB-8132-D6F74904935A}" type="presOf" srcId="{9F1932F4-2D12-4D1A-AD25-6F16858A2180}" destId="{5214B1C2-B7B4-4C6B-B9B4-60710926550F}" srcOrd="0" destOrd="0" presId="urn:microsoft.com/office/officeart/2011/layout/CircleProcess"/>
    <dgm:cxn modelId="{731176CA-6271-4260-B66B-52A4F9DF7F2B}" type="presOf" srcId="{07AEBCD7-D363-4B2E-9BA3-223A5471A113}" destId="{B1B8F916-E973-4F37-835D-A5B350773EE2}" srcOrd="1" destOrd="0" presId="urn:microsoft.com/office/officeart/2011/layout/CircleProcess"/>
    <dgm:cxn modelId="{A400D5CA-EA89-4D96-91B4-DCAF9A8D3541}" srcId="{2945A792-7638-4034-B39A-F5497D1C9950}" destId="{D1E531E7-3A52-44B2-84DA-60C9386F52DD}" srcOrd="4" destOrd="0" parTransId="{E237460C-5AE6-4B2D-9066-2C3E0574BED1}" sibTransId="{6A6139E5-CBAB-4C0D-A422-21F2625142A0}"/>
    <dgm:cxn modelId="{39ABF5CB-890B-4128-94A0-2AA243A1CE71}" type="presOf" srcId="{07AEBCD7-D363-4B2E-9BA3-223A5471A113}" destId="{73533075-759E-41C6-9EC8-626131A41D44}" srcOrd="0" destOrd="0" presId="urn:microsoft.com/office/officeart/2011/layout/CircleProcess"/>
    <dgm:cxn modelId="{08C7DBD0-4840-427E-961C-FF5B675BDA52}" srcId="{2945A792-7638-4034-B39A-F5497D1C9950}" destId="{D102FA47-FC28-442A-9DC8-246C28F2472C}" srcOrd="3" destOrd="0" parTransId="{392080D1-DF82-4834-B9A0-3ED9CAB01607}" sibTransId="{9E6BEC30-2BEF-4AB8-BB92-65BF0947579B}"/>
    <dgm:cxn modelId="{414783D4-BA08-4B5F-984F-9EBEB5F62B0E}" type="presOf" srcId="{D5ED71BC-E2B0-4F57-B91D-B0ACF9D427BF}" destId="{02C7BFE8-53BA-4EDB-80F5-BF067F0BA4BE}" srcOrd="0" destOrd="0" presId="urn:microsoft.com/office/officeart/2011/layout/CircleProcess"/>
    <dgm:cxn modelId="{B1893CE0-DDCE-4C88-8471-AFC9C62395EC}" type="presOf" srcId="{D102FA47-FC28-442A-9DC8-246C28F2472C}" destId="{2D55E1CE-E842-421B-90E9-DFA210FC0296}" srcOrd="0" destOrd="0" presId="urn:microsoft.com/office/officeart/2011/layout/CircleProcess"/>
    <dgm:cxn modelId="{F86DC8EB-5CE9-4E78-8629-BF2F05B72EA0}" srcId="{2945A792-7638-4034-B39A-F5497D1C9950}" destId="{F7BC6401-E0B8-478A-BF4C-658349B94E23}" srcOrd="5" destOrd="0" parTransId="{BDCFCB4D-BBC4-4A0D-83BC-BE865205AEED}" sibTransId="{97E2C37B-C80C-4BDC-90B8-F1DB81314E65}"/>
    <dgm:cxn modelId="{691744F6-BB2B-459A-A0B4-E1FE139657BC}" type="presOf" srcId="{D1E531E7-3A52-44B2-84DA-60C9386F52DD}" destId="{790E8409-0203-40AD-9CEB-52547C28C4BF}" srcOrd="1" destOrd="0" presId="urn:microsoft.com/office/officeart/2011/layout/CircleProcess"/>
    <dgm:cxn modelId="{7920D8FA-7DA9-4447-90C1-0308848FB680}" type="presOf" srcId="{F7BC6401-E0B8-478A-BF4C-658349B94E23}" destId="{D1BB3889-22B5-4A87-ADD7-2ED1314CB1A7}" srcOrd="1" destOrd="0" presId="urn:microsoft.com/office/officeart/2011/layout/CircleProcess"/>
    <dgm:cxn modelId="{B4188478-DB58-420A-900B-D957F4A7021B}" type="presParOf" srcId="{55B4C22D-A4D0-43A0-9BD8-287BB4D31FB7}" destId="{9CC1C937-3EA4-4653-8528-03D8315875CA}" srcOrd="0" destOrd="0" presId="urn:microsoft.com/office/officeart/2011/layout/CircleProcess"/>
    <dgm:cxn modelId="{63FA9B61-3494-4A07-BCD6-57E4537BF4A2}" type="presParOf" srcId="{9CC1C937-3EA4-4653-8528-03D8315875CA}" destId="{E7EC3840-B3EC-4E1B-8DDC-C6A3EBACC746}" srcOrd="0" destOrd="0" presId="urn:microsoft.com/office/officeart/2011/layout/CircleProcess"/>
    <dgm:cxn modelId="{B26DD361-5E2A-4561-B2F4-9F845850808E}" type="presParOf" srcId="{55B4C22D-A4D0-43A0-9BD8-287BB4D31FB7}" destId="{E2035CE4-5B1A-47AD-A6AB-6A39AE667DD0}" srcOrd="1" destOrd="0" presId="urn:microsoft.com/office/officeart/2011/layout/CircleProcess"/>
    <dgm:cxn modelId="{3926DA1E-EBE4-4AA3-842C-BB89CD19694A}" type="presParOf" srcId="{E2035CE4-5B1A-47AD-A6AB-6A39AE667DD0}" destId="{5214B1C2-B7B4-4C6B-B9B4-60710926550F}" srcOrd="0" destOrd="0" presId="urn:microsoft.com/office/officeart/2011/layout/CircleProcess"/>
    <dgm:cxn modelId="{9D31CCCE-7B1A-47A9-A5E4-58A3CB252EAA}" type="presParOf" srcId="{55B4C22D-A4D0-43A0-9BD8-287BB4D31FB7}" destId="{77225B37-3B5B-4746-A80C-232A6627CF40}" srcOrd="2" destOrd="0" presId="urn:microsoft.com/office/officeart/2011/layout/CircleProcess"/>
    <dgm:cxn modelId="{F7EB3DE0-F342-44D5-BD3E-7B88357F8BC3}" type="presParOf" srcId="{55B4C22D-A4D0-43A0-9BD8-287BB4D31FB7}" destId="{E0C41906-0FE5-4BF8-A4C2-F428C3AFFFE4}" srcOrd="3" destOrd="0" presId="urn:microsoft.com/office/officeart/2011/layout/CircleProcess"/>
    <dgm:cxn modelId="{719276E6-7977-4CA7-92D9-BCBAB7570262}" type="presParOf" srcId="{E0C41906-0FE5-4BF8-A4C2-F428C3AFFFE4}" destId="{5C9882C7-EF1A-461E-A9A9-90F7C8B0ABDB}" srcOrd="0" destOrd="0" presId="urn:microsoft.com/office/officeart/2011/layout/CircleProcess"/>
    <dgm:cxn modelId="{76586578-0CA0-45EB-A511-89AE7FF87481}" type="presParOf" srcId="{55B4C22D-A4D0-43A0-9BD8-287BB4D31FB7}" destId="{F30AE479-4DB4-4568-BA77-EA2F068E6F01}" srcOrd="4" destOrd="0" presId="urn:microsoft.com/office/officeart/2011/layout/CircleProcess"/>
    <dgm:cxn modelId="{CC1C9A9D-F3BE-4878-A954-55CDEAAE59B8}" type="presParOf" srcId="{F30AE479-4DB4-4568-BA77-EA2F068E6F01}" destId="{61F1A20B-1CCF-4F20-ADA7-9E534200EA08}" srcOrd="0" destOrd="0" presId="urn:microsoft.com/office/officeart/2011/layout/CircleProcess"/>
    <dgm:cxn modelId="{65A2B2FF-3385-4238-A42B-2AC7A339804F}" type="presParOf" srcId="{55B4C22D-A4D0-43A0-9BD8-287BB4D31FB7}" destId="{D1BB3889-22B5-4A87-ADD7-2ED1314CB1A7}" srcOrd="5" destOrd="0" presId="urn:microsoft.com/office/officeart/2011/layout/CircleProcess"/>
    <dgm:cxn modelId="{EA8485FB-460E-462E-831C-A78BC6B187E4}" type="presParOf" srcId="{55B4C22D-A4D0-43A0-9BD8-287BB4D31FB7}" destId="{E5B7AF03-C8E9-4CED-93EB-E03A1A6ED5FD}" srcOrd="6" destOrd="0" presId="urn:microsoft.com/office/officeart/2011/layout/CircleProcess"/>
    <dgm:cxn modelId="{48B14A2A-3256-4F29-99EA-5D8EEFC89BBB}" type="presParOf" srcId="{E5B7AF03-C8E9-4CED-93EB-E03A1A6ED5FD}" destId="{958331C8-0E62-4A0A-ABF6-4F9E8F78B3E9}" srcOrd="0" destOrd="0" presId="urn:microsoft.com/office/officeart/2011/layout/CircleProcess"/>
    <dgm:cxn modelId="{4673706A-A67D-4F08-B3D5-BF2C09857FD5}" type="presParOf" srcId="{55B4C22D-A4D0-43A0-9BD8-287BB4D31FB7}" destId="{60A635C8-74A7-4E09-92FF-5AB278D11920}" srcOrd="7" destOrd="0" presId="urn:microsoft.com/office/officeart/2011/layout/CircleProcess"/>
    <dgm:cxn modelId="{749A3387-C23B-46D4-867C-F24CFB332C85}" type="presParOf" srcId="{60A635C8-74A7-4E09-92FF-5AB278D11920}" destId="{CF72FC88-7366-4E07-BA86-D60E3C9FB911}" srcOrd="0" destOrd="0" presId="urn:microsoft.com/office/officeart/2011/layout/CircleProcess"/>
    <dgm:cxn modelId="{ED96E7E5-1F8D-4B6F-905A-C31C85BF5ACD}" type="presParOf" srcId="{55B4C22D-A4D0-43A0-9BD8-287BB4D31FB7}" destId="{790E8409-0203-40AD-9CEB-52547C28C4BF}" srcOrd="8" destOrd="0" presId="urn:microsoft.com/office/officeart/2011/layout/CircleProcess"/>
    <dgm:cxn modelId="{85441555-AD3E-4D5B-977F-F589F7A982D3}" type="presParOf" srcId="{55B4C22D-A4D0-43A0-9BD8-287BB4D31FB7}" destId="{6543DB29-8650-42D4-92B2-F353311E6166}" srcOrd="9" destOrd="0" presId="urn:microsoft.com/office/officeart/2011/layout/CircleProcess"/>
    <dgm:cxn modelId="{6B822DCB-9797-47FB-B2F8-6126BC4140BA}" type="presParOf" srcId="{6543DB29-8650-42D4-92B2-F353311E6166}" destId="{B795188C-56DC-437F-951C-D5A74D09A56C}" srcOrd="0" destOrd="0" presId="urn:microsoft.com/office/officeart/2011/layout/CircleProcess"/>
    <dgm:cxn modelId="{A537B96C-E02C-48D4-915D-3ED5B34845BA}" type="presParOf" srcId="{55B4C22D-A4D0-43A0-9BD8-287BB4D31FB7}" destId="{8D4067D0-16EF-4B1B-A03A-461C96B7EA74}" srcOrd="10" destOrd="0" presId="urn:microsoft.com/office/officeart/2011/layout/CircleProcess"/>
    <dgm:cxn modelId="{74A59CEE-2A99-46E3-B58B-4D122BF186D4}" type="presParOf" srcId="{8D4067D0-16EF-4B1B-A03A-461C96B7EA74}" destId="{2D55E1CE-E842-421B-90E9-DFA210FC0296}" srcOrd="0" destOrd="0" presId="urn:microsoft.com/office/officeart/2011/layout/CircleProcess"/>
    <dgm:cxn modelId="{D7D27BF0-C555-409C-B8EC-75BBAA4EC4D6}" type="presParOf" srcId="{55B4C22D-A4D0-43A0-9BD8-287BB4D31FB7}" destId="{84F5F79B-E8AE-4CC5-9953-4EA06EB21C1C}" srcOrd="11" destOrd="0" presId="urn:microsoft.com/office/officeart/2011/layout/CircleProcess"/>
    <dgm:cxn modelId="{54D02E09-CD09-4140-A389-AA6E3DD3E881}" type="presParOf" srcId="{55B4C22D-A4D0-43A0-9BD8-287BB4D31FB7}" destId="{51817B14-394A-4A94-8663-C863F89F9ED3}" srcOrd="12" destOrd="0" presId="urn:microsoft.com/office/officeart/2011/layout/CircleProcess"/>
    <dgm:cxn modelId="{F451C76B-7B2B-41E9-BB52-70987ACA4310}" type="presParOf" srcId="{51817B14-394A-4A94-8663-C863F89F9ED3}" destId="{97E36B8C-8A83-4D5C-8F73-4B809B5F4173}" srcOrd="0" destOrd="0" presId="urn:microsoft.com/office/officeart/2011/layout/CircleProcess"/>
    <dgm:cxn modelId="{3D7B3013-4204-4F91-BF3E-E054BDEC0A03}" type="presParOf" srcId="{55B4C22D-A4D0-43A0-9BD8-287BB4D31FB7}" destId="{E4924B2C-BBF3-462C-9593-72B208F83960}" srcOrd="13" destOrd="0" presId="urn:microsoft.com/office/officeart/2011/layout/CircleProcess"/>
    <dgm:cxn modelId="{95FBBC6E-64DD-4F41-9B2E-06BF5DEC143A}" type="presParOf" srcId="{E4924B2C-BBF3-462C-9593-72B208F83960}" destId="{02C7BFE8-53BA-4EDB-80F5-BF067F0BA4BE}" srcOrd="0" destOrd="0" presId="urn:microsoft.com/office/officeart/2011/layout/CircleProcess"/>
    <dgm:cxn modelId="{4C9EFC1A-C8D7-4602-AC4E-A87DC1B84007}" type="presParOf" srcId="{55B4C22D-A4D0-43A0-9BD8-287BB4D31FB7}" destId="{B8B6563D-0D16-44A8-8B40-AC9643104855}" srcOrd="14" destOrd="0" presId="urn:microsoft.com/office/officeart/2011/layout/CircleProcess"/>
    <dgm:cxn modelId="{694EAEFA-39C7-47E7-90FB-DB1C5F445FB5}" type="presParOf" srcId="{55B4C22D-A4D0-43A0-9BD8-287BB4D31FB7}" destId="{069E1B8D-25F2-47DB-AF16-4DB3ACB6D45E}" srcOrd="15" destOrd="0" presId="urn:microsoft.com/office/officeart/2011/layout/CircleProcess"/>
    <dgm:cxn modelId="{11B064E2-4560-4F65-8558-C7BB464210C9}" type="presParOf" srcId="{069E1B8D-25F2-47DB-AF16-4DB3ACB6D45E}" destId="{9FAE91B9-6BFD-479A-A29A-FAC1011A132F}" srcOrd="0" destOrd="0" presId="urn:microsoft.com/office/officeart/2011/layout/CircleProcess"/>
    <dgm:cxn modelId="{EAEC49BD-182F-4C4F-A05F-7E4B4A35CDDC}" type="presParOf" srcId="{55B4C22D-A4D0-43A0-9BD8-287BB4D31FB7}" destId="{9CE1A4B1-89B8-4FA7-9AEB-DC0D980D0EEF}" srcOrd="16" destOrd="0" presId="urn:microsoft.com/office/officeart/2011/layout/CircleProcess"/>
    <dgm:cxn modelId="{23645559-4749-469A-9459-5C518979ACB9}" type="presParOf" srcId="{9CE1A4B1-89B8-4FA7-9AEB-DC0D980D0EEF}" destId="{73533075-759E-41C6-9EC8-626131A41D44}" srcOrd="0" destOrd="0" presId="urn:microsoft.com/office/officeart/2011/layout/CircleProcess"/>
    <dgm:cxn modelId="{FD14A58A-5113-4039-A640-53FE9F3C2726}" type="presParOf" srcId="{55B4C22D-A4D0-43A0-9BD8-287BB4D31FB7}" destId="{B1B8F916-E973-4F37-835D-A5B350773EE2}" srcOrd="17" destOrd="0" presId="urn:microsoft.com/office/officeart/2011/layout/CircleProcess"/>
    <dgm:cxn modelId="{9E736EE2-91BE-42FC-9D92-556415A805E5}" type="presParOf" srcId="{55B4C22D-A4D0-43A0-9BD8-287BB4D31FB7}" destId="{06F38F99-24D6-4DEA-9303-4F1F60A567C7}" srcOrd="18" destOrd="0" presId="urn:microsoft.com/office/officeart/2011/layout/CircleProcess"/>
    <dgm:cxn modelId="{7896BA83-52FE-4D20-B2D4-B9921D30D79B}" type="presParOf" srcId="{06F38F99-24D6-4DEA-9303-4F1F60A567C7}" destId="{8EA58337-9C87-48F8-BE7F-CD69EA79A808}" srcOrd="0" destOrd="0" presId="urn:microsoft.com/office/officeart/2011/layout/CircleProcess"/>
    <dgm:cxn modelId="{A9722712-0D06-47BD-B60F-A488D7A18D2F}" type="presParOf" srcId="{55B4C22D-A4D0-43A0-9BD8-287BB4D31FB7}" destId="{A69EB207-5FF2-4D84-8EF8-E2BC3E3EAABB}" srcOrd="19" destOrd="0" presId="urn:microsoft.com/office/officeart/2011/layout/CircleProcess"/>
    <dgm:cxn modelId="{CDB88EB8-4F3B-4334-BEE3-A1B3F8B328F0}" type="presParOf" srcId="{A69EB207-5FF2-4D84-8EF8-E2BC3E3EAABB}" destId="{A7DAC673-F163-45D2-8529-3B7659E479BF}" srcOrd="0" destOrd="0" presId="urn:microsoft.com/office/officeart/2011/layout/CircleProcess"/>
    <dgm:cxn modelId="{9636BA53-A538-48BB-B711-89A9ABC01733}" type="presParOf" srcId="{55B4C22D-A4D0-43A0-9BD8-287BB4D31FB7}" destId="{AAAB8B96-DEA6-4989-A904-27BE4598C37C}" srcOrd="20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90976B-6E16-4354-BECD-60F2488C826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4F1DDE-86E1-4992-A89D-BBA4C046FCE9}">
      <dgm:prSet phldrT="[Text]" custT="1"/>
      <dgm:spPr/>
      <dgm:t>
        <a:bodyPr/>
        <a:lstStyle/>
        <a:p>
          <a:r>
            <a:rPr lang="en-US" sz="1700" b="1" dirty="0"/>
            <a:t>Profitability (weight = 40%)</a:t>
          </a:r>
          <a:endParaRPr lang="en-IN" sz="1700" b="1" dirty="0"/>
        </a:p>
      </dgm:t>
    </dgm:pt>
    <dgm:pt modelId="{49D3E689-7F79-4080-BEC5-96FEC08592FD}" type="parTrans" cxnId="{90EECB8B-3169-423E-913A-840EB5785565}">
      <dgm:prSet/>
      <dgm:spPr/>
      <dgm:t>
        <a:bodyPr/>
        <a:lstStyle/>
        <a:p>
          <a:endParaRPr lang="en-IN"/>
        </a:p>
      </dgm:t>
    </dgm:pt>
    <dgm:pt modelId="{E2D4F9AD-F7F4-4523-81B7-2E02599F3EA8}" type="sibTrans" cxnId="{90EECB8B-3169-423E-913A-840EB5785565}">
      <dgm:prSet/>
      <dgm:spPr/>
      <dgm:t>
        <a:bodyPr/>
        <a:lstStyle/>
        <a:p>
          <a:endParaRPr lang="en-IN"/>
        </a:p>
      </dgm:t>
    </dgm:pt>
    <dgm:pt modelId="{AE26F09F-B451-4E98-ADDD-9CC08B270808}">
      <dgm:prSet phldrT="[Text]"/>
      <dgm:spPr/>
      <dgm:t>
        <a:bodyPr/>
        <a:lstStyle/>
        <a:p>
          <a:r>
            <a:rPr lang="en-US" dirty="0"/>
            <a:t>Define LOB score by calculating difference between threshold and loss ratio for each LOB-agent record</a:t>
          </a:r>
          <a:endParaRPr lang="en-IN" dirty="0"/>
        </a:p>
      </dgm:t>
    </dgm:pt>
    <dgm:pt modelId="{F3E364A9-DB8C-4502-B6C7-630EF312CCF1}" type="parTrans" cxnId="{557C39D6-A75E-4819-A4EF-DE8CF241C545}">
      <dgm:prSet/>
      <dgm:spPr/>
      <dgm:t>
        <a:bodyPr/>
        <a:lstStyle/>
        <a:p>
          <a:endParaRPr lang="en-IN"/>
        </a:p>
      </dgm:t>
    </dgm:pt>
    <dgm:pt modelId="{D3A8A416-F094-455B-A6B5-B104E11A5667}" type="sibTrans" cxnId="{557C39D6-A75E-4819-A4EF-DE8CF241C545}">
      <dgm:prSet/>
      <dgm:spPr/>
      <dgm:t>
        <a:bodyPr/>
        <a:lstStyle/>
        <a:p>
          <a:endParaRPr lang="en-IN"/>
        </a:p>
      </dgm:t>
    </dgm:pt>
    <dgm:pt modelId="{2FD660D0-A9FA-47F6-BF0E-DA65D2B5F607}">
      <dgm:prSet phldrT="[Text]" custT="1"/>
      <dgm:spPr/>
      <dgm:t>
        <a:bodyPr/>
        <a:lstStyle/>
        <a:p>
          <a:r>
            <a:rPr lang="en-US" sz="1700" b="1" dirty="0"/>
            <a:t>Claims (weight = 30%)</a:t>
          </a:r>
          <a:endParaRPr lang="en-IN" sz="1700" b="1" dirty="0"/>
        </a:p>
      </dgm:t>
    </dgm:pt>
    <dgm:pt modelId="{9F0ADF09-0CBF-41BC-A243-4A5192B5065E}" type="parTrans" cxnId="{34371243-11EC-40CE-A178-35FF909E8003}">
      <dgm:prSet/>
      <dgm:spPr/>
      <dgm:t>
        <a:bodyPr/>
        <a:lstStyle/>
        <a:p>
          <a:endParaRPr lang="en-IN"/>
        </a:p>
      </dgm:t>
    </dgm:pt>
    <dgm:pt modelId="{A4379C02-579F-4E2B-B4CC-3F0B9E8ADAC2}" type="sibTrans" cxnId="{34371243-11EC-40CE-A178-35FF909E8003}">
      <dgm:prSet/>
      <dgm:spPr/>
      <dgm:t>
        <a:bodyPr/>
        <a:lstStyle/>
        <a:p>
          <a:endParaRPr lang="en-IN"/>
        </a:p>
      </dgm:t>
    </dgm:pt>
    <dgm:pt modelId="{AB3B608C-EE3D-4A4B-AFEF-A6BB2F3581D9}">
      <dgm:prSet phldrT="[Text]"/>
      <dgm:spPr/>
      <dgm:t>
        <a:bodyPr/>
        <a:lstStyle/>
        <a:p>
          <a:r>
            <a:rPr lang="en-US" dirty="0"/>
            <a:t>Replace missing values with 0</a:t>
          </a:r>
          <a:endParaRPr lang="en-IN" dirty="0"/>
        </a:p>
      </dgm:t>
    </dgm:pt>
    <dgm:pt modelId="{7FBBC3B0-5160-40C7-A5D5-72E0A0ACF718}" type="parTrans" cxnId="{1D01458A-5EBA-449C-9D31-1A9386E3BF12}">
      <dgm:prSet/>
      <dgm:spPr/>
      <dgm:t>
        <a:bodyPr/>
        <a:lstStyle/>
        <a:p>
          <a:endParaRPr lang="en-IN"/>
        </a:p>
      </dgm:t>
    </dgm:pt>
    <dgm:pt modelId="{8F638C09-A3E5-4D7D-99C7-5A0A4F938FB6}" type="sibTrans" cxnId="{1D01458A-5EBA-449C-9D31-1A9386E3BF12}">
      <dgm:prSet/>
      <dgm:spPr/>
      <dgm:t>
        <a:bodyPr/>
        <a:lstStyle/>
        <a:p>
          <a:endParaRPr lang="en-IN"/>
        </a:p>
      </dgm:t>
    </dgm:pt>
    <dgm:pt modelId="{96C5386E-6E51-4674-8EF5-2D00D49B2F1E}">
      <dgm:prSet phldrT="[Text]" custT="1"/>
      <dgm:spPr/>
      <dgm:t>
        <a:bodyPr/>
        <a:lstStyle/>
        <a:p>
          <a:r>
            <a:rPr lang="en-US" sz="1700" b="1" dirty="0"/>
            <a:t>Revenue Growth (weight = 30%)</a:t>
          </a:r>
          <a:endParaRPr lang="en-IN" sz="1700" b="1" dirty="0"/>
        </a:p>
      </dgm:t>
    </dgm:pt>
    <dgm:pt modelId="{8EB0B123-3151-4569-ABE6-596DE94CFCBA}" type="parTrans" cxnId="{87DBB396-FE17-4C1E-8E8B-AEF2F91BDF36}">
      <dgm:prSet/>
      <dgm:spPr/>
      <dgm:t>
        <a:bodyPr/>
        <a:lstStyle/>
        <a:p>
          <a:endParaRPr lang="en-IN"/>
        </a:p>
      </dgm:t>
    </dgm:pt>
    <dgm:pt modelId="{FDA198B1-1D2A-42B5-884F-56907C85709C}" type="sibTrans" cxnId="{87DBB396-FE17-4C1E-8E8B-AEF2F91BDF36}">
      <dgm:prSet/>
      <dgm:spPr/>
      <dgm:t>
        <a:bodyPr/>
        <a:lstStyle/>
        <a:p>
          <a:endParaRPr lang="en-IN"/>
        </a:p>
      </dgm:t>
    </dgm:pt>
    <dgm:pt modelId="{00509B76-D966-4AFC-A42A-0FAFCA66831C}">
      <dgm:prSet phldrT="[Text]" custT="1"/>
      <dgm:spPr/>
      <dgm:t>
        <a:bodyPr/>
        <a:lstStyle/>
        <a:p>
          <a:r>
            <a:rPr lang="en-US" sz="1700" dirty="0"/>
            <a:t>Get previous year’s NEP value</a:t>
          </a:r>
          <a:endParaRPr lang="en-IN" sz="1700" dirty="0"/>
        </a:p>
      </dgm:t>
    </dgm:pt>
    <dgm:pt modelId="{A7DD14C4-4BED-42D8-83FA-533C712A5CE6}" type="parTrans" cxnId="{F1CF3441-9FF3-4CA7-94E3-47CC54819837}">
      <dgm:prSet/>
      <dgm:spPr/>
      <dgm:t>
        <a:bodyPr/>
        <a:lstStyle/>
        <a:p>
          <a:endParaRPr lang="en-IN"/>
        </a:p>
      </dgm:t>
    </dgm:pt>
    <dgm:pt modelId="{0A9C3904-BA6F-4A5B-8B0B-8A9BAFB49AF9}" type="sibTrans" cxnId="{F1CF3441-9FF3-4CA7-94E3-47CC54819837}">
      <dgm:prSet/>
      <dgm:spPr/>
      <dgm:t>
        <a:bodyPr/>
        <a:lstStyle/>
        <a:p>
          <a:endParaRPr lang="en-IN"/>
        </a:p>
      </dgm:t>
    </dgm:pt>
    <dgm:pt modelId="{FDF5BFA9-A8D9-4F41-86BF-6369ADDB4316}">
      <dgm:prSet phldrT="[Text]"/>
      <dgm:spPr/>
      <dgm:t>
        <a:bodyPr/>
        <a:lstStyle/>
        <a:p>
          <a:r>
            <a:rPr lang="en-US" dirty="0"/>
            <a:t>Normalize the LOB score</a:t>
          </a:r>
          <a:endParaRPr lang="en-IN" dirty="0"/>
        </a:p>
      </dgm:t>
    </dgm:pt>
    <dgm:pt modelId="{2A277EFB-C02C-40A5-837C-235416608781}" type="parTrans" cxnId="{4F6CE274-C695-4FE1-99E3-710AFA524EA4}">
      <dgm:prSet/>
      <dgm:spPr/>
      <dgm:t>
        <a:bodyPr/>
        <a:lstStyle/>
        <a:p>
          <a:endParaRPr lang="en-IN"/>
        </a:p>
      </dgm:t>
    </dgm:pt>
    <dgm:pt modelId="{37EB69AF-6E70-4D1B-8649-33B680A7F878}" type="sibTrans" cxnId="{4F6CE274-C695-4FE1-99E3-710AFA524EA4}">
      <dgm:prSet/>
      <dgm:spPr/>
      <dgm:t>
        <a:bodyPr/>
        <a:lstStyle/>
        <a:p>
          <a:endParaRPr lang="en-IN"/>
        </a:p>
      </dgm:t>
    </dgm:pt>
    <dgm:pt modelId="{FE89BA98-8865-4EF8-B89F-99995D3D0C30}">
      <dgm:prSet phldrT="[Text]"/>
      <dgm:spPr/>
      <dgm:t>
        <a:bodyPr/>
        <a:lstStyle/>
        <a:p>
          <a:r>
            <a:rPr lang="en-US" dirty="0"/>
            <a:t>Define claim score by sum frequency &amp; severity </a:t>
          </a:r>
          <a:endParaRPr lang="en-IN" dirty="0"/>
        </a:p>
      </dgm:t>
    </dgm:pt>
    <dgm:pt modelId="{921AD850-9C90-49ED-B924-FF1E26B0A2DC}" type="parTrans" cxnId="{ACA66C90-4FE3-4280-8671-A10163A46C1F}">
      <dgm:prSet/>
      <dgm:spPr/>
      <dgm:t>
        <a:bodyPr/>
        <a:lstStyle/>
        <a:p>
          <a:endParaRPr lang="en-IN"/>
        </a:p>
      </dgm:t>
    </dgm:pt>
    <dgm:pt modelId="{239CFE86-1E42-4A0E-B0AE-D9A1FA14F0A2}" type="sibTrans" cxnId="{ACA66C90-4FE3-4280-8671-A10163A46C1F}">
      <dgm:prSet/>
      <dgm:spPr/>
      <dgm:t>
        <a:bodyPr/>
        <a:lstStyle/>
        <a:p>
          <a:endParaRPr lang="en-IN"/>
        </a:p>
      </dgm:t>
    </dgm:pt>
    <dgm:pt modelId="{176C8019-DD32-4C5D-AC7E-E91C00B0956B}">
      <dgm:prSet phldrT="[Text]"/>
      <dgm:spPr/>
      <dgm:t>
        <a:bodyPr/>
        <a:lstStyle/>
        <a:p>
          <a:r>
            <a:rPr lang="en-US" dirty="0"/>
            <a:t>Normalize the Claim score</a:t>
          </a:r>
          <a:endParaRPr lang="en-IN" dirty="0"/>
        </a:p>
      </dgm:t>
    </dgm:pt>
    <dgm:pt modelId="{54085B0B-CFC8-4CFE-992A-77FCCC2B8D68}" type="parTrans" cxnId="{E937579C-FE1A-413B-B282-C390713F41A6}">
      <dgm:prSet/>
      <dgm:spPr/>
      <dgm:t>
        <a:bodyPr/>
        <a:lstStyle/>
        <a:p>
          <a:endParaRPr lang="en-IN"/>
        </a:p>
      </dgm:t>
    </dgm:pt>
    <dgm:pt modelId="{440AD9FD-1CB8-49EA-A70C-391778FC1ACE}" type="sibTrans" cxnId="{E937579C-FE1A-413B-B282-C390713F41A6}">
      <dgm:prSet/>
      <dgm:spPr/>
      <dgm:t>
        <a:bodyPr/>
        <a:lstStyle/>
        <a:p>
          <a:endParaRPr lang="en-IN"/>
        </a:p>
      </dgm:t>
    </dgm:pt>
    <dgm:pt modelId="{66A04B64-7029-4035-8F63-49C63657A527}">
      <dgm:prSet phldrT="[Text]" custT="1"/>
      <dgm:spPr/>
      <dgm:t>
        <a:bodyPr/>
        <a:lstStyle/>
        <a:p>
          <a:r>
            <a:rPr lang="en-US" sz="1700" dirty="0"/>
            <a:t>Compute growth as %age change</a:t>
          </a:r>
          <a:endParaRPr lang="en-IN" sz="1700" dirty="0"/>
        </a:p>
      </dgm:t>
    </dgm:pt>
    <dgm:pt modelId="{2325C338-3575-4DD9-9FA0-399ADD6738AD}" type="parTrans" cxnId="{04A363B7-F8DB-4500-9A1A-8A61F019F46A}">
      <dgm:prSet/>
      <dgm:spPr/>
      <dgm:t>
        <a:bodyPr/>
        <a:lstStyle/>
        <a:p>
          <a:endParaRPr lang="en-IN"/>
        </a:p>
      </dgm:t>
    </dgm:pt>
    <dgm:pt modelId="{19BBC122-E93F-45BD-BCB6-734000C1590E}" type="sibTrans" cxnId="{04A363B7-F8DB-4500-9A1A-8A61F019F46A}">
      <dgm:prSet/>
      <dgm:spPr/>
      <dgm:t>
        <a:bodyPr/>
        <a:lstStyle/>
        <a:p>
          <a:endParaRPr lang="en-IN"/>
        </a:p>
      </dgm:t>
    </dgm:pt>
    <dgm:pt modelId="{B7584EF8-833D-4D0C-9F6F-DE677C429C53}">
      <dgm:prSet phldrT="[Text]" custT="1"/>
      <dgm:spPr/>
      <dgm:t>
        <a:bodyPr/>
        <a:lstStyle/>
        <a:p>
          <a:r>
            <a:rPr lang="en-US" sz="1700" dirty="0"/>
            <a:t>Normalize the Growth score</a:t>
          </a:r>
          <a:endParaRPr lang="en-IN" sz="1700" dirty="0"/>
        </a:p>
      </dgm:t>
    </dgm:pt>
    <dgm:pt modelId="{AF1B0695-9B5E-40AD-BADE-80FFE3A55CBE}" type="parTrans" cxnId="{C2962984-46CE-4B42-87A9-42483C5F3E41}">
      <dgm:prSet/>
      <dgm:spPr/>
      <dgm:t>
        <a:bodyPr/>
        <a:lstStyle/>
        <a:p>
          <a:endParaRPr lang="en-IN"/>
        </a:p>
      </dgm:t>
    </dgm:pt>
    <dgm:pt modelId="{A632E1FF-E597-456E-8A31-D4AFD85D7D54}" type="sibTrans" cxnId="{C2962984-46CE-4B42-87A9-42483C5F3E41}">
      <dgm:prSet/>
      <dgm:spPr/>
      <dgm:t>
        <a:bodyPr/>
        <a:lstStyle/>
        <a:p>
          <a:endParaRPr lang="en-IN"/>
        </a:p>
      </dgm:t>
    </dgm:pt>
    <dgm:pt modelId="{8405808D-BD80-4F06-805D-E98B86062A0A}" type="pres">
      <dgm:prSet presAssocID="{4590976B-6E16-4354-BECD-60F2488C826C}" presName="linear" presStyleCnt="0">
        <dgm:presLayoutVars>
          <dgm:dir/>
          <dgm:animLvl val="lvl"/>
          <dgm:resizeHandles val="exact"/>
        </dgm:presLayoutVars>
      </dgm:prSet>
      <dgm:spPr/>
    </dgm:pt>
    <dgm:pt modelId="{24BA2A57-A7E1-4D0A-A8BC-8AD7A7856979}" type="pres">
      <dgm:prSet presAssocID="{9D4F1DDE-86E1-4992-A89D-BBA4C046FCE9}" presName="parentLin" presStyleCnt="0"/>
      <dgm:spPr/>
    </dgm:pt>
    <dgm:pt modelId="{46F92CCA-237A-4987-B1FD-6CA12BC3F47B}" type="pres">
      <dgm:prSet presAssocID="{9D4F1DDE-86E1-4992-A89D-BBA4C046FCE9}" presName="parentLeftMargin" presStyleLbl="node1" presStyleIdx="0" presStyleCnt="3"/>
      <dgm:spPr/>
    </dgm:pt>
    <dgm:pt modelId="{CED110B7-3E44-48FF-BCA3-3F2CA38F8A69}" type="pres">
      <dgm:prSet presAssocID="{9D4F1DDE-86E1-4992-A89D-BBA4C046FC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3E4E88-EBC4-47B6-BEFF-F1E197D4B9C4}" type="pres">
      <dgm:prSet presAssocID="{9D4F1DDE-86E1-4992-A89D-BBA4C046FCE9}" presName="negativeSpace" presStyleCnt="0"/>
      <dgm:spPr/>
    </dgm:pt>
    <dgm:pt modelId="{E6D98BCB-E0BE-4C3A-B712-F90AB9841369}" type="pres">
      <dgm:prSet presAssocID="{9D4F1DDE-86E1-4992-A89D-BBA4C046FCE9}" presName="childText" presStyleLbl="conFgAcc1" presStyleIdx="0" presStyleCnt="3">
        <dgm:presLayoutVars>
          <dgm:bulletEnabled val="1"/>
        </dgm:presLayoutVars>
      </dgm:prSet>
      <dgm:spPr/>
    </dgm:pt>
    <dgm:pt modelId="{D8984D31-7E48-4597-9DFD-4C93FF20CD47}" type="pres">
      <dgm:prSet presAssocID="{E2D4F9AD-F7F4-4523-81B7-2E02599F3EA8}" presName="spaceBetweenRectangles" presStyleCnt="0"/>
      <dgm:spPr/>
    </dgm:pt>
    <dgm:pt modelId="{D003D87C-5801-491A-90DE-DD31E6001F37}" type="pres">
      <dgm:prSet presAssocID="{2FD660D0-A9FA-47F6-BF0E-DA65D2B5F607}" presName="parentLin" presStyleCnt="0"/>
      <dgm:spPr/>
    </dgm:pt>
    <dgm:pt modelId="{8C895FFB-6AF5-4C55-90A1-713FBC06E942}" type="pres">
      <dgm:prSet presAssocID="{2FD660D0-A9FA-47F6-BF0E-DA65D2B5F607}" presName="parentLeftMargin" presStyleLbl="node1" presStyleIdx="0" presStyleCnt="3"/>
      <dgm:spPr/>
    </dgm:pt>
    <dgm:pt modelId="{C8C0E6E7-C324-4858-BB41-42AAF8DE2365}" type="pres">
      <dgm:prSet presAssocID="{2FD660D0-A9FA-47F6-BF0E-DA65D2B5F6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1236E6B-7ACC-4143-A0A9-B3A04974CA4C}" type="pres">
      <dgm:prSet presAssocID="{2FD660D0-A9FA-47F6-BF0E-DA65D2B5F607}" presName="negativeSpace" presStyleCnt="0"/>
      <dgm:spPr/>
    </dgm:pt>
    <dgm:pt modelId="{5804C9B8-1579-40A3-AA22-EF602A1B2CC8}" type="pres">
      <dgm:prSet presAssocID="{2FD660D0-A9FA-47F6-BF0E-DA65D2B5F607}" presName="childText" presStyleLbl="conFgAcc1" presStyleIdx="1" presStyleCnt="3">
        <dgm:presLayoutVars>
          <dgm:bulletEnabled val="1"/>
        </dgm:presLayoutVars>
      </dgm:prSet>
      <dgm:spPr/>
    </dgm:pt>
    <dgm:pt modelId="{DA1AAD52-CC2E-406C-A996-8E64BBC6EE1B}" type="pres">
      <dgm:prSet presAssocID="{A4379C02-579F-4E2B-B4CC-3F0B9E8ADAC2}" presName="spaceBetweenRectangles" presStyleCnt="0"/>
      <dgm:spPr/>
    </dgm:pt>
    <dgm:pt modelId="{E20D3D79-4DC0-496E-8E97-DA3542671E73}" type="pres">
      <dgm:prSet presAssocID="{96C5386E-6E51-4674-8EF5-2D00D49B2F1E}" presName="parentLin" presStyleCnt="0"/>
      <dgm:spPr/>
    </dgm:pt>
    <dgm:pt modelId="{1C123A03-C390-446C-80E1-C538EFD0A2DA}" type="pres">
      <dgm:prSet presAssocID="{96C5386E-6E51-4674-8EF5-2D00D49B2F1E}" presName="parentLeftMargin" presStyleLbl="node1" presStyleIdx="1" presStyleCnt="3"/>
      <dgm:spPr/>
    </dgm:pt>
    <dgm:pt modelId="{0E2A0A30-7E21-4DCA-BAC2-512F5475D231}" type="pres">
      <dgm:prSet presAssocID="{96C5386E-6E51-4674-8EF5-2D00D49B2F1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F9D4E32-BB56-40FE-8B63-9C81AFB33F75}" type="pres">
      <dgm:prSet presAssocID="{96C5386E-6E51-4674-8EF5-2D00D49B2F1E}" presName="negativeSpace" presStyleCnt="0"/>
      <dgm:spPr/>
    </dgm:pt>
    <dgm:pt modelId="{16860F86-3437-46E3-A463-60B89C1736FE}" type="pres">
      <dgm:prSet presAssocID="{96C5386E-6E51-4674-8EF5-2D00D49B2F1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B102103-D44D-49EC-8C11-E55244713CBC}" type="presOf" srcId="{AB3B608C-EE3D-4A4B-AFEF-A6BB2F3581D9}" destId="{5804C9B8-1579-40A3-AA22-EF602A1B2CC8}" srcOrd="0" destOrd="0" presId="urn:microsoft.com/office/officeart/2005/8/layout/list1"/>
    <dgm:cxn modelId="{685A8A05-FA70-4851-949D-98A2D9F788FC}" type="presOf" srcId="{66A04B64-7029-4035-8F63-49C63657A527}" destId="{16860F86-3437-46E3-A463-60B89C1736FE}" srcOrd="0" destOrd="1" presId="urn:microsoft.com/office/officeart/2005/8/layout/list1"/>
    <dgm:cxn modelId="{D434330B-A7AB-4131-9C7A-E5BBBE7EBED4}" type="presOf" srcId="{B7584EF8-833D-4D0C-9F6F-DE677C429C53}" destId="{16860F86-3437-46E3-A463-60B89C1736FE}" srcOrd="0" destOrd="2" presId="urn:microsoft.com/office/officeart/2005/8/layout/list1"/>
    <dgm:cxn modelId="{191BE41E-7420-41C5-BE85-1BF409475332}" type="presOf" srcId="{96C5386E-6E51-4674-8EF5-2D00D49B2F1E}" destId="{1C123A03-C390-446C-80E1-C538EFD0A2DA}" srcOrd="0" destOrd="0" presId="urn:microsoft.com/office/officeart/2005/8/layout/list1"/>
    <dgm:cxn modelId="{5632F62C-5A84-49F6-9087-6D34604626F0}" type="presOf" srcId="{00509B76-D966-4AFC-A42A-0FAFCA66831C}" destId="{16860F86-3437-46E3-A463-60B89C1736FE}" srcOrd="0" destOrd="0" presId="urn:microsoft.com/office/officeart/2005/8/layout/list1"/>
    <dgm:cxn modelId="{F1CF3441-9FF3-4CA7-94E3-47CC54819837}" srcId="{96C5386E-6E51-4674-8EF5-2D00D49B2F1E}" destId="{00509B76-D966-4AFC-A42A-0FAFCA66831C}" srcOrd="0" destOrd="0" parTransId="{A7DD14C4-4BED-42D8-83FA-533C712A5CE6}" sibTransId="{0A9C3904-BA6F-4A5B-8B0B-8A9BAFB49AF9}"/>
    <dgm:cxn modelId="{34371243-11EC-40CE-A178-35FF909E8003}" srcId="{4590976B-6E16-4354-BECD-60F2488C826C}" destId="{2FD660D0-A9FA-47F6-BF0E-DA65D2B5F607}" srcOrd="1" destOrd="0" parTransId="{9F0ADF09-0CBF-41BC-A243-4A5192B5065E}" sibTransId="{A4379C02-579F-4E2B-B4CC-3F0B9E8ADAC2}"/>
    <dgm:cxn modelId="{FDB06968-A1D7-4014-850D-716D1A14D102}" type="presOf" srcId="{AE26F09F-B451-4E98-ADDD-9CC08B270808}" destId="{E6D98BCB-E0BE-4C3A-B712-F90AB9841369}" srcOrd="0" destOrd="0" presId="urn:microsoft.com/office/officeart/2005/8/layout/list1"/>
    <dgm:cxn modelId="{AA48A96A-B2AC-4FFD-AD29-723D60B10935}" type="presOf" srcId="{FE89BA98-8865-4EF8-B89F-99995D3D0C30}" destId="{5804C9B8-1579-40A3-AA22-EF602A1B2CC8}" srcOrd="0" destOrd="1" presId="urn:microsoft.com/office/officeart/2005/8/layout/list1"/>
    <dgm:cxn modelId="{E5D8C06A-D54B-4623-997F-E7250FF55B77}" type="presOf" srcId="{2FD660D0-A9FA-47F6-BF0E-DA65D2B5F607}" destId="{8C895FFB-6AF5-4C55-90A1-713FBC06E942}" srcOrd="0" destOrd="0" presId="urn:microsoft.com/office/officeart/2005/8/layout/list1"/>
    <dgm:cxn modelId="{4F6CE274-C695-4FE1-99E3-710AFA524EA4}" srcId="{9D4F1DDE-86E1-4992-A89D-BBA4C046FCE9}" destId="{FDF5BFA9-A8D9-4F41-86BF-6369ADDB4316}" srcOrd="1" destOrd="0" parTransId="{2A277EFB-C02C-40A5-837C-235416608781}" sibTransId="{37EB69AF-6E70-4D1B-8649-33B680A7F878}"/>
    <dgm:cxn modelId="{DCE9F274-9D6E-46C6-8256-04A6A3B6EBCD}" type="presOf" srcId="{176C8019-DD32-4C5D-AC7E-E91C00B0956B}" destId="{5804C9B8-1579-40A3-AA22-EF602A1B2CC8}" srcOrd="0" destOrd="2" presId="urn:microsoft.com/office/officeart/2005/8/layout/list1"/>
    <dgm:cxn modelId="{C2962984-46CE-4B42-87A9-42483C5F3E41}" srcId="{96C5386E-6E51-4674-8EF5-2D00D49B2F1E}" destId="{B7584EF8-833D-4D0C-9F6F-DE677C429C53}" srcOrd="2" destOrd="0" parTransId="{AF1B0695-9B5E-40AD-BADE-80FFE3A55CBE}" sibTransId="{A632E1FF-E597-456E-8A31-D4AFD85D7D54}"/>
    <dgm:cxn modelId="{AF954A89-8273-4D05-A212-E7E48E30EFAA}" type="presOf" srcId="{2FD660D0-A9FA-47F6-BF0E-DA65D2B5F607}" destId="{C8C0E6E7-C324-4858-BB41-42AAF8DE2365}" srcOrd="1" destOrd="0" presId="urn:microsoft.com/office/officeart/2005/8/layout/list1"/>
    <dgm:cxn modelId="{1D01458A-5EBA-449C-9D31-1A9386E3BF12}" srcId="{2FD660D0-A9FA-47F6-BF0E-DA65D2B5F607}" destId="{AB3B608C-EE3D-4A4B-AFEF-A6BB2F3581D9}" srcOrd="0" destOrd="0" parTransId="{7FBBC3B0-5160-40C7-A5D5-72E0A0ACF718}" sibTransId="{8F638C09-A3E5-4D7D-99C7-5A0A4F938FB6}"/>
    <dgm:cxn modelId="{90EECB8B-3169-423E-913A-840EB5785565}" srcId="{4590976B-6E16-4354-BECD-60F2488C826C}" destId="{9D4F1DDE-86E1-4992-A89D-BBA4C046FCE9}" srcOrd="0" destOrd="0" parTransId="{49D3E689-7F79-4080-BEC5-96FEC08592FD}" sibTransId="{E2D4F9AD-F7F4-4523-81B7-2E02599F3EA8}"/>
    <dgm:cxn modelId="{ACA66C90-4FE3-4280-8671-A10163A46C1F}" srcId="{2FD660D0-A9FA-47F6-BF0E-DA65D2B5F607}" destId="{FE89BA98-8865-4EF8-B89F-99995D3D0C30}" srcOrd="1" destOrd="0" parTransId="{921AD850-9C90-49ED-B924-FF1E26B0A2DC}" sibTransId="{239CFE86-1E42-4A0E-B0AE-D9A1FA14F0A2}"/>
    <dgm:cxn modelId="{87DBB396-FE17-4C1E-8E8B-AEF2F91BDF36}" srcId="{4590976B-6E16-4354-BECD-60F2488C826C}" destId="{96C5386E-6E51-4674-8EF5-2D00D49B2F1E}" srcOrd="2" destOrd="0" parTransId="{8EB0B123-3151-4569-ABE6-596DE94CFCBA}" sibTransId="{FDA198B1-1D2A-42B5-884F-56907C85709C}"/>
    <dgm:cxn modelId="{03D00C9C-7029-4506-9998-4E9FBCCA251C}" type="presOf" srcId="{9D4F1DDE-86E1-4992-A89D-BBA4C046FCE9}" destId="{46F92CCA-237A-4987-B1FD-6CA12BC3F47B}" srcOrd="0" destOrd="0" presId="urn:microsoft.com/office/officeart/2005/8/layout/list1"/>
    <dgm:cxn modelId="{E937579C-FE1A-413B-B282-C390713F41A6}" srcId="{2FD660D0-A9FA-47F6-BF0E-DA65D2B5F607}" destId="{176C8019-DD32-4C5D-AC7E-E91C00B0956B}" srcOrd="2" destOrd="0" parTransId="{54085B0B-CFC8-4CFE-992A-77FCCC2B8D68}" sibTransId="{440AD9FD-1CB8-49EA-A70C-391778FC1ACE}"/>
    <dgm:cxn modelId="{49B02FA5-65E6-40A0-A79D-478564F65C8A}" type="presOf" srcId="{4590976B-6E16-4354-BECD-60F2488C826C}" destId="{8405808D-BD80-4F06-805D-E98B86062A0A}" srcOrd="0" destOrd="0" presId="urn:microsoft.com/office/officeart/2005/8/layout/list1"/>
    <dgm:cxn modelId="{04A363B7-F8DB-4500-9A1A-8A61F019F46A}" srcId="{96C5386E-6E51-4674-8EF5-2D00D49B2F1E}" destId="{66A04B64-7029-4035-8F63-49C63657A527}" srcOrd="1" destOrd="0" parTransId="{2325C338-3575-4DD9-9FA0-399ADD6738AD}" sibTransId="{19BBC122-E93F-45BD-BCB6-734000C1590E}"/>
    <dgm:cxn modelId="{5EE148C6-4E12-4BF2-B048-3E2168C65765}" type="presOf" srcId="{96C5386E-6E51-4674-8EF5-2D00D49B2F1E}" destId="{0E2A0A30-7E21-4DCA-BAC2-512F5475D231}" srcOrd="1" destOrd="0" presId="urn:microsoft.com/office/officeart/2005/8/layout/list1"/>
    <dgm:cxn modelId="{DBF53DC8-5AF1-4198-934C-F6B2285E190D}" type="presOf" srcId="{9D4F1DDE-86E1-4992-A89D-BBA4C046FCE9}" destId="{CED110B7-3E44-48FF-BCA3-3F2CA38F8A69}" srcOrd="1" destOrd="0" presId="urn:microsoft.com/office/officeart/2005/8/layout/list1"/>
    <dgm:cxn modelId="{79D1B6C9-D965-4569-92CD-EB3A690C4064}" type="presOf" srcId="{FDF5BFA9-A8D9-4F41-86BF-6369ADDB4316}" destId="{E6D98BCB-E0BE-4C3A-B712-F90AB9841369}" srcOrd="0" destOrd="1" presId="urn:microsoft.com/office/officeart/2005/8/layout/list1"/>
    <dgm:cxn modelId="{557C39D6-A75E-4819-A4EF-DE8CF241C545}" srcId="{9D4F1DDE-86E1-4992-A89D-BBA4C046FCE9}" destId="{AE26F09F-B451-4E98-ADDD-9CC08B270808}" srcOrd="0" destOrd="0" parTransId="{F3E364A9-DB8C-4502-B6C7-630EF312CCF1}" sibTransId="{D3A8A416-F094-455B-A6B5-B104E11A5667}"/>
    <dgm:cxn modelId="{B6D0E7F9-DF75-4390-A86B-3986D2C72974}" type="presParOf" srcId="{8405808D-BD80-4F06-805D-E98B86062A0A}" destId="{24BA2A57-A7E1-4D0A-A8BC-8AD7A7856979}" srcOrd="0" destOrd="0" presId="urn:microsoft.com/office/officeart/2005/8/layout/list1"/>
    <dgm:cxn modelId="{22EEFABD-C66E-422C-A380-C08C08D0EFF0}" type="presParOf" srcId="{24BA2A57-A7E1-4D0A-A8BC-8AD7A7856979}" destId="{46F92CCA-237A-4987-B1FD-6CA12BC3F47B}" srcOrd="0" destOrd="0" presId="urn:microsoft.com/office/officeart/2005/8/layout/list1"/>
    <dgm:cxn modelId="{93D70834-B3E1-49AF-B41D-A26743869E0D}" type="presParOf" srcId="{24BA2A57-A7E1-4D0A-A8BC-8AD7A7856979}" destId="{CED110B7-3E44-48FF-BCA3-3F2CA38F8A69}" srcOrd="1" destOrd="0" presId="urn:microsoft.com/office/officeart/2005/8/layout/list1"/>
    <dgm:cxn modelId="{D43FBEB8-835C-4CFF-AB08-AA539A5FF0B6}" type="presParOf" srcId="{8405808D-BD80-4F06-805D-E98B86062A0A}" destId="{883E4E88-EBC4-47B6-BEFF-F1E197D4B9C4}" srcOrd="1" destOrd="0" presId="urn:microsoft.com/office/officeart/2005/8/layout/list1"/>
    <dgm:cxn modelId="{385283A0-2282-4889-AB8C-F1182D8366C6}" type="presParOf" srcId="{8405808D-BD80-4F06-805D-E98B86062A0A}" destId="{E6D98BCB-E0BE-4C3A-B712-F90AB9841369}" srcOrd="2" destOrd="0" presId="urn:microsoft.com/office/officeart/2005/8/layout/list1"/>
    <dgm:cxn modelId="{09246516-9F1C-4FBD-A66A-5472D1721324}" type="presParOf" srcId="{8405808D-BD80-4F06-805D-E98B86062A0A}" destId="{D8984D31-7E48-4597-9DFD-4C93FF20CD47}" srcOrd="3" destOrd="0" presId="urn:microsoft.com/office/officeart/2005/8/layout/list1"/>
    <dgm:cxn modelId="{438A7836-49E5-466F-A2B4-7F5D6E862838}" type="presParOf" srcId="{8405808D-BD80-4F06-805D-E98B86062A0A}" destId="{D003D87C-5801-491A-90DE-DD31E6001F37}" srcOrd="4" destOrd="0" presId="urn:microsoft.com/office/officeart/2005/8/layout/list1"/>
    <dgm:cxn modelId="{CCEF70C3-5928-4F0D-8AA8-47690FD240CD}" type="presParOf" srcId="{D003D87C-5801-491A-90DE-DD31E6001F37}" destId="{8C895FFB-6AF5-4C55-90A1-713FBC06E942}" srcOrd="0" destOrd="0" presId="urn:microsoft.com/office/officeart/2005/8/layout/list1"/>
    <dgm:cxn modelId="{B1397AD1-9D07-446C-9C73-A00B8B8ADD13}" type="presParOf" srcId="{D003D87C-5801-491A-90DE-DD31E6001F37}" destId="{C8C0E6E7-C324-4858-BB41-42AAF8DE2365}" srcOrd="1" destOrd="0" presId="urn:microsoft.com/office/officeart/2005/8/layout/list1"/>
    <dgm:cxn modelId="{A1662ABC-99D2-4511-AFB1-827B8A446F63}" type="presParOf" srcId="{8405808D-BD80-4F06-805D-E98B86062A0A}" destId="{41236E6B-7ACC-4143-A0A9-B3A04974CA4C}" srcOrd="5" destOrd="0" presId="urn:microsoft.com/office/officeart/2005/8/layout/list1"/>
    <dgm:cxn modelId="{7957C414-42DF-4EEC-9CEB-F7CC4FCEDAB3}" type="presParOf" srcId="{8405808D-BD80-4F06-805D-E98B86062A0A}" destId="{5804C9B8-1579-40A3-AA22-EF602A1B2CC8}" srcOrd="6" destOrd="0" presId="urn:microsoft.com/office/officeart/2005/8/layout/list1"/>
    <dgm:cxn modelId="{CDE8CB74-65E8-4A7D-B69A-54BEA8A2F0CC}" type="presParOf" srcId="{8405808D-BD80-4F06-805D-E98B86062A0A}" destId="{DA1AAD52-CC2E-406C-A996-8E64BBC6EE1B}" srcOrd="7" destOrd="0" presId="urn:microsoft.com/office/officeart/2005/8/layout/list1"/>
    <dgm:cxn modelId="{F51D3B64-AE4C-446D-8FFA-FF0AC6387AA0}" type="presParOf" srcId="{8405808D-BD80-4F06-805D-E98B86062A0A}" destId="{E20D3D79-4DC0-496E-8E97-DA3542671E73}" srcOrd="8" destOrd="0" presId="urn:microsoft.com/office/officeart/2005/8/layout/list1"/>
    <dgm:cxn modelId="{E0B3A1A9-20C4-4A38-AE81-CF87238545A8}" type="presParOf" srcId="{E20D3D79-4DC0-496E-8E97-DA3542671E73}" destId="{1C123A03-C390-446C-80E1-C538EFD0A2DA}" srcOrd="0" destOrd="0" presId="urn:microsoft.com/office/officeart/2005/8/layout/list1"/>
    <dgm:cxn modelId="{56EE287A-B243-4788-A0B6-63EE1A90F961}" type="presParOf" srcId="{E20D3D79-4DC0-496E-8E97-DA3542671E73}" destId="{0E2A0A30-7E21-4DCA-BAC2-512F5475D231}" srcOrd="1" destOrd="0" presId="urn:microsoft.com/office/officeart/2005/8/layout/list1"/>
    <dgm:cxn modelId="{423B3CC8-42BD-4970-97ED-B130C08A8498}" type="presParOf" srcId="{8405808D-BD80-4F06-805D-E98B86062A0A}" destId="{1F9D4E32-BB56-40FE-8B63-9C81AFB33F75}" srcOrd="9" destOrd="0" presId="urn:microsoft.com/office/officeart/2005/8/layout/list1"/>
    <dgm:cxn modelId="{A6D496BA-4226-4A74-9DF8-9F11D78F54DD}" type="presParOf" srcId="{8405808D-BD80-4F06-805D-E98B86062A0A}" destId="{16860F86-3437-46E3-A463-60B89C1736F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D48F08-A487-D742-879A-1559B18E5133}" type="doc">
      <dgm:prSet loTypeId="urn:microsoft.com/office/officeart/2005/8/layout/l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85EDE78-C059-B147-A673-335D41847FB5}">
      <dgm:prSet phldrT="[Text]" custT="1"/>
      <dgm:spPr/>
      <dgm:t>
        <a:bodyPr/>
        <a:lstStyle/>
        <a:p>
          <a:r>
            <a:rPr lang="en-GB" sz="1800" dirty="0" err="1"/>
            <a:t>XGBoost</a:t>
          </a:r>
          <a:endParaRPr lang="en-GB" sz="2600" dirty="0"/>
        </a:p>
      </dgm:t>
    </dgm:pt>
    <dgm:pt modelId="{807235A8-E4DD-2048-A7EC-592FD5D8E292}" type="parTrans" cxnId="{E8353BD5-B631-F44B-A85C-61F661E1330B}">
      <dgm:prSet/>
      <dgm:spPr/>
      <dgm:t>
        <a:bodyPr/>
        <a:lstStyle/>
        <a:p>
          <a:endParaRPr lang="en-GB"/>
        </a:p>
      </dgm:t>
    </dgm:pt>
    <dgm:pt modelId="{77AE62E7-A08B-C545-8D8C-8CBF828B4FD5}" type="sibTrans" cxnId="{E8353BD5-B631-F44B-A85C-61F661E1330B}">
      <dgm:prSet/>
      <dgm:spPr/>
      <dgm:t>
        <a:bodyPr/>
        <a:lstStyle/>
        <a:p>
          <a:endParaRPr lang="en-GB"/>
        </a:p>
      </dgm:t>
    </dgm:pt>
    <dgm:pt modelId="{79D229FA-803F-3844-8805-695096052D2B}">
      <dgm:prSet phldrT="[Text]" custT="1"/>
      <dgm:spPr/>
      <dgm:t>
        <a:bodyPr/>
        <a:lstStyle/>
        <a:p>
          <a:pPr>
            <a:buFont typeface="+mj-lt"/>
            <a:buNone/>
          </a:pPr>
          <a:r>
            <a:rPr lang="en-US" sz="1200" dirty="0"/>
            <a:t>Customer age</a:t>
          </a:r>
          <a:endParaRPr lang="en-GB" sz="1200" dirty="0"/>
        </a:p>
      </dgm:t>
    </dgm:pt>
    <dgm:pt modelId="{10276EE3-06D9-2443-BF89-9A7BBB07B638}" type="parTrans" cxnId="{EBC6785E-EC28-CE47-B1D2-074458EBBC06}">
      <dgm:prSet/>
      <dgm:spPr/>
      <dgm:t>
        <a:bodyPr/>
        <a:lstStyle/>
        <a:p>
          <a:endParaRPr lang="en-GB"/>
        </a:p>
      </dgm:t>
    </dgm:pt>
    <dgm:pt modelId="{CC48AF7E-FEB4-1F48-AE72-6C8EC9B6B5CD}" type="sibTrans" cxnId="{EBC6785E-EC28-CE47-B1D2-074458EBBC06}">
      <dgm:prSet/>
      <dgm:spPr/>
      <dgm:t>
        <a:bodyPr/>
        <a:lstStyle/>
        <a:p>
          <a:endParaRPr lang="en-GB"/>
        </a:p>
      </dgm:t>
    </dgm:pt>
    <dgm:pt modelId="{8751F6CE-398B-1C4F-BE1F-CACBB2A497BF}">
      <dgm:prSet phldrT="[Text]"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sz="1800" dirty="0" err="1"/>
            <a:t>CATBoost</a:t>
          </a:r>
          <a:endParaRPr lang="en-GB" sz="2600" dirty="0"/>
        </a:p>
      </dgm:t>
    </dgm:pt>
    <dgm:pt modelId="{EE9FDC16-7A66-A64F-B636-A2223CB8E1A8}" type="parTrans" cxnId="{272F0163-14BD-7E49-8B64-BF114303324A}">
      <dgm:prSet/>
      <dgm:spPr/>
      <dgm:t>
        <a:bodyPr/>
        <a:lstStyle/>
        <a:p>
          <a:endParaRPr lang="en-GB"/>
        </a:p>
      </dgm:t>
    </dgm:pt>
    <dgm:pt modelId="{FEDC52AF-EF8F-8E43-85C5-6B36EB37CEC4}" type="sibTrans" cxnId="{272F0163-14BD-7E49-8B64-BF114303324A}">
      <dgm:prSet/>
      <dgm:spPr/>
      <dgm:t>
        <a:bodyPr/>
        <a:lstStyle/>
        <a:p>
          <a:endParaRPr lang="en-GB"/>
        </a:p>
      </dgm:t>
    </dgm:pt>
    <dgm:pt modelId="{1EA970B7-DCEF-DC4A-9211-6E046C4B664D}">
      <dgm:prSet phldrT="[Text]"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pPr>
            <a:buFont typeface="+mj-lt"/>
            <a:buAutoNum type="arabicParenR"/>
          </a:pPr>
          <a:r>
            <a:rPr lang="en-US" sz="1200" dirty="0"/>
            <a:t>no. of claims</a:t>
          </a:r>
          <a:endParaRPr lang="en-GB" sz="1200" dirty="0"/>
        </a:p>
      </dgm:t>
    </dgm:pt>
    <dgm:pt modelId="{D2355E1C-9101-B540-95BC-B9DCB7A7AF63}" type="parTrans" cxnId="{7AD2799F-631E-9C4F-803A-ECAA5A4DCE0F}">
      <dgm:prSet/>
      <dgm:spPr/>
      <dgm:t>
        <a:bodyPr/>
        <a:lstStyle/>
        <a:p>
          <a:endParaRPr lang="en-GB"/>
        </a:p>
      </dgm:t>
    </dgm:pt>
    <dgm:pt modelId="{66390CCC-67DA-D44C-B4AB-A3F279C48D09}" type="sibTrans" cxnId="{7AD2799F-631E-9C4F-803A-ECAA5A4DCE0F}">
      <dgm:prSet/>
      <dgm:spPr/>
      <dgm:t>
        <a:bodyPr/>
        <a:lstStyle/>
        <a:p>
          <a:endParaRPr lang="en-GB"/>
        </a:p>
      </dgm:t>
    </dgm:pt>
    <dgm:pt modelId="{4CF02CA7-C0B6-8447-8377-2EEEFEA156E5}">
      <dgm:prSet phldrT="[Text]"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sz="1800" dirty="0"/>
            <a:t>Logistic Regression</a:t>
          </a:r>
        </a:p>
      </dgm:t>
    </dgm:pt>
    <dgm:pt modelId="{D8451924-84C1-7544-9B4C-8B3882BF3FF9}" type="parTrans" cxnId="{31E22415-9362-5745-ACE0-F72EA14D2DD4}">
      <dgm:prSet/>
      <dgm:spPr/>
      <dgm:t>
        <a:bodyPr/>
        <a:lstStyle/>
        <a:p>
          <a:endParaRPr lang="en-GB"/>
        </a:p>
      </dgm:t>
    </dgm:pt>
    <dgm:pt modelId="{5DC730A1-4123-8047-AB04-F0912A8ED1BB}" type="sibTrans" cxnId="{31E22415-9362-5745-ACE0-F72EA14D2DD4}">
      <dgm:prSet/>
      <dgm:spPr/>
      <dgm:t>
        <a:bodyPr/>
        <a:lstStyle/>
        <a:p>
          <a:endParaRPr lang="en-GB"/>
        </a:p>
      </dgm:t>
    </dgm:pt>
    <dgm:pt modelId="{0AA14EDA-5C30-CE49-B447-49C79B63DE94}">
      <dgm:prSet phldrT="[Text]"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pPr>
            <a:buFont typeface="+mj-lt"/>
            <a:buAutoNum type="arabicParenR"/>
          </a:pPr>
          <a:r>
            <a:rPr lang="en-US" sz="1200" dirty="0"/>
            <a:t>no. of claims</a:t>
          </a:r>
          <a:endParaRPr lang="en-GB" sz="1200" dirty="0"/>
        </a:p>
      </dgm:t>
    </dgm:pt>
    <dgm:pt modelId="{D6FDED25-EF3C-B644-9635-D77F82C9CB1B}" type="parTrans" cxnId="{A3AEEC74-1979-F943-B781-EE46A366A71F}">
      <dgm:prSet/>
      <dgm:spPr/>
      <dgm:t>
        <a:bodyPr/>
        <a:lstStyle/>
        <a:p>
          <a:endParaRPr lang="en-GB"/>
        </a:p>
      </dgm:t>
    </dgm:pt>
    <dgm:pt modelId="{B1532985-A355-DB4C-8EE3-0C0297E6BD20}" type="sibTrans" cxnId="{A3AEEC74-1979-F943-B781-EE46A366A71F}">
      <dgm:prSet/>
      <dgm:spPr/>
      <dgm:t>
        <a:bodyPr/>
        <a:lstStyle/>
        <a:p>
          <a:endParaRPr lang="en-GB"/>
        </a:p>
      </dgm:t>
    </dgm:pt>
    <dgm:pt modelId="{2005CD24-F1AD-FB47-8D32-D854C94BAD55}">
      <dgm:prSet custT="1"/>
      <dgm:spPr/>
      <dgm:t>
        <a:bodyPr/>
        <a:lstStyle/>
        <a:p>
          <a:r>
            <a:rPr lang="en-US" sz="1200" dirty="0"/>
            <a:t> Post code</a:t>
          </a:r>
          <a:endParaRPr lang="en-IN" sz="1200" dirty="0"/>
        </a:p>
      </dgm:t>
    </dgm:pt>
    <dgm:pt modelId="{FEF99984-32E6-0C44-8713-F186FB3EA8C0}" type="parTrans" cxnId="{65194FF7-494A-3745-B739-D3AE9CBA21D3}">
      <dgm:prSet/>
      <dgm:spPr/>
      <dgm:t>
        <a:bodyPr/>
        <a:lstStyle/>
        <a:p>
          <a:endParaRPr lang="en-GB"/>
        </a:p>
      </dgm:t>
    </dgm:pt>
    <dgm:pt modelId="{C4997B87-6230-1B44-A9FB-24933A2B92BC}" type="sibTrans" cxnId="{65194FF7-494A-3745-B739-D3AE9CBA21D3}">
      <dgm:prSet/>
      <dgm:spPr/>
      <dgm:t>
        <a:bodyPr/>
        <a:lstStyle/>
        <a:p>
          <a:endParaRPr lang="en-GB"/>
        </a:p>
      </dgm:t>
    </dgm:pt>
    <dgm:pt modelId="{EC43FB96-46EB-CF4B-8A48-498EA52C5120}">
      <dgm:prSet custT="1"/>
      <dgm:spPr/>
      <dgm:t>
        <a:bodyPr/>
        <a:lstStyle/>
        <a:p>
          <a:r>
            <a:rPr lang="en-US" sz="1200" dirty="0"/>
            <a:t>Vehicle age</a:t>
          </a:r>
          <a:endParaRPr lang="en-IN" sz="1200" dirty="0"/>
        </a:p>
      </dgm:t>
    </dgm:pt>
    <dgm:pt modelId="{4E57745D-0E2C-9B46-B258-1CB010CED94E}" type="parTrans" cxnId="{CE736194-BBAF-CD40-8552-AEFF1CB0B164}">
      <dgm:prSet/>
      <dgm:spPr/>
      <dgm:t>
        <a:bodyPr/>
        <a:lstStyle/>
        <a:p>
          <a:endParaRPr lang="en-GB"/>
        </a:p>
      </dgm:t>
    </dgm:pt>
    <dgm:pt modelId="{9245701A-041E-F44E-B93E-8D1D4EB002E2}" type="sibTrans" cxnId="{CE736194-BBAF-CD40-8552-AEFF1CB0B164}">
      <dgm:prSet/>
      <dgm:spPr/>
      <dgm:t>
        <a:bodyPr/>
        <a:lstStyle/>
        <a:p>
          <a:endParaRPr lang="en-GB"/>
        </a:p>
      </dgm:t>
    </dgm:pt>
    <dgm:pt modelId="{5D9CC161-17BC-E249-8DF6-249B801DD24B}">
      <dgm:prSet custT="1"/>
      <dgm:spPr/>
      <dgm:t>
        <a:bodyPr/>
        <a:lstStyle/>
        <a:p>
          <a:r>
            <a:rPr lang="en-US" sz="1200" dirty="0"/>
            <a:t>Make</a:t>
          </a:r>
          <a:endParaRPr lang="en-IN" sz="1200" dirty="0"/>
        </a:p>
      </dgm:t>
    </dgm:pt>
    <dgm:pt modelId="{56673264-07B3-4042-9518-D31A977D231D}" type="parTrans" cxnId="{4D1EC640-955D-9F42-9B15-E0F2AB551B1A}">
      <dgm:prSet/>
      <dgm:spPr/>
      <dgm:t>
        <a:bodyPr/>
        <a:lstStyle/>
        <a:p>
          <a:endParaRPr lang="en-GB"/>
        </a:p>
      </dgm:t>
    </dgm:pt>
    <dgm:pt modelId="{2FBC54BC-0828-2943-B06F-96F17F1297B6}" type="sibTrans" cxnId="{4D1EC640-955D-9F42-9B15-E0F2AB551B1A}">
      <dgm:prSet/>
      <dgm:spPr/>
      <dgm:t>
        <a:bodyPr/>
        <a:lstStyle/>
        <a:p>
          <a:endParaRPr lang="en-GB"/>
        </a:p>
      </dgm:t>
    </dgm:pt>
    <dgm:pt modelId="{2230E1A3-6F00-B745-8FA3-C60B9DF5A981}">
      <dgm:prSet custT="1"/>
      <dgm:spPr/>
      <dgm:t>
        <a:bodyPr/>
        <a:lstStyle/>
        <a:p>
          <a:r>
            <a:rPr lang="en-US" sz="1200" dirty="0"/>
            <a:t>No. of claims</a:t>
          </a:r>
          <a:endParaRPr lang="en-IN" sz="1200" dirty="0"/>
        </a:p>
      </dgm:t>
    </dgm:pt>
    <dgm:pt modelId="{58C7F812-FF40-0D4F-9261-52C971C98F52}" type="parTrans" cxnId="{2996749A-43C7-554E-A25B-4E1547C419BD}">
      <dgm:prSet/>
      <dgm:spPr/>
      <dgm:t>
        <a:bodyPr/>
        <a:lstStyle/>
        <a:p>
          <a:endParaRPr lang="en-GB"/>
        </a:p>
      </dgm:t>
    </dgm:pt>
    <dgm:pt modelId="{1D5831ED-FC5E-4B44-9193-200601110FD4}" type="sibTrans" cxnId="{2996749A-43C7-554E-A25B-4E1547C419BD}">
      <dgm:prSet/>
      <dgm:spPr/>
      <dgm:t>
        <a:bodyPr/>
        <a:lstStyle/>
        <a:p>
          <a:endParaRPr lang="en-GB"/>
        </a:p>
      </dgm:t>
    </dgm:pt>
    <dgm:pt modelId="{298099C8-E3F8-7C4A-99E7-BFC86709546C}">
      <dgm:prSet custT="1"/>
      <dgm:spPr/>
      <dgm:t>
        <a:bodyPr/>
        <a:lstStyle/>
        <a:p>
          <a:r>
            <a:rPr lang="en-US" sz="1200" dirty="0"/>
            <a:t>NCB Percentage</a:t>
          </a:r>
          <a:endParaRPr lang="en-IN" sz="1200" dirty="0"/>
        </a:p>
      </dgm:t>
    </dgm:pt>
    <dgm:pt modelId="{8AFE5E39-4D33-414A-937B-705DA7911706}" type="parTrans" cxnId="{DD8928C0-B287-5E42-A4D1-502619FBB07A}">
      <dgm:prSet/>
      <dgm:spPr/>
      <dgm:t>
        <a:bodyPr/>
        <a:lstStyle/>
        <a:p>
          <a:endParaRPr lang="en-GB"/>
        </a:p>
      </dgm:t>
    </dgm:pt>
    <dgm:pt modelId="{F604120F-6C27-D44B-BD00-90B32965805D}" type="sibTrans" cxnId="{DD8928C0-B287-5E42-A4D1-502619FBB07A}">
      <dgm:prSet/>
      <dgm:spPr/>
      <dgm:t>
        <a:bodyPr/>
        <a:lstStyle/>
        <a:p>
          <a:endParaRPr lang="en-GB"/>
        </a:p>
      </dgm:t>
    </dgm:pt>
    <dgm:pt modelId="{C8CE9354-B317-E745-BCF6-3714EBE9397B}">
      <dgm:prSet custT="1"/>
      <dgm:spPr/>
      <dgm:t>
        <a:bodyPr/>
        <a:lstStyle/>
        <a:p>
          <a:r>
            <a:rPr lang="en-IN" sz="1200" dirty="0"/>
            <a:t>Period</a:t>
          </a:r>
        </a:p>
      </dgm:t>
    </dgm:pt>
    <dgm:pt modelId="{8289A4BF-4C00-8D46-A7F7-1C3908E371BF}" type="parTrans" cxnId="{4C6C7FB9-315A-7045-8355-7DDF777D8427}">
      <dgm:prSet/>
      <dgm:spPr/>
      <dgm:t>
        <a:bodyPr/>
        <a:lstStyle/>
        <a:p>
          <a:endParaRPr lang="en-GB"/>
        </a:p>
      </dgm:t>
    </dgm:pt>
    <dgm:pt modelId="{A87F99C5-94B5-9F44-908D-2A7B83152BCE}" type="sibTrans" cxnId="{4C6C7FB9-315A-7045-8355-7DDF777D8427}">
      <dgm:prSet/>
      <dgm:spPr/>
      <dgm:t>
        <a:bodyPr/>
        <a:lstStyle/>
        <a:p>
          <a:endParaRPr lang="en-GB"/>
        </a:p>
      </dgm:t>
    </dgm:pt>
    <dgm:pt modelId="{E6E0940E-12A6-2048-9C34-9FF5660A4960}">
      <dgm:prSet custT="1"/>
      <dgm:spPr/>
      <dgm:t>
        <a:bodyPr/>
        <a:lstStyle/>
        <a:p>
          <a:r>
            <a:rPr lang="en-US" sz="1200" dirty="0"/>
            <a:t>Cubic Capacity</a:t>
          </a:r>
          <a:endParaRPr lang="en-IN" sz="1200" dirty="0"/>
        </a:p>
      </dgm:t>
    </dgm:pt>
    <dgm:pt modelId="{97ECF149-5E4A-3846-97BF-489B3E200068}" type="parTrans" cxnId="{0089EC98-1E4F-9B46-8B65-2F6BFA1C624C}">
      <dgm:prSet/>
      <dgm:spPr/>
      <dgm:t>
        <a:bodyPr/>
        <a:lstStyle/>
        <a:p>
          <a:endParaRPr lang="en-GB"/>
        </a:p>
      </dgm:t>
    </dgm:pt>
    <dgm:pt modelId="{C11A6C33-9CE0-704F-AFC0-62520FA6BA51}" type="sibTrans" cxnId="{0089EC98-1E4F-9B46-8B65-2F6BFA1C624C}">
      <dgm:prSet/>
      <dgm:spPr/>
      <dgm:t>
        <a:bodyPr/>
        <a:lstStyle/>
        <a:p>
          <a:endParaRPr lang="en-GB"/>
        </a:p>
      </dgm:t>
    </dgm:pt>
    <dgm:pt modelId="{E4F99807-0A73-E04D-96A2-EF94F4A2F08B}">
      <dgm:prSet custT="1"/>
      <dgm:spPr/>
      <dgm:t>
        <a:bodyPr/>
        <a:lstStyle/>
        <a:p>
          <a:r>
            <a:rPr lang="en-US" sz="1200" dirty="0"/>
            <a:t>Act / Non-Act</a:t>
          </a:r>
          <a:endParaRPr lang="en-IN" sz="1200" dirty="0"/>
        </a:p>
      </dgm:t>
    </dgm:pt>
    <dgm:pt modelId="{CF376BEA-B711-CF49-A9C4-CF92A35FD28F}" type="parTrans" cxnId="{950177E8-3ADC-0E47-B2E0-93F7D5969FDE}">
      <dgm:prSet/>
      <dgm:spPr/>
      <dgm:t>
        <a:bodyPr/>
        <a:lstStyle/>
        <a:p>
          <a:endParaRPr lang="en-GB"/>
        </a:p>
      </dgm:t>
    </dgm:pt>
    <dgm:pt modelId="{339986CC-128E-2E46-BC38-B61E6BDF9542}" type="sibTrans" cxnId="{950177E8-3ADC-0E47-B2E0-93F7D5969FDE}">
      <dgm:prSet/>
      <dgm:spPr/>
      <dgm:t>
        <a:bodyPr/>
        <a:lstStyle/>
        <a:p>
          <a:endParaRPr lang="en-GB"/>
        </a:p>
      </dgm:t>
    </dgm:pt>
    <dgm:pt modelId="{E89827B6-E33F-6C45-86A9-6793F1BC720E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Act / Non-Act</a:t>
          </a:r>
          <a:endParaRPr lang="en-IN" sz="1200" dirty="0"/>
        </a:p>
      </dgm:t>
    </dgm:pt>
    <dgm:pt modelId="{7E5CE9FE-4E31-3144-A69F-93D1621548B3}" type="parTrans" cxnId="{DB106041-28FB-8647-A34D-2E539D159D10}">
      <dgm:prSet/>
      <dgm:spPr/>
      <dgm:t>
        <a:bodyPr/>
        <a:lstStyle/>
        <a:p>
          <a:endParaRPr lang="en-GB"/>
        </a:p>
      </dgm:t>
    </dgm:pt>
    <dgm:pt modelId="{64A00072-4936-1C43-A4C6-78438C83F197}" type="sibTrans" cxnId="{DB106041-28FB-8647-A34D-2E539D159D10}">
      <dgm:prSet/>
      <dgm:spPr/>
      <dgm:t>
        <a:bodyPr/>
        <a:lstStyle/>
        <a:p>
          <a:endParaRPr lang="en-GB"/>
        </a:p>
      </dgm:t>
    </dgm:pt>
    <dgm:pt modelId="{C4A691B7-D678-3642-9B1F-7781F277468F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NCB Percentage</a:t>
          </a:r>
          <a:endParaRPr lang="en-IN" sz="1200" dirty="0"/>
        </a:p>
      </dgm:t>
    </dgm:pt>
    <dgm:pt modelId="{DDA160DD-484B-CB49-891A-9706DCFDE110}" type="parTrans" cxnId="{AA505632-2CB3-1546-8512-FA0AE12139B2}">
      <dgm:prSet/>
      <dgm:spPr/>
      <dgm:t>
        <a:bodyPr/>
        <a:lstStyle/>
        <a:p>
          <a:endParaRPr lang="en-GB"/>
        </a:p>
      </dgm:t>
    </dgm:pt>
    <dgm:pt modelId="{C7900008-C635-A648-A9D2-87A8DC27B41F}" type="sibTrans" cxnId="{AA505632-2CB3-1546-8512-FA0AE12139B2}">
      <dgm:prSet/>
      <dgm:spPr/>
      <dgm:t>
        <a:bodyPr/>
        <a:lstStyle/>
        <a:p>
          <a:endParaRPr lang="en-GB"/>
        </a:p>
      </dgm:t>
    </dgm:pt>
    <dgm:pt modelId="{8E8415C5-6DE4-AB47-8F5A-D8890A4D62D9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Customer age</a:t>
          </a:r>
          <a:endParaRPr lang="en-IN" sz="1200" dirty="0"/>
        </a:p>
      </dgm:t>
    </dgm:pt>
    <dgm:pt modelId="{C9B91C20-1A53-8941-BBB4-03B7B71B85E7}" type="parTrans" cxnId="{B8DCB6E3-1FD8-0D42-A32A-5A4ED3CCC26F}">
      <dgm:prSet/>
      <dgm:spPr/>
      <dgm:t>
        <a:bodyPr/>
        <a:lstStyle/>
        <a:p>
          <a:endParaRPr lang="en-GB"/>
        </a:p>
      </dgm:t>
    </dgm:pt>
    <dgm:pt modelId="{775A337A-3861-9949-A844-299CD389D4BB}" type="sibTrans" cxnId="{B8DCB6E3-1FD8-0D42-A32A-5A4ED3CCC26F}">
      <dgm:prSet/>
      <dgm:spPr/>
      <dgm:t>
        <a:bodyPr/>
        <a:lstStyle/>
        <a:p>
          <a:endParaRPr lang="en-GB"/>
        </a:p>
      </dgm:t>
    </dgm:pt>
    <dgm:pt modelId="{9E999499-57F3-FD41-9A74-1DBF3E5B07FE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 Preferred segment</a:t>
          </a:r>
          <a:endParaRPr lang="en-IN" sz="1200" dirty="0"/>
        </a:p>
      </dgm:t>
    </dgm:pt>
    <dgm:pt modelId="{3AB25C6F-FF5E-2A4C-B4C6-7E91B2E5AA90}" type="parTrans" cxnId="{FCA99F41-FC14-F14D-AD98-CEB7048DEDAF}">
      <dgm:prSet/>
      <dgm:spPr/>
      <dgm:t>
        <a:bodyPr/>
        <a:lstStyle/>
        <a:p>
          <a:endParaRPr lang="en-GB"/>
        </a:p>
      </dgm:t>
    </dgm:pt>
    <dgm:pt modelId="{FC8915FB-132F-0941-9F66-0149490CB3B1}" type="sibTrans" cxnId="{FCA99F41-FC14-F14D-AD98-CEB7048DEDAF}">
      <dgm:prSet/>
      <dgm:spPr/>
      <dgm:t>
        <a:bodyPr/>
        <a:lstStyle/>
        <a:p>
          <a:endParaRPr lang="en-GB"/>
        </a:p>
      </dgm:t>
    </dgm:pt>
    <dgm:pt modelId="{B2AB6C32-542B-9341-A45C-0F782FE3B65B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Make</a:t>
          </a:r>
          <a:endParaRPr lang="en-IN" sz="1200" dirty="0"/>
        </a:p>
      </dgm:t>
    </dgm:pt>
    <dgm:pt modelId="{B1D3D67C-987D-F44E-9E1D-72E72E465FB0}" type="parTrans" cxnId="{9AAA4282-035E-0F46-A7D5-E85E41AA8720}">
      <dgm:prSet/>
      <dgm:spPr/>
      <dgm:t>
        <a:bodyPr/>
        <a:lstStyle/>
        <a:p>
          <a:endParaRPr lang="en-GB"/>
        </a:p>
      </dgm:t>
    </dgm:pt>
    <dgm:pt modelId="{E9414A9B-5006-F441-91B5-9BB1CBB9EC0A}" type="sibTrans" cxnId="{9AAA4282-035E-0F46-A7D5-E85E41AA8720}">
      <dgm:prSet/>
      <dgm:spPr/>
      <dgm:t>
        <a:bodyPr/>
        <a:lstStyle/>
        <a:p>
          <a:endParaRPr lang="en-GB"/>
        </a:p>
      </dgm:t>
    </dgm:pt>
    <dgm:pt modelId="{E02C8E6B-3513-C249-A17D-4415E76EA642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Vehicle age</a:t>
          </a:r>
          <a:endParaRPr lang="en-IN" sz="1200" dirty="0"/>
        </a:p>
      </dgm:t>
    </dgm:pt>
    <dgm:pt modelId="{7036B0B3-99FF-904D-AE5D-9AAECA5716A9}" type="parTrans" cxnId="{181C2014-DA4F-D043-B777-B59F165E7CBB}">
      <dgm:prSet/>
      <dgm:spPr/>
      <dgm:t>
        <a:bodyPr/>
        <a:lstStyle/>
        <a:p>
          <a:endParaRPr lang="en-GB"/>
        </a:p>
      </dgm:t>
    </dgm:pt>
    <dgm:pt modelId="{D47ADCCA-4C63-A54C-9882-7FB194926D20}" type="sibTrans" cxnId="{181C2014-DA4F-D043-B777-B59F165E7CBB}">
      <dgm:prSet/>
      <dgm:spPr/>
      <dgm:t>
        <a:bodyPr/>
        <a:lstStyle/>
        <a:p>
          <a:endParaRPr lang="en-GB"/>
        </a:p>
      </dgm:t>
    </dgm:pt>
    <dgm:pt modelId="{520B3AA6-0583-6C4A-B9C4-8DABBADF912E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IN" sz="1200" dirty="0"/>
            <a:t>Cubic Capacity</a:t>
          </a:r>
        </a:p>
      </dgm:t>
    </dgm:pt>
    <dgm:pt modelId="{123BA5A8-0ABF-774F-869F-D2DD08E87993}" type="parTrans" cxnId="{6F41DD7D-D745-4E4D-944B-6BFAE6C6BEA5}">
      <dgm:prSet/>
      <dgm:spPr/>
      <dgm:t>
        <a:bodyPr/>
        <a:lstStyle/>
        <a:p>
          <a:endParaRPr lang="en-GB"/>
        </a:p>
      </dgm:t>
    </dgm:pt>
    <dgm:pt modelId="{7A0DB76E-127E-0C4E-B965-F14F6B79EFAF}" type="sibTrans" cxnId="{6F41DD7D-D745-4E4D-944B-6BFAE6C6BEA5}">
      <dgm:prSet/>
      <dgm:spPr/>
      <dgm:t>
        <a:bodyPr/>
        <a:lstStyle/>
        <a:p>
          <a:endParaRPr lang="en-GB"/>
        </a:p>
      </dgm:t>
    </dgm:pt>
    <dgm:pt modelId="{AAF4D5CC-5B53-5241-B68F-3B390A408D98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Customer gender</a:t>
          </a:r>
          <a:endParaRPr lang="en-IN" sz="1200" dirty="0"/>
        </a:p>
      </dgm:t>
    </dgm:pt>
    <dgm:pt modelId="{CFF076F6-AC6A-444D-B6BF-0787AD8B8E4C}" type="parTrans" cxnId="{D99057FB-2F39-C44F-A0CE-B780C6F5015A}">
      <dgm:prSet/>
      <dgm:spPr/>
      <dgm:t>
        <a:bodyPr/>
        <a:lstStyle/>
        <a:p>
          <a:endParaRPr lang="en-GB"/>
        </a:p>
      </dgm:t>
    </dgm:pt>
    <dgm:pt modelId="{6EAC0996-3EB6-854A-BA4E-363017774B71}" type="sibTrans" cxnId="{D99057FB-2F39-C44F-A0CE-B780C6F5015A}">
      <dgm:prSet/>
      <dgm:spPr/>
      <dgm:t>
        <a:bodyPr/>
        <a:lstStyle/>
        <a:p>
          <a:endParaRPr lang="en-GB"/>
        </a:p>
      </dgm:t>
    </dgm:pt>
    <dgm:pt modelId="{ECA0A362-003F-B040-9565-C4932DFD7466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IN" sz="1200" dirty="0"/>
            <a:t>Act / Non-Act</a:t>
          </a:r>
        </a:p>
      </dgm:t>
    </dgm:pt>
    <dgm:pt modelId="{2715F908-E2DC-1C43-B48D-211CADB2FDB3}" type="parTrans" cxnId="{3931D167-CD26-B140-86B4-C70BC881FA87}">
      <dgm:prSet/>
      <dgm:spPr/>
      <dgm:t>
        <a:bodyPr/>
        <a:lstStyle/>
        <a:p>
          <a:endParaRPr lang="en-GB"/>
        </a:p>
      </dgm:t>
    </dgm:pt>
    <dgm:pt modelId="{B2873E60-2898-1949-AF39-2FD5B2FF6674}" type="sibTrans" cxnId="{3931D167-CD26-B140-86B4-C70BC881FA87}">
      <dgm:prSet/>
      <dgm:spPr/>
      <dgm:t>
        <a:bodyPr/>
        <a:lstStyle/>
        <a:p>
          <a:endParaRPr lang="en-GB"/>
        </a:p>
      </dgm:t>
    </dgm:pt>
    <dgm:pt modelId="{0820AF4A-7669-AC48-B641-0EE22D533104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IN" sz="1200" dirty="0"/>
            <a:t>Cubic Capacity</a:t>
          </a:r>
        </a:p>
      </dgm:t>
    </dgm:pt>
    <dgm:pt modelId="{BE016ED3-4C6E-174E-988E-A6E062ADFEB9}" type="parTrans" cxnId="{6C25498E-1F3A-DA43-B1FE-FDB7C8D41834}">
      <dgm:prSet/>
      <dgm:spPr/>
      <dgm:t>
        <a:bodyPr/>
        <a:lstStyle/>
        <a:p>
          <a:endParaRPr lang="en-GB"/>
        </a:p>
      </dgm:t>
    </dgm:pt>
    <dgm:pt modelId="{155EE06D-B717-8E4E-B115-D14B5F65163B}" type="sibTrans" cxnId="{6C25498E-1F3A-DA43-B1FE-FDB7C8D41834}">
      <dgm:prSet/>
      <dgm:spPr/>
      <dgm:t>
        <a:bodyPr/>
        <a:lstStyle/>
        <a:p>
          <a:endParaRPr lang="en-GB"/>
        </a:p>
      </dgm:t>
    </dgm:pt>
    <dgm:pt modelId="{447BC6E6-5414-C74C-9930-7FE52A906490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NCB Percentage</a:t>
          </a:r>
          <a:endParaRPr lang="en-IN" sz="1200" dirty="0"/>
        </a:p>
      </dgm:t>
    </dgm:pt>
    <dgm:pt modelId="{D1B4692A-60ED-994D-BE6D-CAA0531E5753}" type="parTrans" cxnId="{E29AA14D-E7F9-C647-A7AB-C5EC6199B31F}">
      <dgm:prSet/>
      <dgm:spPr/>
      <dgm:t>
        <a:bodyPr/>
        <a:lstStyle/>
        <a:p>
          <a:endParaRPr lang="en-GB"/>
        </a:p>
      </dgm:t>
    </dgm:pt>
    <dgm:pt modelId="{1907FE9D-59C9-9C47-8A70-2E3E1B7D9450}" type="sibTrans" cxnId="{E29AA14D-E7F9-C647-A7AB-C5EC6199B31F}">
      <dgm:prSet/>
      <dgm:spPr/>
      <dgm:t>
        <a:bodyPr/>
        <a:lstStyle/>
        <a:p>
          <a:endParaRPr lang="en-GB"/>
        </a:p>
      </dgm:t>
    </dgm:pt>
    <dgm:pt modelId="{E036DB40-25AC-B449-82FD-9CF8ED6CFECF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Vehicle age</a:t>
          </a:r>
          <a:endParaRPr lang="en-IN" sz="1200" dirty="0"/>
        </a:p>
      </dgm:t>
    </dgm:pt>
    <dgm:pt modelId="{E13EE7B1-711A-D246-88F1-3019A794E8E1}" type="parTrans" cxnId="{4BEA5235-D4DA-9E4D-85E7-2BDA879E5CEE}">
      <dgm:prSet/>
      <dgm:spPr/>
      <dgm:t>
        <a:bodyPr/>
        <a:lstStyle/>
        <a:p>
          <a:endParaRPr lang="en-GB"/>
        </a:p>
      </dgm:t>
    </dgm:pt>
    <dgm:pt modelId="{3F5F2AF4-7FBB-AA4B-8CE8-B4CFC75C72D9}" type="sibTrans" cxnId="{4BEA5235-D4DA-9E4D-85E7-2BDA879E5CEE}">
      <dgm:prSet/>
      <dgm:spPr/>
      <dgm:t>
        <a:bodyPr/>
        <a:lstStyle/>
        <a:p>
          <a:endParaRPr lang="en-GB"/>
        </a:p>
      </dgm:t>
    </dgm:pt>
    <dgm:pt modelId="{8C0D3715-7DBA-7A43-8753-8E47F246862E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Post code</a:t>
          </a:r>
          <a:endParaRPr lang="en-IN" sz="1200" dirty="0"/>
        </a:p>
      </dgm:t>
    </dgm:pt>
    <dgm:pt modelId="{2245FA55-F9D5-0249-A72D-039E7D67C2A6}" type="parTrans" cxnId="{B75754E5-556E-5E4B-B52B-BBC8B30FFA59}">
      <dgm:prSet/>
      <dgm:spPr/>
      <dgm:t>
        <a:bodyPr/>
        <a:lstStyle/>
        <a:p>
          <a:endParaRPr lang="en-GB"/>
        </a:p>
      </dgm:t>
    </dgm:pt>
    <dgm:pt modelId="{0903B989-3D24-3748-8808-4DA11ABAF112}" type="sibTrans" cxnId="{B75754E5-556E-5E4B-B52B-BBC8B30FFA59}">
      <dgm:prSet/>
      <dgm:spPr/>
      <dgm:t>
        <a:bodyPr/>
        <a:lstStyle/>
        <a:p>
          <a:endParaRPr lang="en-GB"/>
        </a:p>
      </dgm:t>
    </dgm:pt>
    <dgm:pt modelId="{813C6386-3132-5E4B-AC82-21AA24CD2839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Preferred segment</a:t>
          </a:r>
          <a:endParaRPr lang="en-IN" sz="1200" dirty="0"/>
        </a:p>
      </dgm:t>
    </dgm:pt>
    <dgm:pt modelId="{DBD7ED83-A964-9345-84CF-CD10B5EDEC08}" type="parTrans" cxnId="{90DAD7B1-460C-0A4D-8F9C-2A3AD7B3E218}">
      <dgm:prSet/>
      <dgm:spPr/>
      <dgm:t>
        <a:bodyPr/>
        <a:lstStyle/>
        <a:p>
          <a:endParaRPr lang="en-GB"/>
        </a:p>
      </dgm:t>
    </dgm:pt>
    <dgm:pt modelId="{699ED5FF-AB27-2241-B441-6BA8D7C09646}" type="sibTrans" cxnId="{90DAD7B1-460C-0A4D-8F9C-2A3AD7B3E218}">
      <dgm:prSet/>
      <dgm:spPr/>
      <dgm:t>
        <a:bodyPr/>
        <a:lstStyle/>
        <a:p>
          <a:endParaRPr lang="en-GB"/>
        </a:p>
      </dgm:t>
    </dgm:pt>
    <dgm:pt modelId="{D7345D45-4E95-8342-90D3-6CD5EB0EC418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Customer Gender</a:t>
          </a:r>
          <a:endParaRPr lang="en-IN" sz="1200" dirty="0"/>
        </a:p>
      </dgm:t>
    </dgm:pt>
    <dgm:pt modelId="{DF0ED754-9F58-8C4A-953D-C5CD70D477D3}" type="parTrans" cxnId="{76537A9D-8493-DD44-84C2-49A8FCEAF361}">
      <dgm:prSet/>
      <dgm:spPr/>
      <dgm:t>
        <a:bodyPr/>
        <a:lstStyle/>
        <a:p>
          <a:endParaRPr lang="en-GB"/>
        </a:p>
      </dgm:t>
    </dgm:pt>
    <dgm:pt modelId="{BEF6E288-BB62-B74D-8425-F45DD0B6D0BE}" type="sibTrans" cxnId="{76537A9D-8493-DD44-84C2-49A8FCEAF361}">
      <dgm:prSet/>
      <dgm:spPr/>
      <dgm:t>
        <a:bodyPr/>
        <a:lstStyle/>
        <a:p>
          <a:endParaRPr lang="en-GB"/>
        </a:p>
      </dgm:t>
    </dgm:pt>
    <dgm:pt modelId="{37BC3F7B-3490-1D4D-85B8-32EED70E0A96}">
      <dgm:prSet custT="1"/>
      <dgm:spPr>
        <a:solidFill>
          <a:schemeClr val="bg1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200" dirty="0"/>
            <a:t>Make</a:t>
          </a:r>
          <a:endParaRPr lang="en-IN" sz="900" dirty="0"/>
        </a:p>
      </dgm:t>
    </dgm:pt>
    <dgm:pt modelId="{6F253B87-142F-F849-8AD1-593D63F90AA4}" type="parTrans" cxnId="{47F4274A-6C80-F046-A818-D3ACFF3D5D1F}">
      <dgm:prSet/>
      <dgm:spPr/>
      <dgm:t>
        <a:bodyPr/>
        <a:lstStyle/>
        <a:p>
          <a:endParaRPr lang="en-GB"/>
        </a:p>
      </dgm:t>
    </dgm:pt>
    <dgm:pt modelId="{F58F54C8-9EB0-4448-B22F-0C558ED22047}" type="sibTrans" cxnId="{47F4274A-6C80-F046-A818-D3ACFF3D5D1F}">
      <dgm:prSet/>
      <dgm:spPr/>
      <dgm:t>
        <a:bodyPr/>
        <a:lstStyle/>
        <a:p>
          <a:endParaRPr lang="en-GB"/>
        </a:p>
      </dgm:t>
    </dgm:pt>
    <dgm:pt modelId="{654A6578-E8F4-3140-BD1F-3AF4F31AFC79}" type="pres">
      <dgm:prSet presAssocID="{4ED48F08-A487-D742-879A-1559B18E5133}" presName="theList" presStyleCnt="0">
        <dgm:presLayoutVars>
          <dgm:dir/>
          <dgm:animLvl val="lvl"/>
          <dgm:resizeHandles val="exact"/>
        </dgm:presLayoutVars>
      </dgm:prSet>
      <dgm:spPr/>
    </dgm:pt>
    <dgm:pt modelId="{34403881-457F-FF42-B50B-64BD8EA7EA6A}" type="pres">
      <dgm:prSet presAssocID="{785EDE78-C059-B147-A673-335D41847FB5}" presName="compNode" presStyleCnt="0"/>
      <dgm:spPr/>
    </dgm:pt>
    <dgm:pt modelId="{726A1D96-C5E6-354B-90CE-0DB6E7DFDEDA}" type="pres">
      <dgm:prSet presAssocID="{785EDE78-C059-B147-A673-335D41847FB5}" presName="aNode" presStyleLbl="bgShp" presStyleIdx="0" presStyleCnt="3"/>
      <dgm:spPr/>
    </dgm:pt>
    <dgm:pt modelId="{B9A7963C-BEFA-CE45-A1C6-BFBEB5FBE693}" type="pres">
      <dgm:prSet presAssocID="{785EDE78-C059-B147-A673-335D41847FB5}" presName="textNode" presStyleLbl="bgShp" presStyleIdx="0" presStyleCnt="3"/>
      <dgm:spPr/>
    </dgm:pt>
    <dgm:pt modelId="{DCF91C58-8764-E24C-9195-01366B85A495}" type="pres">
      <dgm:prSet presAssocID="{785EDE78-C059-B147-A673-335D41847FB5}" presName="compChildNode" presStyleCnt="0"/>
      <dgm:spPr/>
    </dgm:pt>
    <dgm:pt modelId="{FA2F9E64-CFD5-F24F-B6C3-CD4A3757D2A8}" type="pres">
      <dgm:prSet presAssocID="{785EDE78-C059-B147-A673-335D41847FB5}" presName="theInnerList" presStyleCnt="0"/>
      <dgm:spPr/>
    </dgm:pt>
    <dgm:pt modelId="{770C89BB-B0BF-8244-A855-60882B6ADC6F}" type="pres">
      <dgm:prSet presAssocID="{79D229FA-803F-3844-8805-695096052D2B}" presName="childNode" presStyleLbl="node1" presStyleIdx="0" presStyleCnt="27">
        <dgm:presLayoutVars>
          <dgm:bulletEnabled val="1"/>
        </dgm:presLayoutVars>
      </dgm:prSet>
      <dgm:spPr/>
    </dgm:pt>
    <dgm:pt modelId="{43012C7E-27F2-BA4D-906D-B367627EF50C}" type="pres">
      <dgm:prSet presAssocID="{79D229FA-803F-3844-8805-695096052D2B}" presName="aSpace2" presStyleCnt="0"/>
      <dgm:spPr/>
    </dgm:pt>
    <dgm:pt modelId="{1A462A1F-DAF6-2149-9B4B-3ECBF68AF249}" type="pres">
      <dgm:prSet presAssocID="{2005CD24-F1AD-FB47-8D32-D854C94BAD55}" presName="childNode" presStyleLbl="node1" presStyleIdx="1" presStyleCnt="27">
        <dgm:presLayoutVars>
          <dgm:bulletEnabled val="1"/>
        </dgm:presLayoutVars>
      </dgm:prSet>
      <dgm:spPr/>
    </dgm:pt>
    <dgm:pt modelId="{83C74B7A-8955-C74E-B157-29982D75B7F3}" type="pres">
      <dgm:prSet presAssocID="{2005CD24-F1AD-FB47-8D32-D854C94BAD55}" presName="aSpace2" presStyleCnt="0"/>
      <dgm:spPr/>
    </dgm:pt>
    <dgm:pt modelId="{57765924-3A9F-A849-8659-556D8D56A2F8}" type="pres">
      <dgm:prSet presAssocID="{EC43FB96-46EB-CF4B-8A48-498EA52C5120}" presName="childNode" presStyleLbl="node1" presStyleIdx="2" presStyleCnt="27">
        <dgm:presLayoutVars>
          <dgm:bulletEnabled val="1"/>
        </dgm:presLayoutVars>
      </dgm:prSet>
      <dgm:spPr/>
    </dgm:pt>
    <dgm:pt modelId="{F7575A12-0D76-D049-A792-0FBC23C3B816}" type="pres">
      <dgm:prSet presAssocID="{EC43FB96-46EB-CF4B-8A48-498EA52C5120}" presName="aSpace2" presStyleCnt="0"/>
      <dgm:spPr/>
    </dgm:pt>
    <dgm:pt modelId="{D759923D-81D5-8D49-A567-2A0CEBD22CF7}" type="pres">
      <dgm:prSet presAssocID="{5D9CC161-17BC-E249-8DF6-249B801DD24B}" presName="childNode" presStyleLbl="node1" presStyleIdx="3" presStyleCnt="27">
        <dgm:presLayoutVars>
          <dgm:bulletEnabled val="1"/>
        </dgm:presLayoutVars>
      </dgm:prSet>
      <dgm:spPr/>
    </dgm:pt>
    <dgm:pt modelId="{A8997B0A-5A82-3D47-BDDF-DFD2AF5736BA}" type="pres">
      <dgm:prSet presAssocID="{5D9CC161-17BC-E249-8DF6-249B801DD24B}" presName="aSpace2" presStyleCnt="0"/>
      <dgm:spPr/>
    </dgm:pt>
    <dgm:pt modelId="{5292CF29-6C27-A841-B8F6-F01A19E24A5D}" type="pres">
      <dgm:prSet presAssocID="{2230E1A3-6F00-B745-8FA3-C60B9DF5A981}" presName="childNode" presStyleLbl="node1" presStyleIdx="4" presStyleCnt="27">
        <dgm:presLayoutVars>
          <dgm:bulletEnabled val="1"/>
        </dgm:presLayoutVars>
      </dgm:prSet>
      <dgm:spPr/>
    </dgm:pt>
    <dgm:pt modelId="{2BF5C6DD-A713-A34A-B81B-464DB53AB588}" type="pres">
      <dgm:prSet presAssocID="{2230E1A3-6F00-B745-8FA3-C60B9DF5A981}" presName="aSpace2" presStyleCnt="0"/>
      <dgm:spPr/>
    </dgm:pt>
    <dgm:pt modelId="{750FDCBE-11B7-664D-9BA3-1B89576F51B7}" type="pres">
      <dgm:prSet presAssocID="{298099C8-E3F8-7C4A-99E7-BFC86709546C}" presName="childNode" presStyleLbl="node1" presStyleIdx="5" presStyleCnt="27">
        <dgm:presLayoutVars>
          <dgm:bulletEnabled val="1"/>
        </dgm:presLayoutVars>
      </dgm:prSet>
      <dgm:spPr/>
    </dgm:pt>
    <dgm:pt modelId="{7C8FDD86-C7E6-6945-80BD-7D35AB02B527}" type="pres">
      <dgm:prSet presAssocID="{298099C8-E3F8-7C4A-99E7-BFC86709546C}" presName="aSpace2" presStyleCnt="0"/>
      <dgm:spPr/>
    </dgm:pt>
    <dgm:pt modelId="{6674DDC1-2951-4D41-ABA6-61A635F958D4}" type="pres">
      <dgm:prSet presAssocID="{C8CE9354-B317-E745-BCF6-3714EBE9397B}" presName="childNode" presStyleLbl="node1" presStyleIdx="6" presStyleCnt="27">
        <dgm:presLayoutVars>
          <dgm:bulletEnabled val="1"/>
        </dgm:presLayoutVars>
      </dgm:prSet>
      <dgm:spPr/>
    </dgm:pt>
    <dgm:pt modelId="{ACD0904A-A4AD-F44D-851F-337C218BB1AF}" type="pres">
      <dgm:prSet presAssocID="{C8CE9354-B317-E745-BCF6-3714EBE9397B}" presName="aSpace2" presStyleCnt="0"/>
      <dgm:spPr/>
    </dgm:pt>
    <dgm:pt modelId="{F17E87ED-5D9F-A24E-9076-40FE13FF3429}" type="pres">
      <dgm:prSet presAssocID="{E6E0940E-12A6-2048-9C34-9FF5660A4960}" presName="childNode" presStyleLbl="node1" presStyleIdx="7" presStyleCnt="27">
        <dgm:presLayoutVars>
          <dgm:bulletEnabled val="1"/>
        </dgm:presLayoutVars>
      </dgm:prSet>
      <dgm:spPr/>
    </dgm:pt>
    <dgm:pt modelId="{ADF54D03-089C-3B47-98AB-B335712CF576}" type="pres">
      <dgm:prSet presAssocID="{E6E0940E-12A6-2048-9C34-9FF5660A4960}" presName="aSpace2" presStyleCnt="0"/>
      <dgm:spPr/>
    </dgm:pt>
    <dgm:pt modelId="{1201B4E9-E5B2-234E-AE76-E79A24414C86}" type="pres">
      <dgm:prSet presAssocID="{E4F99807-0A73-E04D-96A2-EF94F4A2F08B}" presName="childNode" presStyleLbl="node1" presStyleIdx="8" presStyleCnt="27">
        <dgm:presLayoutVars>
          <dgm:bulletEnabled val="1"/>
        </dgm:presLayoutVars>
      </dgm:prSet>
      <dgm:spPr/>
    </dgm:pt>
    <dgm:pt modelId="{5CB3F6A0-CE7A-6043-A3AB-25C05624C2C2}" type="pres">
      <dgm:prSet presAssocID="{785EDE78-C059-B147-A673-335D41847FB5}" presName="aSpace" presStyleCnt="0"/>
      <dgm:spPr/>
    </dgm:pt>
    <dgm:pt modelId="{D7C35A53-90AB-D043-AA25-B5EFF3A3C7AC}" type="pres">
      <dgm:prSet presAssocID="{8751F6CE-398B-1C4F-BE1F-CACBB2A497BF}" presName="compNode" presStyleCnt="0"/>
      <dgm:spPr/>
    </dgm:pt>
    <dgm:pt modelId="{B90CB7EF-2969-5847-AFF2-7099C59A3E76}" type="pres">
      <dgm:prSet presAssocID="{8751F6CE-398B-1C4F-BE1F-CACBB2A497BF}" presName="aNode" presStyleLbl="bgShp" presStyleIdx="1" presStyleCnt="3"/>
      <dgm:spPr/>
    </dgm:pt>
    <dgm:pt modelId="{DA30B3E1-5458-FC40-8917-C97EE1AB9098}" type="pres">
      <dgm:prSet presAssocID="{8751F6CE-398B-1C4F-BE1F-CACBB2A497BF}" presName="textNode" presStyleLbl="bgShp" presStyleIdx="1" presStyleCnt="3"/>
      <dgm:spPr/>
    </dgm:pt>
    <dgm:pt modelId="{066149D1-EBD2-3548-9F1F-3246EBA998F6}" type="pres">
      <dgm:prSet presAssocID="{8751F6CE-398B-1C4F-BE1F-CACBB2A497BF}" presName="compChildNode" presStyleCnt="0"/>
      <dgm:spPr/>
    </dgm:pt>
    <dgm:pt modelId="{97D9C838-88BE-5240-B0C1-8FAD3E487B4F}" type="pres">
      <dgm:prSet presAssocID="{8751F6CE-398B-1C4F-BE1F-CACBB2A497BF}" presName="theInnerList" presStyleCnt="0"/>
      <dgm:spPr/>
    </dgm:pt>
    <dgm:pt modelId="{E3AAD716-5D82-7F4A-B193-CB7D42828486}" type="pres">
      <dgm:prSet presAssocID="{1EA970B7-DCEF-DC4A-9211-6E046C4B664D}" presName="childNode" presStyleLbl="node1" presStyleIdx="9" presStyleCnt="27">
        <dgm:presLayoutVars>
          <dgm:bulletEnabled val="1"/>
        </dgm:presLayoutVars>
      </dgm:prSet>
      <dgm:spPr/>
    </dgm:pt>
    <dgm:pt modelId="{80B4D000-55B7-F44E-A92A-8A6526C3F49A}" type="pres">
      <dgm:prSet presAssocID="{1EA970B7-DCEF-DC4A-9211-6E046C4B664D}" presName="aSpace2" presStyleCnt="0"/>
      <dgm:spPr/>
    </dgm:pt>
    <dgm:pt modelId="{1E3BE5E5-AC0C-754A-B1A9-4CA7C01DB8A3}" type="pres">
      <dgm:prSet presAssocID="{E89827B6-E33F-6C45-86A9-6793F1BC720E}" presName="childNode" presStyleLbl="node1" presStyleIdx="10" presStyleCnt="27">
        <dgm:presLayoutVars>
          <dgm:bulletEnabled val="1"/>
        </dgm:presLayoutVars>
      </dgm:prSet>
      <dgm:spPr/>
    </dgm:pt>
    <dgm:pt modelId="{1D93CD88-3A5C-D64E-9716-B91DBD978271}" type="pres">
      <dgm:prSet presAssocID="{E89827B6-E33F-6C45-86A9-6793F1BC720E}" presName="aSpace2" presStyleCnt="0"/>
      <dgm:spPr/>
    </dgm:pt>
    <dgm:pt modelId="{C0CC2C96-2528-AB48-8804-24D39902978E}" type="pres">
      <dgm:prSet presAssocID="{C4A691B7-D678-3642-9B1F-7781F277468F}" presName="childNode" presStyleLbl="node1" presStyleIdx="11" presStyleCnt="27">
        <dgm:presLayoutVars>
          <dgm:bulletEnabled val="1"/>
        </dgm:presLayoutVars>
      </dgm:prSet>
      <dgm:spPr/>
    </dgm:pt>
    <dgm:pt modelId="{0B4FAE76-FBB0-144A-974D-43643CE2A46A}" type="pres">
      <dgm:prSet presAssocID="{C4A691B7-D678-3642-9B1F-7781F277468F}" presName="aSpace2" presStyleCnt="0"/>
      <dgm:spPr/>
    </dgm:pt>
    <dgm:pt modelId="{91C343C1-E4AE-234F-AD29-86900AE40687}" type="pres">
      <dgm:prSet presAssocID="{8E8415C5-6DE4-AB47-8F5A-D8890A4D62D9}" presName="childNode" presStyleLbl="node1" presStyleIdx="12" presStyleCnt="27">
        <dgm:presLayoutVars>
          <dgm:bulletEnabled val="1"/>
        </dgm:presLayoutVars>
      </dgm:prSet>
      <dgm:spPr/>
    </dgm:pt>
    <dgm:pt modelId="{C95AF3FD-32A8-2E4E-9AD7-B14DC6212D6C}" type="pres">
      <dgm:prSet presAssocID="{8E8415C5-6DE4-AB47-8F5A-D8890A4D62D9}" presName="aSpace2" presStyleCnt="0"/>
      <dgm:spPr/>
    </dgm:pt>
    <dgm:pt modelId="{37FBECDB-7636-D24A-8529-9363E5C5EBB8}" type="pres">
      <dgm:prSet presAssocID="{9E999499-57F3-FD41-9A74-1DBF3E5B07FE}" presName="childNode" presStyleLbl="node1" presStyleIdx="13" presStyleCnt="27">
        <dgm:presLayoutVars>
          <dgm:bulletEnabled val="1"/>
        </dgm:presLayoutVars>
      </dgm:prSet>
      <dgm:spPr/>
    </dgm:pt>
    <dgm:pt modelId="{9B3C7801-CB46-2D44-8FD4-0A5C40786D4C}" type="pres">
      <dgm:prSet presAssocID="{9E999499-57F3-FD41-9A74-1DBF3E5B07FE}" presName="aSpace2" presStyleCnt="0"/>
      <dgm:spPr/>
    </dgm:pt>
    <dgm:pt modelId="{C4E4D463-8775-B44E-B9D8-9C2DD834BA8D}" type="pres">
      <dgm:prSet presAssocID="{B2AB6C32-542B-9341-A45C-0F782FE3B65B}" presName="childNode" presStyleLbl="node1" presStyleIdx="14" presStyleCnt="27">
        <dgm:presLayoutVars>
          <dgm:bulletEnabled val="1"/>
        </dgm:presLayoutVars>
      </dgm:prSet>
      <dgm:spPr/>
    </dgm:pt>
    <dgm:pt modelId="{570088CB-BBCA-C445-A6DD-C1233F43C397}" type="pres">
      <dgm:prSet presAssocID="{B2AB6C32-542B-9341-A45C-0F782FE3B65B}" presName="aSpace2" presStyleCnt="0"/>
      <dgm:spPr/>
    </dgm:pt>
    <dgm:pt modelId="{ADF8DD2D-DDE0-6746-8720-8217FDBA26D4}" type="pres">
      <dgm:prSet presAssocID="{E02C8E6B-3513-C249-A17D-4415E76EA642}" presName="childNode" presStyleLbl="node1" presStyleIdx="15" presStyleCnt="27">
        <dgm:presLayoutVars>
          <dgm:bulletEnabled val="1"/>
        </dgm:presLayoutVars>
      </dgm:prSet>
      <dgm:spPr/>
    </dgm:pt>
    <dgm:pt modelId="{4E0F0414-C8F6-5C4A-AECC-31F993913830}" type="pres">
      <dgm:prSet presAssocID="{E02C8E6B-3513-C249-A17D-4415E76EA642}" presName="aSpace2" presStyleCnt="0"/>
      <dgm:spPr/>
    </dgm:pt>
    <dgm:pt modelId="{A5D1E463-EF41-1E4F-BC9C-608CD5A44020}" type="pres">
      <dgm:prSet presAssocID="{520B3AA6-0583-6C4A-B9C4-8DABBADF912E}" presName="childNode" presStyleLbl="node1" presStyleIdx="16" presStyleCnt="27">
        <dgm:presLayoutVars>
          <dgm:bulletEnabled val="1"/>
        </dgm:presLayoutVars>
      </dgm:prSet>
      <dgm:spPr/>
    </dgm:pt>
    <dgm:pt modelId="{02E657A5-70A5-9A48-8B08-BCDD625D11C2}" type="pres">
      <dgm:prSet presAssocID="{520B3AA6-0583-6C4A-B9C4-8DABBADF912E}" presName="aSpace2" presStyleCnt="0"/>
      <dgm:spPr/>
    </dgm:pt>
    <dgm:pt modelId="{44BD7860-F67D-5947-9117-8859763BFDDF}" type="pres">
      <dgm:prSet presAssocID="{AAF4D5CC-5B53-5241-B68F-3B390A408D98}" presName="childNode" presStyleLbl="node1" presStyleIdx="17" presStyleCnt="27">
        <dgm:presLayoutVars>
          <dgm:bulletEnabled val="1"/>
        </dgm:presLayoutVars>
      </dgm:prSet>
      <dgm:spPr/>
    </dgm:pt>
    <dgm:pt modelId="{B87871E5-3027-AF4E-958D-BCFF0756EAD3}" type="pres">
      <dgm:prSet presAssocID="{8751F6CE-398B-1C4F-BE1F-CACBB2A497BF}" presName="aSpace" presStyleCnt="0"/>
      <dgm:spPr/>
    </dgm:pt>
    <dgm:pt modelId="{7AAA894C-56CC-964B-ACA1-B2E0EDD5D062}" type="pres">
      <dgm:prSet presAssocID="{4CF02CA7-C0B6-8447-8377-2EEEFEA156E5}" presName="compNode" presStyleCnt="0"/>
      <dgm:spPr/>
    </dgm:pt>
    <dgm:pt modelId="{39413C6D-FA71-F044-9C7E-83F03D7F6FAE}" type="pres">
      <dgm:prSet presAssocID="{4CF02CA7-C0B6-8447-8377-2EEEFEA156E5}" presName="aNode" presStyleLbl="bgShp" presStyleIdx="2" presStyleCnt="3"/>
      <dgm:spPr/>
    </dgm:pt>
    <dgm:pt modelId="{9EACFFA7-05D5-A540-ACD6-BB9987C42497}" type="pres">
      <dgm:prSet presAssocID="{4CF02CA7-C0B6-8447-8377-2EEEFEA156E5}" presName="textNode" presStyleLbl="bgShp" presStyleIdx="2" presStyleCnt="3"/>
      <dgm:spPr/>
    </dgm:pt>
    <dgm:pt modelId="{3383C02D-993B-E14D-83CA-41F41E906E96}" type="pres">
      <dgm:prSet presAssocID="{4CF02CA7-C0B6-8447-8377-2EEEFEA156E5}" presName="compChildNode" presStyleCnt="0"/>
      <dgm:spPr/>
    </dgm:pt>
    <dgm:pt modelId="{7FE1B79B-4368-2D45-A505-03AA70AD097F}" type="pres">
      <dgm:prSet presAssocID="{4CF02CA7-C0B6-8447-8377-2EEEFEA156E5}" presName="theInnerList" presStyleCnt="0"/>
      <dgm:spPr/>
    </dgm:pt>
    <dgm:pt modelId="{8E4283DD-11CB-A94C-80F4-28A16B96CF7E}" type="pres">
      <dgm:prSet presAssocID="{0AA14EDA-5C30-CE49-B447-49C79B63DE94}" presName="childNode" presStyleLbl="node1" presStyleIdx="18" presStyleCnt="27">
        <dgm:presLayoutVars>
          <dgm:bulletEnabled val="1"/>
        </dgm:presLayoutVars>
      </dgm:prSet>
      <dgm:spPr/>
    </dgm:pt>
    <dgm:pt modelId="{A4BC73EA-2C0B-BD4E-8A40-2D42B5585661}" type="pres">
      <dgm:prSet presAssocID="{0AA14EDA-5C30-CE49-B447-49C79B63DE94}" presName="aSpace2" presStyleCnt="0"/>
      <dgm:spPr/>
    </dgm:pt>
    <dgm:pt modelId="{5821F81F-8FB9-4A46-87C6-06259843A05D}" type="pres">
      <dgm:prSet presAssocID="{ECA0A362-003F-B040-9565-C4932DFD7466}" presName="childNode" presStyleLbl="node1" presStyleIdx="19" presStyleCnt="27">
        <dgm:presLayoutVars>
          <dgm:bulletEnabled val="1"/>
        </dgm:presLayoutVars>
      </dgm:prSet>
      <dgm:spPr/>
    </dgm:pt>
    <dgm:pt modelId="{B30C1EA4-5E1A-CE4C-BA4F-A4040990904E}" type="pres">
      <dgm:prSet presAssocID="{ECA0A362-003F-B040-9565-C4932DFD7466}" presName="aSpace2" presStyleCnt="0"/>
      <dgm:spPr/>
    </dgm:pt>
    <dgm:pt modelId="{EDBC9EB1-3156-5446-8D0A-1F9837099908}" type="pres">
      <dgm:prSet presAssocID="{0820AF4A-7669-AC48-B641-0EE22D533104}" presName="childNode" presStyleLbl="node1" presStyleIdx="20" presStyleCnt="27">
        <dgm:presLayoutVars>
          <dgm:bulletEnabled val="1"/>
        </dgm:presLayoutVars>
      </dgm:prSet>
      <dgm:spPr/>
    </dgm:pt>
    <dgm:pt modelId="{8C869B81-9671-8849-AC78-0014BBF3423D}" type="pres">
      <dgm:prSet presAssocID="{0820AF4A-7669-AC48-B641-0EE22D533104}" presName="aSpace2" presStyleCnt="0"/>
      <dgm:spPr/>
    </dgm:pt>
    <dgm:pt modelId="{23397A45-3768-DE47-97BB-F43DEEC81A44}" type="pres">
      <dgm:prSet presAssocID="{447BC6E6-5414-C74C-9930-7FE52A906490}" presName="childNode" presStyleLbl="node1" presStyleIdx="21" presStyleCnt="27">
        <dgm:presLayoutVars>
          <dgm:bulletEnabled val="1"/>
        </dgm:presLayoutVars>
      </dgm:prSet>
      <dgm:spPr/>
    </dgm:pt>
    <dgm:pt modelId="{BC7D0332-0114-9646-9383-75D064A7F24B}" type="pres">
      <dgm:prSet presAssocID="{447BC6E6-5414-C74C-9930-7FE52A906490}" presName="aSpace2" presStyleCnt="0"/>
      <dgm:spPr/>
    </dgm:pt>
    <dgm:pt modelId="{744FB783-5262-9D40-B9F8-16B2131C5669}" type="pres">
      <dgm:prSet presAssocID="{E036DB40-25AC-B449-82FD-9CF8ED6CFECF}" presName="childNode" presStyleLbl="node1" presStyleIdx="22" presStyleCnt="27">
        <dgm:presLayoutVars>
          <dgm:bulletEnabled val="1"/>
        </dgm:presLayoutVars>
      </dgm:prSet>
      <dgm:spPr/>
    </dgm:pt>
    <dgm:pt modelId="{3C358380-0A87-F94F-92A6-41029F0B1D7D}" type="pres">
      <dgm:prSet presAssocID="{E036DB40-25AC-B449-82FD-9CF8ED6CFECF}" presName="aSpace2" presStyleCnt="0"/>
      <dgm:spPr/>
    </dgm:pt>
    <dgm:pt modelId="{F3F87234-656B-3B4B-BA40-5E24B156CA65}" type="pres">
      <dgm:prSet presAssocID="{8C0D3715-7DBA-7A43-8753-8E47F246862E}" presName="childNode" presStyleLbl="node1" presStyleIdx="23" presStyleCnt="27">
        <dgm:presLayoutVars>
          <dgm:bulletEnabled val="1"/>
        </dgm:presLayoutVars>
      </dgm:prSet>
      <dgm:spPr/>
    </dgm:pt>
    <dgm:pt modelId="{EE7B42F1-F072-DE43-85F0-0FD7D2F5D045}" type="pres">
      <dgm:prSet presAssocID="{8C0D3715-7DBA-7A43-8753-8E47F246862E}" presName="aSpace2" presStyleCnt="0"/>
      <dgm:spPr/>
    </dgm:pt>
    <dgm:pt modelId="{87EA2D42-403C-904E-98F2-950D46E82317}" type="pres">
      <dgm:prSet presAssocID="{813C6386-3132-5E4B-AC82-21AA24CD2839}" presName="childNode" presStyleLbl="node1" presStyleIdx="24" presStyleCnt="27">
        <dgm:presLayoutVars>
          <dgm:bulletEnabled val="1"/>
        </dgm:presLayoutVars>
      </dgm:prSet>
      <dgm:spPr/>
    </dgm:pt>
    <dgm:pt modelId="{12266D89-3720-A24E-A1E4-07E240FF0520}" type="pres">
      <dgm:prSet presAssocID="{813C6386-3132-5E4B-AC82-21AA24CD2839}" presName="aSpace2" presStyleCnt="0"/>
      <dgm:spPr/>
    </dgm:pt>
    <dgm:pt modelId="{E9693D5E-4B55-324F-81F3-8F9C05449FAC}" type="pres">
      <dgm:prSet presAssocID="{D7345D45-4E95-8342-90D3-6CD5EB0EC418}" presName="childNode" presStyleLbl="node1" presStyleIdx="25" presStyleCnt="27">
        <dgm:presLayoutVars>
          <dgm:bulletEnabled val="1"/>
        </dgm:presLayoutVars>
      </dgm:prSet>
      <dgm:spPr/>
    </dgm:pt>
    <dgm:pt modelId="{F055985B-C18D-644B-89CC-64F7D7FA36E8}" type="pres">
      <dgm:prSet presAssocID="{D7345D45-4E95-8342-90D3-6CD5EB0EC418}" presName="aSpace2" presStyleCnt="0"/>
      <dgm:spPr/>
    </dgm:pt>
    <dgm:pt modelId="{31038447-8F60-B641-8C7B-E506F5015141}" type="pres">
      <dgm:prSet presAssocID="{37BC3F7B-3490-1D4D-85B8-32EED70E0A96}" presName="childNode" presStyleLbl="node1" presStyleIdx="26" presStyleCnt="27">
        <dgm:presLayoutVars>
          <dgm:bulletEnabled val="1"/>
        </dgm:presLayoutVars>
      </dgm:prSet>
      <dgm:spPr/>
    </dgm:pt>
  </dgm:ptLst>
  <dgm:cxnLst>
    <dgm:cxn modelId="{D1952F0E-C595-E743-B27D-DEED457B3F2C}" type="presOf" srcId="{298099C8-E3F8-7C4A-99E7-BFC86709546C}" destId="{750FDCBE-11B7-664D-9BA3-1B89576F51B7}" srcOrd="0" destOrd="0" presId="urn:microsoft.com/office/officeart/2005/8/layout/lProcess2"/>
    <dgm:cxn modelId="{181C2014-DA4F-D043-B777-B59F165E7CBB}" srcId="{8751F6CE-398B-1C4F-BE1F-CACBB2A497BF}" destId="{E02C8E6B-3513-C249-A17D-4415E76EA642}" srcOrd="6" destOrd="0" parTransId="{7036B0B3-99FF-904D-AE5D-9AAECA5716A9}" sibTransId="{D47ADCCA-4C63-A54C-9882-7FB194926D20}"/>
    <dgm:cxn modelId="{31E22415-9362-5745-ACE0-F72EA14D2DD4}" srcId="{4ED48F08-A487-D742-879A-1559B18E5133}" destId="{4CF02CA7-C0B6-8447-8377-2EEEFEA156E5}" srcOrd="2" destOrd="0" parTransId="{D8451924-84C1-7544-9B4C-8B3882BF3FF9}" sibTransId="{5DC730A1-4123-8047-AB04-F0912A8ED1BB}"/>
    <dgm:cxn modelId="{71AD9723-DB93-8445-A90A-BA7C56C624AE}" type="presOf" srcId="{0820AF4A-7669-AC48-B641-0EE22D533104}" destId="{EDBC9EB1-3156-5446-8D0A-1F9837099908}" srcOrd="0" destOrd="0" presId="urn:microsoft.com/office/officeart/2005/8/layout/lProcess2"/>
    <dgm:cxn modelId="{AA505632-2CB3-1546-8512-FA0AE12139B2}" srcId="{8751F6CE-398B-1C4F-BE1F-CACBB2A497BF}" destId="{C4A691B7-D678-3642-9B1F-7781F277468F}" srcOrd="2" destOrd="0" parTransId="{DDA160DD-484B-CB49-891A-9706DCFDE110}" sibTransId="{C7900008-C635-A648-A9D2-87A8DC27B41F}"/>
    <dgm:cxn modelId="{4BEA5235-D4DA-9E4D-85E7-2BDA879E5CEE}" srcId="{4CF02CA7-C0B6-8447-8377-2EEEFEA156E5}" destId="{E036DB40-25AC-B449-82FD-9CF8ED6CFECF}" srcOrd="4" destOrd="0" parTransId="{E13EE7B1-711A-D246-88F1-3019A794E8E1}" sibTransId="{3F5F2AF4-7FBB-AA4B-8CE8-B4CFC75C72D9}"/>
    <dgm:cxn modelId="{D1CFD238-DC55-2C4A-BB0C-3C3F524D6853}" type="presOf" srcId="{4CF02CA7-C0B6-8447-8377-2EEEFEA156E5}" destId="{9EACFFA7-05D5-A540-ACD6-BB9987C42497}" srcOrd="1" destOrd="0" presId="urn:microsoft.com/office/officeart/2005/8/layout/lProcess2"/>
    <dgm:cxn modelId="{2FCB093E-60DF-5E40-B4B7-9B88BE124918}" type="presOf" srcId="{1EA970B7-DCEF-DC4A-9211-6E046C4B664D}" destId="{E3AAD716-5D82-7F4A-B193-CB7D42828486}" srcOrd="0" destOrd="0" presId="urn:microsoft.com/office/officeart/2005/8/layout/lProcess2"/>
    <dgm:cxn modelId="{FD9E1C3F-CA54-5841-B766-142B3F02D887}" type="presOf" srcId="{E89827B6-E33F-6C45-86A9-6793F1BC720E}" destId="{1E3BE5E5-AC0C-754A-B1A9-4CA7C01DB8A3}" srcOrd="0" destOrd="0" presId="urn:microsoft.com/office/officeart/2005/8/layout/lProcess2"/>
    <dgm:cxn modelId="{4D1EC640-955D-9F42-9B15-E0F2AB551B1A}" srcId="{785EDE78-C059-B147-A673-335D41847FB5}" destId="{5D9CC161-17BC-E249-8DF6-249B801DD24B}" srcOrd="3" destOrd="0" parTransId="{56673264-07B3-4042-9518-D31A977D231D}" sibTransId="{2FBC54BC-0828-2943-B06F-96F17F1297B6}"/>
    <dgm:cxn modelId="{7166B95C-F8A8-6544-967F-CA43F035F333}" type="presOf" srcId="{E4F99807-0A73-E04D-96A2-EF94F4A2F08B}" destId="{1201B4E9-E5B2-234E-AE76-E79A24414C86}" srcOrd="0" destOrd="0" presId="urn:microsoft.com/office/officeart/2005/8/layout/lProcess2"/>
    <dgm:cxn modelId="{EBC6785E-EC28-CE47-B1D2-074458EBBC06}" srcId="{785EDE78-C059-B147-A673-335D41847FB5}" destId="{79D229FA-803F-3844-8805-695096052D2B}" srcOrd="0" destOrd="0" parTransId="{10276EE3-06D9-2443-BF89-9A7BBB07B638}" sibTransId="{CC48AF7E-FEB4-1F48-AE72-6C8EC9B6B5CD}"/>
    <dgm:cxn modelId="{DB106041-28FB-8647-A34D-2E539D159D10}" srcId="{8751F6CE-398B-1C4F-BE1F-CACBB2A497BF}" destId="{E89827B6-E33F-6C45-86A9-6793F1BC720E}" srcOrd="1" destOrd="0" parTransId="{7E5CE9FE-4E31-3144-A69F-93D1621548B3}" sibTransId="{64A00072-4936-1C43-A4C6-78438C83F197}"/>
    <dgm:cxn modelId="{FCA99F41-FC14-F14D-AD98-CEB7048DEDAF}" srcId="{8751F6CE-398B-1C4F-BE1F-CACBB2A497BF}" destId="{9E999499-57F3-FD41-9A74-1DBF3E5B07FE}" srcOrd="4" destOrd="0" parTransId="{3AB25C6F-FF5E-2A4C-B4C6-7E91B2E5AA90}" sibTransId="{FC8915FB-132F-0941-9F66-0149490CB3B1}"/>
    <dgm:cxn modelId="{272F0163-14BD-7E49-8B64-BF114303324A}" srcId="{4ED48F08-A487-D742-879A-1559B18E5133}" destId="{8751F6CE-398B-1C4F-BE1F-CACBB2A497BF}" srcOrd="1" destOrd="0" parTransId="{EE9FDC16-7A66-A64F-B636-A2223CB8E1A8}" sibTransId="{FEDC52AF-EF8F-8E43-85C5-6B36EB37CEC4}"/>
    <dgm:cxn modelId="{E1093C65-0AB7-974C-A99D-ED6D7B488532}" type="presOf" srcId="{2005CD24-F1AD-FB47-8D32-D854C94BAD55}" destId="{1A462A1F-DAF6-2149-9B4B-3ECBF68AF249}" srcOrd="0" destOrd="0" presId="urn:microsoft.com/office/officeart/2005/8/layout/lProcess2"/>
    <dgm:cxn modelId="{3931D167-CD26-B140-86B4-C70BC881FA87}" srcId="{4CF02CA7-C0B6-8447-8377-2EEEFEA156E5}" destId="{ECA0A362-003F-B040-9565-C4932DFD7466}" srcOrd="1" destOrd="0" parTransId="{2715F908-E2DC-1C43-B48D-211CADB2FDB3}" sibTransId="{B2873E60-2898-1949-AF39-2FD5B2FF6674}"/>
    <dgm:cxn modelId="{0632B849-292D-704C-816E-209334635DBE}" type="presOf" srcId="{5D9CC161-17BC-E249-8DF6-249B801DD24B}" destId="{D759923D-81D5-8D49-A567-2A0CEBD22CF7}" srcOrd="0" destOrd="0" presId="urn:microsoft.com/office/officeart/2005/8/layout/lProcess2"/>
    <dgm:cxn modelId="{47F4274A-6C80-F046-A818-D3ACFF3D5D1F}" srcId="{4CF02CA7-C0B6-8447-8377-2EEEFEA156E5}" destId="{37BC3F7B-3490-1D4D-85B8-32EED70E0A96}" srcOrd="8" destOrd="0" parTransId="{6F253B87-142F-F849-8AD1-593D63F90AA4}" sibTransId="{F58F54C8-9EB0-4448-B22F-0C558ED22047}"/>
    <dgm:cxn modelId="{E29AA14D-E7F9-C647-A7AB-C5EC6199B31F}" srcId="{4CF02CA7-C0B6-8447-8377-2EEEFEA156E5}" destId="{447BC6E6-5414-C74C-9930-7FE52A906490}" srcOrd="3" destOrd="0" parTransId="{D1B4692A-60ED-994D-BE6D-CAA0531E5753}" sibTransId="{1907FE9D-59C9-9C47-8A70-2E3E1B7D9450}"/>
    <dgm:cxn modelId="{7D77686E-D213-444B-B0BA-233ABA5444C5}" type="presOf" srcId="{C4A691B7-D678-3642-9B1F-7781F277468F}" destId="{C0CC2C96-2528-AB48-8804-24D39902978E}" srcOrd="0" destOrd="0" presId="urn:microsoft.com/office/officeart/2005/8/layout/lProcess2"/>
    <dgm:cxn modelId="{A3AEEC74-1979-F943-B781-EE46A366A71F}" srcId="{4CF02CA7-C0B6-8447-8377-2EEEFEA156E5}" destId="{0AA14EDA-5C30-CE49-B447-49C79B63DE94}" srcOrd="0" destOrd="0" parTransId="{D6FDED25-EF3C-B644-9635-D77F82C9CB1B}" sibTransId="{B1532985-A355-DB4C-8EE3-0C0297E6BD20}"/>
    <dgm:cxn modelId="{C9AFAB75-96F6-0545-961F-11B6E75C43E2}" type="presOf" srcId="{8751F6CE-398B-1C4F-BE1F-CACBB2A497BF}" destId="{B90CB7EF-2969-5847-AFF2-7099C59A3E76}" srcOrd="0" destOrd="0" presId="urn:microsoft.com/office/officeart/2005/8/layout/lProcess2"/>
    <dgm:cxn modelId="{4D83B456-EC8D-B54D-9C00-EBA4C8AA8C02}" type="presOf" srcId="{ECA0A362-003F-B040-9565-C4932DFD7466}" destId="{5821F81F-8FB9-4A46-87C6-06259843A05D}" srcOrd="0" destOrd="0" presId="urn:microsoft.com/office/officeart/2005/8/layout/lProcess2"/>
    <dgm:cxn modelId="{2E915157-4299-4C43-A59A-930B8DBC6EA1}" type="presOf" srcId="{0AA14EDA-5C30-CE49-B447-49C79B63DE94}" destId="{8E4283DD-11CB-A94C-80F4-28A16B96CF7E}" srcOrd="0" destOrd="0" presId="urn:microsoft.com/office/officeart/2005/8/layout/lProcess2"/>
    <dgm:cxn modelId="{5EE7DF78-DA9C-994E-BFD7-F3212EF9F215}" type="presOf" srcId="{EC43FB96-46EB-CF4B-8A48-498EA52C5120}" destId="{57765924-3A9F-A849-8659-556D8D56A2F8}" srcOrd="0" destOrd="0" presId="urn:microsoft.com/office/officeart/2005/8/layout/lProcess2"/>
    <dgm:cxn modelId="{8FBF405A-560C-5C44-9DDC-3A278C586B5F}" type="presOf" srcId="{447BC6E6-5414-C74C-9930-7FE52A906490}" destId="{23397A45-3768-DE47-97BB-F43DEEC81A44}" srcOrd="0" destOrd="0" presId="urn:microsoft.com/office/officeart/2005/8/layout/lProcess2"/>
    <dgm:cxn modelId="{93E5607A-AA46-0241-9901-A1FACE0A71A4}" type="presOf" srcId="{813C6386-3132-5E4B-AC82-21AA24CD2839}" destId="{87EA2D42-403C-904E-98F2-950D46E82317}" srcOrd="0" destOrd="0" presId="urn:microsoft.com/office/officeart/2005/8/layout/lProcess2"/>
    <dgm:cxn modelId="{3DFA757B-8D14-5546-9AA4-5DCB6FB86793}" type="presOf" srcId="{E6E0940E-12A6-2048-9C34-9FF5660A4960}" destId="{F17E87ED-5D9F-A24E-9076-40FE13FF3429}" srcOrd="0" destOrd="0" presId="urn:microsoft.com/office/officeart/2005/8/layout/lProcess2"/>
    <dgm:cxn modelId="{DA73377C-A664-9947-96E3-BBEF0C59B908}" type="presOf" srcId="{37BC3F7B-3490-1D4D-85B8-32EED70E0A96}" destId="{31038447-8F60-B641-8C7B-E506F5015141}" srcOrd="0" destOrd="0" presId="urn:microsoft.com/office/officeart/2005/8/layout/lProcess2"/>
    <dgm:cxn modelId="{6F41DD7D-D745-4E4D-944B-6BFAE6C6BEA5}" srcId="{8751F6CE-398B-1C4F-BE1F-CACBB2A497BF}" destId="{520B3AA6-0583-6C4A-B9C4-8DABBADF912E}" srcOrd="7" destOrd="0" parTransId="{123BA5A8-0ABF-774F-869F-D2DD08E87993}" sibTransId="{7A0DB76E-127E-0C4E-B965-F14F6B79EFAF}"/>
    <dgm:cxn modelId="{07A02480-76A3-C245-977A-61A887865324}" type="presOf" srcId="{79D229FA-803F-3844-8805-695096052D2B}" destId="{770C89BB-B0BF-8244-A855-60882B6ADC6F}" srcOrd="0" destOrd="0" presId="urn:microsoft.com/office/officeart/2005/8/layout/lProcess2"/>
    <dgm:cxn modelId="{9AAA4282-035E-0F46-A7D5-E85E41AA8720}" srcId="{8751F6CE-398B-1C4F-BE1F-CACBB2A497BF}" destId="{B2AB6C32-542B-9341-A45C-0F782FE3B65B}" srcOrd="5" destOrd="0" parTransId="{B1D3D67C-987D-F44E-9E1D-72E72E465FB0}" sibTransId="{E9414A9B-5006-F441-91B5-9BB1CBB9EC0A}"/>
    <dgm:cxn modelId="{7E082A85-43C8-7940-8436-3CFDE18A48BB}" type="presOf" srcId="{E02C8E6B-3513-C249-A17D-4415E76EA642}" destId="{ADF8DD2D-DDE0-6746-8720-8217FDBA26D4}" srcOrd="0" destOrd="0" presId="urn:microsoft.com/office/officeart/2005/8/layout/lProcess2"/>
    <dgm:cxn modelId="{A36F5488-DAF9-E442-9EC7-72080B17C26B}" type="presOf" srcId="{AAF4D5CC-5B53-5241-B68F-3B390A408D98}" destId="{44BD7860-F67D-5947-9117-8859763BFDDF}" srcOrd="0" destOrd="0" presId="urn:microsoft.com/office/officeart/2005/8/layout/lProcess2"/>
    <dgm:cxn modelId="{21FB918A-3FB3-3A4A-BE10-7D89D17BAD8F}" type="presOf" srcId="{4ED48F08-A487-D742-879A-1559B18E5133}" destId="{654A6578-E8F4-3140-BD1F-3AF4F31AFC79}" srcOrd="0" destOrd="0" presId="urn:microsoft.com/office/officeart/2005/8/layout/lProcess2"/>
    <dgm:cxn modelId="{D1E8D38C-F392-E845-91ED-FC4B547F9A0F}" type="presOf" srcId="{4CF02CA7-C0B6-8447-8377-2EEEFEA156E5}" destId="{39413C6D-FA71-F044-9C7E-83F03D7F6FAE}" srcOrd="0" destOrd="0" presId="urn:microsoft.com/office/officeart/2005/8/layout/lProcess2"/>
    <dgm:cxn modelId="{6C25498E-1F3A-DA43-B1FE-FDB7C8D41834}" srcId="{4CF02CA7-C0B6-8447-8377-2EEEFEA156E5}" destId="{0820AF4A-7669-AC48-B641-0EE22D533104}" srcOrd="2" destOrd="0" parTransId="{BE016ED3-4C6E-174E-988E-A6E062ADFEB9}" sibTransId="{155EE06D-B717-8E4E-B115-D14B5F65163B}"/>
    <dgm:cxn modelId="{BEE28392-4A41-E04D-B945-C929B8EE8486}" type="presOf" srcId="{520B3AA6-0583-6C4A-B9C4-8DABBADF912E}" destId="{A5D1E463-EF41-1E4F-BC9C-608CD5A44020}" srcOrd="0" destOrd="0" presId="urn:microsoft.com/office/officeart/2005/8/layout/lProcess2"/>
    <dgm:cxn modelId="{CE736194-BBAF-CD40-8552-AEFF1CB0B164}" srcId="{785EDE78-C059-B147-A673-335D41847FB5}" destId="{EC43FB96-46EB-CF4B-8A48-498EA52C5120}" srcOrd="2" destOrd="0" parTransId="{4E57745D-0E2C-9B46-B258-1CB010CED94E}" sibTransId="{9245701A-041E-F44E-B93E-8D1D4EB002E2}"/>
    <dgm:cxn modelId="{763AB397-77B6-E143-8CA6-0D38B297B37B}" type="presOf" srcId="{C8CE9354-B317-E745-BCF6-3714EBE9397B}" destId="{6674DDC1-2951-4D41-ABA6-61A635F958D4}" srcOrd="0" destOrd="0" presId="urn:microsoft.com/office/officeart/2005/8/layout/lProcess2"/>
    <dgm:cxn modelId="{0089EC98-1E4F-9B46-8B65-2F6BFA1C624C}" srcId="{785EDE78-C059-B147-A673-335D41847FB5}" destId="{E6E0940E-12A6-2048-9C34-9FF5660A4960}" srcOrd="7" destOrd="0" parTransId="{97ECF149-5E4A-3846-97BF-489B3E200068}" sibTransId="{C11A6C33-9CE0-704F-AFC0-62520FA6BA51}"/>
    <dgm:cxn modelId="{2996749A-43C7-554E-A25B-4E1547C419BD}" srcId="{785EDE78-C059-B147-A673-335D41847FB5}" destId="{2230E1A3-6F00-B745-8FA3-C60B9DF5A981}" srcOrd="4" destOrd="0" parTransId="{58C7F812-FF40-0D4F-9261-52C971C98F52}" sibTransId="{1D5831ED-FC5E-4B44-9193-200601110FD4}"/>
    <dgm:cxn modelId="{76537A9D-8493-DD44-84C2-49A8FCEAF361}" srcId="{4CF02CA7-C0B6-8447-8377-2EEEFEA156E5}" destId="{D7345D45-4E95-8342-90D3-6CD5EB0EC418}" srcOrd="7" destOrd="0" parTransId="{DF0ED754-9F58-8C4A-953D-C5CD70D477D3}" sibTransId="{BEF6E288-BB62-B74D-8425-F45DD0B6D0BE}"/>
    <dgm:cxn modelId="{7AD2799F-631E-9C4F-803A-ECAA5A4DCE0F}" srcId="{8751F6CE-398B-1C4F-BE1F-CACBB2A497BF}" destId="{1EA970B7-DCEF-DC4A-9211-6E046C4B664D}" srcOrd="0" destOrd="0" parTransId="{D2355E1C-9101-B540-95BC-B9DCB7A7AF63}" sibTransId="{66390CCC-67DA-D44C-B4AB-A3F279C48D09}"/>
    <dgm:cxn modelId="{65D985A6-CA5F-D643-9D7D-38031C55AB3F}" type="presOf" srcId="{785EDE78-C059-B147-A673-335D41847FB5}" destId="{B9A7963C-BEFA-CE45-A1C6-BFBEB5FBE693}" srcOrd="1" destOrd="0" presId="urn:microsoft.com/office/officeart/2005/8/layout/lProcess2"/>
    <dgm:cxn modelId="{96A60EAE-7204-E341-AE7C-A2AF97F6F517}" type="presOf" srcId="{8751F6CE-398B-1C4F-BE1F-CACBB2A497BF}" destId="{DA30B3E1-5458-FC40-8917-C97EE1AB9098}" srcOrd="1" destOrd="0" presId="urn:microsoft.com/office/officeart/2005/8/layout/lProcess2"/>
    <dgm:cxn modelId="{90DAD7B1-460C-0A4D-8F9C-2A3AD7B3E218}" srcId="{4CF02CA7-C0B6-8447-8377-2EEEFEA156E5}" destId="{813C6386-3132-5E4B-AC82-21AA24CD2839}" srcOrd="6" destOrd="0" parTransId="{DBD7ED83-A964-9345-84CF-CD10B5EDEC08}" sibTransId="{699ED5FF-AB27-2241-B441-6BA8D7C09646}"/>
    <dgm:cxn modelId="{4C6C7FB9-315A-7045-8355-7DDF777D8427}" srcId="{785EDE78-C059-B147-A673-335D41847FB5}" destId="{C8CE9354-B317-E745-BCF6-3714EBE9397B}" srcOrd="6" destOrd="0" parTransId="{8289A4BF-4C00-8D46-A7F7-1C3908E371BF}" sibTransId="{A87F99C5-94B5-9F44-908D-2A7B83152BCE}"/>
    <dgm:cxn modelId="{B79373BE-313E-0B44-AE75-5BF795B8B467}" type="presOf" srcId="{785EDE78-C059-B147-A673-335D41847FB5}" destId="{726A1D96-C5E6-354B-90CE-0DB6E7DFDEDA}" srcOrd="0" destOrd="0" presId="urn:microsoft.com/office/officeart/2005/8/layout/lProcess2"/>
    <dgm:cxn modelId="{DD8928C0-B287-5E42-A4D1-502619FBB07A}" srcId="{785EDE78-C059-B147-A673-335D41847FB5}" destId="{298099C8-E3F8-7C4A-99E7-BFC86709546C}" srcOrd="5" destOrd="0" parTransId="{8AFE5E39-4D33-414A-937B-705DA7911706}" sibTransId="{F604120F-6C27-D44B-BD00-90B32965805D}"/>
    <dgm:cxn modelId="{FA10ABD4-B24A-6845-872C-2DA60AC45D97}" type="presOf" srcId="{E036DB40-25AC-B449-82FD-9CF8ED6CFECF}" destId="{744FB783-5262-9D40-B9F8-16B2131C5669}" srcOrd="0" destOrd="0" presId="urn:microsoft.com/office/officeart/2005/8/layout/lProcess2"/>
    <dgm:cxn modelId="{E8353BD5-B631-F44B-A85C-61F661E1330B}" srcId="{4ED48F08-A487-D742-879A-1559B18E5133}" destId="{785EDE78-C059-B147-A673-335D41847FB5}" srcOrd="0" destOrd="0" parTransId="{807235A8-E4DD-2048-A7EC-592FD5D8E292}" sibTransId="{77AE62E7-A08B-C545-8D8C-8CBF828B4FD5}"/>
    <dgm:cxn modelId="{B8DCB6E3-1FD8-0D42-A32A-5A4ED3CCC26F}" srcId="{8751F6CE-398B-1C4F-BE1F-CACBB2A497BF}" destId="{8E8415C5-6DE4-AB47-8F5A-D8890A4D62D9}" srcOrd="3" destOrd="0" parTransId="{C9B91C20-1A53-8941-BBB4-03B7B71B85E7}" sibTransId="{775A337A-3861-9949-A844-299CD389D4BB}"/>
    <dgm:cxn modelId="{B75754E5-556E-5E4B-B52B-BBC8B30FFA59}" srcId="{4CF02CA7-C0B6-8447-8377-2EEEFEA156E5}" destId="{8C0D3715-7DBA-7A43-8753-8E47F246862E}" srcOrd="5" destOrd="0" parTransId="{2245FA55-F9D5-0249-A72D-039E7D67C2A6}" sibTransId="{0903B989-3D24-3748-8808-4DA11ABAF112}"/>
    <dgm:cxn modelId="{950177E8-3ADC-0E47-B2E0-93F7D5969FDE}" srcId="{785EDE78-C059-B147-A673-335D41847FB5}" destId="{E4F99807-0A73-E04D-96A2-EF94F4A2F08B}" srcOrd="8" destOrd="0" parTransId="{CF376BEA-B711-CF49-A9C4-CF92A35FD28F}" sibTransId="{339986CC-128E-2E46-BC38-B61E6BDF9542}"/>
    <dgm:cxn modelId="{7AEA22EB-685A-6042-B87C-3907A301DF1B}" type="presOf" srcId="{8E8415C5-6DE4-AB47-8F5A-D8890A4D62D9}" destId="{91C343C1-E4AE-234F-AD29-86900AE40687}" srcOrd="0" destOrd="0" presId="urn:microsoft.com/office/officeart/2005/8/layout/lProcess2"/>
    <dgm:cxn modelId="{D3FA04F3-932B-704E-AED5-9593B4CB7584}" type="presOf" srcId="{2230E1A3-6F00-B745-8FA3-C60B9DF5A981}" destId="{5292CF29-6C27-A841-B8F6-F01A19E24A5D}" srcOrd="0" destOrd="0" presId="urn:microsoft.com/office/officeart/2005/8/layout/lProcess2"/>
    <dgm:cxn modelId="{B27276F3-3C89-724B-B8E1-8BE9CB98DC92}" type="presOf" srcId="{8C0D3715-7DBA-7A43-8753-8E47F246862E}" destId="{F3F87234-656B-3B4B-BA40-5E24B156CA65}" srcOrd="0" destOrd="0" presId="urn:microsoft.com/office/officeart/2005/8/layout/lProcess2"/>
    <dgm:cxn modelId="{5DE481F6-5492-4249-A1D0-AF8F4778F57B}" type="presOf" srcId="{9E999499-57F3-FD41-9A74-1DBF3E5B07FE}" destId="{37FBECDB-7636-D24A-8529-9363E5C5EBB8}" srcOrd="0" destOrd="0" presId="urn:microsoft.com/office/officeart/2005/8/layout/lProcess2"/>
    <dgm:cxn modelId="{65194FF7-494A-3745-B739-D3AE9CBA21D3}" srcId="{785EDE78-C059-B147-A673-335D41847FB5}" destId="{2005CD24-F1AD-FB47-8D32-D854C94BAD55}" srcOrd="1" destOrd="0" parTransId="{FEF99984-32E6-0C44-8713-F186FB3EA8C0}" sibTransId="{C4997B87-6230-1B44-A9FB-24933A2B92BC}"/>
    <dgm:cxn modelId="{0A56B1FA-2284-3743-B0D2-3CDBC9E61DFE}" type="presOf" srcId="{B2AB6C32-542B-9341-A45C-0F782FE3B65B}" destId="{C4E4D463-8775-B44E-B9D8-9C2DD834BA8D}" srcOrd="0" destOrd="0" presId="urn:microsoft.com/office/officeart/2005/8/layout/lProcess2"/>
    <dgm:cxn modelId="{D99057FB-2F39-C44F-A0CE-B780C6F5015A}" srcId="{8751F6CE-398B-1C4F-BE1F-CACBB2A497BF}" destId="{AAF4D5CC-5B53-5241-B68F-3B390A408D98}" srcOrd="8" destOrd="0" parTransId="{CFF076F6-AC6A-444D-B6BF-0787AD8B8E4C}" sibTransId="{6EAC0996-3EB6-854A-BA4E-363017774B71}"/>
    <dgm:cxn modelId="{3C648BFB-DC1B-D147-8E38-A7340476B4D5}" type="presOf" srcId="{D7345D45-4E95-8342-90D3-6CD5EB0EC418}" destId="{E9693D5E-4B55-324F-81F3-8F9C05449FAC}" srcOrd="0" destOrd="0" presId="urn:microsoft.com/office/officeart/2005/8/layout/lProcess2"/>
    <dgm:cxn modelId="{43A03D03-95C3-3144-A9F6-623F524A34DA}" type="presParOf" srcId="{654A6578-E8F4-3140-BD1F-3AF4F31AFC79}" destId="{34403881-457F-FF42-B50B-64BD8EA7EA6A}" srcOrd="0" destOrd="0" presId="urn:microsoft.com/office/officeart/2005/8/layout/lProcess2"/>
    <dgm:cxn modelId="{76AA8325-E72D-F14A-BC47-5E4D5C5E30FF}" type="presParOf" srcId="{34403881-457F-FF42-B50B-64BD8EA7EA6A}" destId="{726A1D96-C5E6-354B-90CE-0DB6E7DFDEDA}" srcOrd="0" destOrd="0" presId="urn:microsoft.com/office/officeart/2005/8/layout/lProcess2"/>
    <dgm:cxn modelId="{59480E1A-85A3-C249-95F4-DFF4FA42D50F}" type="presParOf" srcId="{34403881-457F-FF42-B50B-64BD8EA7EA6A}" destId="{B9A7963C-BEFA-CE45-A1C6-BFBEB5FBE693}" srcOrd="1" destOrd="0" presId="urn:microsoft.com/office/officeart/2005/8/layout/lProcess2"/>
    <dgm:cxn modelId="{3E5427AA-9618-4D4E-A23B-EA7C57AA4CF1}" type="presParOf" srcId="{34403881-457F-FF42-B50B-64BD8EA7EA6A}" destId="{DCF91C58-8764-E24C-9195-01366B85A495}" srcOrd="2" destOrd="0" presId="urn:microsoft.com/office/officeart/2005/8/layout/lProcess2"/>
    <dgm:cxn modelId="{A14D5CEE-75D0-B942-9574-CB1CD8C82E37}" type="presParOf" srcId="{DCF91C58-8764-E24C-9195-01366B85A495}" destId="{FA2F9E64-CFD5-F24F-B6C3-CD4A3757D2A8}" srcOrd="0" destOrd="0" presId="urn:microsoft.com/office/officeart/2005/8/layout/lProcess2"/>
    <dgm:cxn modelId="{7B358574-010C-BB44-910A-D37F0B5E96A5}" type="presParOf" srcId="{FA2F9E64-CFD5-F24F-B6C3-CD4A3757D2A8}" destId="{770C89BB-B0BF-8244-A855-60882B6ADC6F}" srcOrd="0" destOrd="0" presId="urn:microsoft.com/office/officeart/2005/8/layout/lProcess2"/>
    <dgm:cxn modelId="{D9A528FF-4549-CB4F-B6D1-B5EF1C3B8163}" type="presParOf" srcId="{FA2F9E64-CFD5-F24F-B6C3-CD4A3757D2A8}" destId="{43012C7E-27F2-BA4D-906D-B367627EF50C}" srcOrd="1" destOrd="0" presId="urn:microsoft.com/office/officeart/2005/8/layout/lProcess2"/>
    <dgm:cxn modelId="{D3331DDA-3645-FF46-9BAF-24A6F3E8C4B1}" type="presParOf" srcId="{FA2F9E64-CFD5-F24F-B6C3-CD4A3757D2A8}" destId="{1A462A1F-DAF6-2149-9B4B-3ECBF68AF249}" srcOrd="2" destOrd="0" presId="urn:microsoft.com/office/officeart/2005/8/layout/lProcess2"/>
    <dgm:cxn modelId="{8903E804-A9D7-E14E-82FA-E2A476BB5F0C}" type="presParOf" srcId="{FA2F9E64-CFD5-F24F-B6C3-CD4A3757D2A8}" destId="{83C74B7A-8955-C74E-B157-29982D75B7F3}" srcOrd="3" destOrd="0" presId="urn:microsoft.com/office/officeart/2005/8/layout/lProcess2"/>
    <dgm:cxn modelId="{0DF1EEFA-DA4E-DF43-8ABD-AC4C5A841B8A}" type="presParOf" srcId="{FA2F9E64-CFD5-F24F-B6C3-CD4A3757D2A8}" destId="{57765924-3A9F-A849-8659-556D8D56A2F8}" srcOrd="4" destOrd="0" presId="urn:microsoft.com/office/officeart/2005/8/layout/lProcess2"/>
    <dgm:cxn modelId="{C0220673-F60C-8146-8266-18B002B58792}" type="presParOf" srcId="{FA2F9E64-CFD5-F24F-B6C3-CD4A3757D2A8}" destId="{F7575A12-0D76-D049-A792-0FBC23C3B816}" srcOrd="5" destOrd="0" presId="urn:microsoft.com/office/officeart/2005/8/layout/lProcess2"/>
    <dgm:cxn modelId="{266F3E5E-4C05-5942-9C37-3745B723D769}" type="presParOf" srcId="{FA2F9E64-CFD5-F24F-B6C3-CD4A3757D2A8}" destId="{D759923D-81D5-8D49-A567-2A0CEBD22CF7}" srcOrd="6" destOrd="0" presId="urn:microsoft.com/office/officeart/2005/8/layout/lProcess2"/>
    <dgm:cxn modelId="{908A7122-59E2-6243-968F-AC74A84285D1}" type="presParOf" srcId="{FA2F9E64-CFD5-F24F-B6C3-CD4A3757D2A8}" destId="{A8997B0A-5A82-3D47-BDDF-DFD2AF5736BA}" srcOrd="7" destOrd="0" presId="urn:microsoft.com/office/officeart/2005/8/layout/lProcess2"/>
    <dgm:cxn modelId="{AFD9FCFB-F45D-7248-9892-1A746C7AE949}" type="presParOf" srcId="{FA2F9E64-CFD5-F24F-B6C3-CD4A3757D2A8}" destId="{5292CF29-6C27-A841-B8F6-F01A19E24A5D}" srcOrd="8" destOrd="0" presId="urn:microsoft.com/office/officeart/2005/8/layout/lProcess2"/>
    <dgm:cxn modelId="{0701D78E-D9B5-E84C-B76F-12FEA1FA2FDB}" type="presParOf" srcId="{FA2F9E64-CFD5-F24F-B6C3-CD4A3757D2A8}" destId="{2BF5C6DD-A713-A34A-B81B-464DB53AB588}" srcOrd="9" destOrd="0" presId="urn:microsoft.com/office/officeart/2005/8/layout/lProcess2"/>
    <dgm:cxn modelId="{DE9C88D4-4D7E-B740-8DCE-6E17E70E91D6}" type="presParOf" srcId="{FA2F9E64-CFD5-F24F-B6C3-CD4A3757D2A8}" destId="{750FDCBE-11B7-664D-9BA3-1B89576F51B7}" srcOrd="10" destOrd="0" presId="urn:microsoft.com/office/officeart/2005/8/layout/lProcess2"/>
    <dgm:cxn modelId="{5A407A7C-DB93-2B4C-8332-68101A8B9E7C}" type="presParOf" srcId="{FA2F9E64-CFD5-F24F-B6C3-CD4A3757D2A8}" destId="{7C8FDD86-C7E6-6945-80BD-7D35AB02B527}" srcOrd="11" destOrd="0" presId="urn:microsoft.com/office/officeart/2005/8/layout/lProcess2"/>
    <dgm:cxn modelId="{1C970CAE-1464-4D46-AE56-E3023EAEAD36}" type="presParOf" srcId="{FA2F9E64-CFD5-F24F-B6C3-CD4A3757D2A8}" destId="{6674DDC1-2951-4D41-ABA6-61A635F958D4}" srcOrd="12" destOrd="0" presId="urn:microsoft.com/office/officeart/2005/8/layout/lProcess2"/>
    <dgm:cxn modelId="{5B074875-2F85-694E-9B3D-916360E6F2AF}" type="presParOf" srcId="{FA2F9E64-CFD5-F24F-B6C3-CD4A3757D2A8}" destId="{ACD0904A-A4AD-F44D-851F-337C218BB1AF}" srcOrd="13" destOrd="0" presId="urn:microsoft.com/office/officeart/2005/8/layout/lProcess2"/>
    <dgm:cxn modelId="{56F4E67D-56C5-574D-913E-8693F9E93B7B}" type="presParOf" srcId="{FA2F9E64-CFD5-F24F-B6C3-CD4A3757D2A8}" destId="{F17E87ED-5D9F-A24E-9076-40FE13FF3429}" srcOrd="14" destOrd="0" presId="urn:microsoft.com/office/officeart/2005/8/layout/lProcess2"/>
    <dgm:cxn modelId="{B3E4D21D-7B4F-A248-95D2-446635CE1776}" type="presParOf" srcId="{FA2F9E64-CFD5-F24F-B6C3-CD4A3757D2A8}" destId="{ADF54D03-089C-3B47-98AB-B335712CF576}" srcOrd="15" destOrd="0" presId="urn:microsoft.com/office/officeart/2005/8/layout/lProcess2"/>
    <dgm:cxn modelId="{1C97B0CD-5AD7-7746-ADFB-2280DA6E0374}" type="presParOf" srcId="{FA2F9E64-CFD5-F24F-B6C3-CD4A3757D2A8}" destId="{1201B4E9-E5B2-234E-AE76-E79A24414C86}" srcOrd="16" destOrd="0" presId="urn:microsoft.com/office/officeart/2005/8/layout/lProcess2"/>
    <dgm:cxn modelId="{2D1BA739-32E4-A54A-88A9-FB8A6DD77E8A}" type="presParOf" srcId="{654A6578-E8F4-3140-BD1F-3AF4F31AFC79}" destId="{5CB3F6A0-CE7A-6043-A3AB-25C05624C2C2}" srcOrd="1" destOrd="0" presId="urn:microsoft.com/office/officeart/2005/8/layout/lProcess2"/>
    <dgm:cxn modelId="{0C12E359-B7A3-DB4A-AADC-EC5A4F8DA61B}" type="presParOf" srcId="{654A6578-E8F4-3140-BD1F-3AF4F31AFC79}" destId="{D7C35A53-90AB-D043-AA25-B5EFF3A3C7AC}" srcOrd="2" destOrd="0" presId="urn:microsoft.com/office/officeart/2005/8/layout/lProcess2"/>
    <dgm:cxn modelId="{379929F0-CBC2-5B40-B6BD-E6BCAD5869FC}" type="presParOf" srcId="{D7C35A53-90AB-D043-AA25-B5EFF3A3C7AC}" destId="{B90CB7EF-2969-5847-AFF2-7099C59A3E76}" srcOrd="0" destOrd="0" presId="urn:microsoft.com/office/officeart/2005/8/layout/lProcess2"/>
    <dgm:cxn modelId="{EDE7AFE5-FE79-634E-A56D-D71D3FEE4D2E}" type="presParOf" srcId="{D7C35A53-90AB-D043-AA25-B5EFF3A3C7AC}" destId="{DA30B3E1-5458-FC40-8917-C97EE1AB9098}" srcOrd="1" destOrd="0" presId="urn:microsoft.com/office/officeart/2005/8/layout/lProcess2"/>
    <dgm:cxn modelId="{8A31A469-FCE7-EE4B-9E55-CDF2A0268ADE}" type="presParOf" srcId="{D7C35A53-90AB-D043-AA25-B5EFF3A3C7AC}" destId="{066149D1-EBD2-3548-9F1F-3246EBA998F6}" srcOrd="2" destOrd="0" presId="urn:microsoft.com/office/officeart/2005/8/layout/lProcess2"/>
    <dgm:cxn modelId="{A3A02F46-5661-EA49-A2C8-F63CCC3E9AA2}" type="presParOf" srcId="{066149D1-EBD2-3548-9F1F-3246EBA998F6}" destId="{97D9C838-88BE-5240-B0C1-8FAD3E487B4F}" srcOrd="0" destOrd="0" presId="urn:microsoft.com/office/officeart/2005/8/layout/lProcess2"/>
    <dgm:cxn modelId="{71CD9695-54FE-E240-8C4A-84DC126ABE97}" type="presParOf" srcId="{97D9C838-88BE-5240-B0C1-8FAD3E487B4F}" destId="{E3AAD716-5D82-7F4A-B193-CB7D42828486}" srcOrd="0" destOrd="0" presId="urn:microsoft.com/office/officeart/2005/8/layout/lProcess2"/>
    <dgm:cxn modelId="{98816EC8-A541-2543-B665-1CE4F9D6A659}" type="presParOf" srcId="{97D9C838-88BE-5240-B0C1-8FAD3E487B4F}" destId="{80B4D000-55B7-F44E-A92A-8A6526C3F49A}" srcOrd="1" destOrd="0" presId="urn:microsoft.com/office/officeart/2005/8/layout/lProcess2"/>
    <dgm:cxn modelId="{E4993E52-1585-A140-BACB-4C29D1CD5B16}" type="presParOf" srcId="{97D9C838-88BE-5240-B0C1-8FAD3E487B4F}" destId="{1E3BE5E5-AC0C-754A-B1A9-4CA7C01DB8A3}" srcOrd="2" destOrd="0" presId="urn:microsoft.com/office/officeart/2005/8/layout/lProcess2"/>
    <dgm:cxn modelId="{0138F580-8137-1741-B7E5-DFEE0D2DA6B7}" type="presParOf" srcId="{97D9C838-88BE-5240-B0C1-8FAD3E487B4F}" destId="{1D93CD88-3A5C-D64E-9716-B91DBD978271}" srcOrd="3" destOrd="0" presId="urn:microsoft.com/office/officeart/2005/8/layout/lProcess2"/>
    <dgm:cxn modelId="{017AB0C2-45CC-F74F-8D6C-0057B67A290D}" type="presParOf" srcId="{97D9C838-88BE-5240-B0C1-8FAD3E487B4F}" destId="{C0CC2C96-2528-AB48-8804-24D39902978E}" srcOrd="4" destOrd="0" presId="urn:microsoft.com/office/officeart/2005/8/layout/lProcess2"/>
    <dgm:cxn modelId="{6B01A8B9-2C9D-694C-B9EF-6BF9C1F11B25}" type="presParOf" srcId="{97D9C838-88BE-5240-B0C1-8FAD3E487B4F}" destId="{0B4FAE76-FBB0-144A-974D-43643CE2A46A}" srcOrd="5" destOrd="0" presId="urn:microsoft.com/office/officeart/2005/8/layout/lProcess2"/>
    <dgm:cxn modelId="{5AA2C570-2413-0F4D-BC68-67CC84C7F796}" type="presParOf" srcId="{97D9C838-88BE-5240-B0C1-8FAD3E487B4F}" destId="{91C343C1-E4AE-234F-AD29-86900AE40687}" srcOrd="6" destOrd="0" presId="urn:microsoft.com/office/officeart/2005/8/layout/lProcess2"/>
    <dgm:cxn modelId="{B4B5A372-1EC7-764B-AA06-9BC287DE8AE9}" type="presParOf" srcId="{97D9C838-88BE-5240-B0C1-8FAD3E487B4F}" destId="{C95AF3FD-32A8-2E4E-9AD7-B14DC6212D6C}" srcOrd="7" destOrd="0" presId="urn:microsoft.com/office/officeart/2005/8/layout/lProcess2"/>
    <dgm:cxn modelId="{FB84B773-A643-234D-A17C-267D8E271623}" type="presParOf" srcId="{97D9C838-88BE-5240-B0C1-8FAD3E487B4F}" destId="{37FBECDB-7636-D24A-8529-9363E5C5EBB8}" srcOrd="8" destOrd="0" presId="urn:microsoft.com/office/officeart/2005/8/layout/lProcess2"/>
    <dgm:cxn modelId="{90A541C3-5D65-804D-B745-F226389B5498}" type="presParOf" srcId="{97D9C838-88BE-5240-B0C1-8FAD3E487B4F}" destId="{9B3C7801-CB46-2D44-8FD4-0A5C40786D4C}" srcOrd="9" destOrd="0" presId="urn:microsoft.com/office/officeart/2005/8/layout/lProcess2"/>
    <dgm:cxn modelId="{5FB65271-1CEA-A94E-B48C-E1DCB695CB73}" type="presParOf" srcId="{97D9C838-88BE-5240-B0C1-8FAD3E487B4F}" destId="{C4E4D463-8775-B44E-B9D8-9C2DD834BA8D}" srcOrd="10" destOrd="0" presId="urn:microsoft.com/office/officeart/2005/8/layout/lProcess2"/>
    <dgm:cxn modelId="{9524E10F-B917-1E4C-A868-74D87BAAD390}" type="presParOf" srcId="{97D9C838-88BE-5240-B0C1-8FAD3E487B4F}" destId="{570088CB-BBCA-C445-A6DD-C1233F43C397}" srcOrd="11" destOrd="0" presId="urn:microsoft.com/office/officeart/2005/8/layout/lProcess2"/>
    <dgm:cxn modelId="{E36B4FBD-10C5-1A4E-9245-0B1C81A6E8FA}" type="presParOf" srcId="{97D9C838-88BE-5240-B0C1-8FAD3E487B4F}" destId="{ADF8DD2D-DDE0-6746-8720-8217FDBA26D4}" srcOrd="12" destOrd="0" presId="urn:microsoft.com/office/officeart/2005/8/layout/lProcess2"/>
    <dgm:cxn modelId="{6C1325C7-F2BA-834D-85AD-46C02047D62F}" type="presParOf" srcId="{97D9C838-88BE-5240-B0C1-8FAD3E487B4F}" destId="{4E0F0414-C8F6-5C4A-AECC-31F993913830}" srcOrd="13" destOrd="0" presId="urn:microsoft.com/office/officeart/2005/8/layout/lProcess2"/>
    <dgm:cxn modelId="{238234DD-064A-3C4B-AF11-F4C02B716B59}" type="presParOf" srcId="{97D9C838-88BE-5240-B0C1-8FAD3E487B4F}" destId="{A5D1E463-EF41-1E4F-BC9C-608CD5A44020}" srcOrd="14" destOrd="0" presId="urn:microsoft.com/office/officeart/2005/8/layout/lProcess2"/>
    <dgm:cxn modelId="{B1E3DC7D-DCE3-D247-8FB7-11BE9B7DC8FD}" type="presParOf" srcId="{97D9C838-88BE-5240-B0C1-8FAD3E487B4F}" destId="{02E657A5-70A5-9A48-8B08-BCDD625D11C2}" srcOrd="15" destOrd="0" presId="urn:microsoft.com/office/officeart/2005/8/layout/lProcess2"/>
    <dgm:cxn modelId="{B07C7F14-CE85-484C-8AE5-3B5F25D5E512}" type="presParOf" srcId="{97D9C838-88BE-5240-B0C1-8FAD3E487B4F}" destId="{44BD7860-F67D-5947-9117-8859763BFDDF}" srcOrd="16" destOrd="0" presId="urn:microsoft.com/office/officeart/2005/8/layout/lProcess2"/>
    <dgm:cxn modelId="{C00D3408-AF4D-3849-99FF-56395CB67816}" type="presParOf" srcId="{654A6578-E8F4-3140-BD1F-3AF4F31AFC79}" destId="{B87871E5-3027-AF4E-958D-BCFF0756EAD3}" srcOrd="3" destOrd="0" presId="urn:microsoft.com/office/officeart/2005/8/layout/lProcess2"/>
    <dgm:cxn modelId="{53395733-03A7-0146-B588-891F927364D8}" type="presParOf" srcId="{654A6578-E8F4-3140-BD1F-3AF4F31AFC79}" destId="{7AAA894C-56CC-964B-ACA1-B2E0EDD5D062}" srcOrd="4" destOrd="0" presId="urn:microsoft.com/office/officeart/2005/8/layout/lProcess2"/>
    <dgm:cxn modelId="{4682AE8E-ACFE-7C46-80B1-8E72D515F692}" type="presParOf" srcId="{7AAA894C-56CC-964B-ACA1-B2E0EDD5D062}" destId="{39413C6D-FA71-F044-9C7E-83F03D7F6FAE}" srcOrd="0" destOrd="0" presId="urn:microsoft.com/office/officeart/2005/8/layout/lProcess2"/>
    <dgm:cxn modelId="{E548966D-0CC0-6842-B933-A4728BB0E292}" type="presParOf" srcId="{7AAA894C-56CC-964B-ACA1-B2E0EDD5D062}" destId="{9EACFFA7-05D5-A540-ACD6-BB9987C42497}" srcOrd="1" destOrd="0" presId="urn:microsoft.com/office/officeart/2005/8/layout/lProcess2"/>
    <dgm:cxn modelId="{D8B6902C-3F9E-1140-8DED-69092F6A8155}" type="presParOf" srcId="{7AAA894C-56CC-964B-ACA1-B2E0EDD5D062}" destId="{3383C02D-993B-E14D-83CA-41F41E906E96}" srcOrd="2" destOrd="0" presId="urn:microsoft.com/office/officeart/2005/8/layout/lProcess2"/>
    <dgm:cxn modelId="{51EFDDAC-32B0-0E42-8E35-51C1F848409E}" type="presParOf" srcId="{3383C02D-993B-E14D-83CA-41F41E906E96}" destId="{7FE1B79B-4368-2D45-A505-03AA70AD097F}" srcOrd="0" destOrd="0" presId="urn:microsoft.com/office/officeart/2005/8/layout/lProcess2"/>
    <dgm:cxn modelId="{E628268A-5E40-0F44-9718-071C93869394}" type="presParOf" srcId="{7FE1B79B-4368-2D45-A505-03AA70AD097F}" destId="{8E4283DD-11CB-A94C-80F4-28A16B96CF7E}" srcOrd="0" destOrd="0" presId="urn:microsoft.com/office/officeart/2005/8/layout/lProcess2"/>
    <dgm:cxn modelId="{B9810871-BEEE-9E4B-89DD-CBE166E78454}" type="presParOf" srcId="{7FE1B79B-4368-2D45-A505-03AA70AD097F}" destId="{A4BC73EA-2C0B-BD4E-8A40-2D42B5585661}" srcOrd="1" destOrd="0" presId="urn:microsoft.com/office/officeart/2005/8/layout/lProcess2"/>
    <dgm:cxn modelId="{D1A9719E-14F6-044D-B73B-CB4F86D4AB9A}" type="presParOf" srcId="{7FE1B79B-4368-2D45-A505-03AA70AD097F}" destId="{5821F81F-8FB9-4A46-87C6-06259843A05D}" srcOrd="2" destOrd="0" presId="urn:microsoft.com/office/officeart/2005/8/layout/lProcess2"/>
    <dgm:cxn modelId="{6FD7BE5C-FFB1-064C-89BF-234A93EE2AC4}" type="presParOf" srcId="{7FE1B79B-4368-2D45-A505-03AA70AD097F}" destId="{B30C1EA4-5E1A-CE4C-BA4F-A4040990904E}" srcOrd="3" destOrd="0" presId="urn:microsoft.com/office/officeart/2005/8/layout/lProcess2"/>
    <dgm:cxn modelId="{F5EC70BC-6FF8-2F4B-964E-DFBFBADF77CD}" type="presParOf" srcId="{7FE1B79B-4368-2D45-A505-03AA70AD097F}" destId="{EDBC9EB1-3156-5446-8D0A-1F9837099908}" srcOrd="4" destOrd="0" presId="urn:microsoft.com/office/officeart/2005/8/layout/lProcess2"/>
    <dgm:cxn modelId="{42FD79DE-490F-A846-A98B-A5D7D618AC83}" type="presParOf" srcId="{7FE1B79B-4368-2D45-A505-03AA70AD097F}" destId="{8C869B81-9671-8849-AC78-0014BBF3423D}" srcOrd="5" destOrd="0" presId="urn:microsoft.com/office/officeart/2005/8/layout/lProcess2"/>
    <dgm:cxn modelId="{47665E62-429D-7441-87AA-1E04DAEB67C3}" type="presParOf" srcId="{7FE1B79B-4368-2D45-A505-03AA70AD097F}" destId="{23397A45-3768-DE47-97BB-F43DEEC81A44}" srcOrd="6" destOrd="0" presId="urn:microsoft.com/office/officeart/2005/8/layout/lProcess2"/>
    <dgm:cxn modelId="{B6A5D80F-4AF9-FB4E-81EF-CF53CCF84EA4}" type="presParOf" srcId="{7FE1B79B-4368-2D45-A505-03AA70AD097F}" destId="{BC7D0332-0114-9646-9383-75D064A7F24B}" srcOrd="7" destOrd="0" presId="urn:microsoft.com/office/officeart/2005/8/layout/lProcess2"/>
    <dgm:cxn modelId="{98F5D600-6D3B-2245-B4A8-6AE3363D0305}" type="presParOf" srcId="{7FE1B79B-4368-2D45-A505-03AA70AD097F}" destId="{744FB783-5262-9D40-B9F8-16B2131C5669}" srcOrd="8" destOrd="0" presId="urn:microsoft.com/office/officeart/2005/8/layout/lProcess2"/>
    <dgm:cxn modelId="{4BD915D9-A097-314E-BEE3-6D616246D7FA}" type="presParOf" srcId="{7FE1B79B-4368-2D45-A505-03AA70AD097F}" destId="{3C358380-0A87-F94F-92A6-41029F0B1D7D}" srcOrd="9" destOrd="0" presId="urn:microsoft.com/office/officeart/2005/8/layout/lProcess2"/>
    <dgm:cxn modelId="{C0240C1D-4BB4-4744-9C56-F2F75471D844}" type="presParOf" srcId="{7FE1B79B-4368-2D45-A505-03AA70AD097F}" destId="{F3F87234-656B-3B4B-BA40-5E24B156CA65}" srcOrd="10" destOrd="0" presId="urn:microsoft.com/office/officeart/2005/8/layout/lProcess2"/>
    <dgm:cxn modelId="{940BB440-5623-D54D-94F1-6A4295B8E27A}" type="presParOf" srcId="{7FE1B79B-4368-2D45-A505-03AA70AD097F}" destId="{EE7B42F1-F072-DE43-85F0-0FD7D2F5D045}" srcOrd="11" destOrd="0" presId="urn:microsoft.com/office/officeart/2005/8/layout/lProcess2"/>
    <dgm:cxn modelId="{DCC20360-48AC-EC44-9F79-167947340258}" type="presParOf" srcId="{7FE1B79B-4368-2D45-A505-03AA70AD097F}" destId="{87EA2D42-403C-904E-98F2-950D46E82317}" srcOrd="12" destOrd="0" presId="urn:microsoft.com/office/officeart/2005/8/layout/lProcess2"/>
    <dgm:cxn modelId="{49DC2A9C-DEC5-C248-B5F5-02AEB79A481A}" type="presParOf" srcId="{7FE1B79B-4368-2D45-A505-03AA70AD097F}" destId="{12266D89-3720-A24E-A1E4-07E240FF0520}" srcOrd="13" destOrd="0" presId="urn:microsoft.com/office/officeart/2005/8/layout/lProcess2"/>
    <dgm:cxn modelId="{2EA136C9-1E4A-6246-BA8F-120CF9C7F60C}" type="presParOf" srcId="{7FE1B79B-4368-2D45-A505-03AA70AD097F}" destId="{E9693D5E-4B55-324F-81F3-8F9C05449FAC}" srcOrd="14" destOrd="0" presId="urn:microsoft.com/office/officeart/2005/8/layout/lProcess2"/>
    <dgm:cxn modelId="{819A968E-A7AA-7E4F-B33C-A8F89A216915}" type="presParOf" srcId="{7FE1B79B-4368-2D45-A505-03AA70AD097F}" destId="{F055985B-C18D-644B-89CC-64F7D7FA36E8}" srcOrd="15" destOrd="0" presId="urn:microsoft.com/office/officeart/2005/8/layout/lProcess2"/>
    <dgm:cxn modelId="{9DC09CE3-FD51-6340-AFE5-F0936237A348}" type="presParOf" srcId="{7FE1B79B-4368-2D45-A505-03AA70AD097F}" destId="{31038447-8F60-B641-8C7B-E506F5015141}" srcOrd="1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4B18F2-95F3-7B4E-9A96-8187EE916F70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DEDE16F-DD4C-4C43-B9B2-917C0375D4FD}">
      <dgm:prSet phldrT="[Text]" custT="1"/>
      <dgm:spPr/>
      <dgm:t>
        <a:bodyPr/>
        <a:lstStyle/>
        <a:p>
          <a:r>
            <a:rPr lang="en-US" sz="1600" dirty="0"/>
            <a:t>Modelling Process</a:t>
          </a:r>
          <a:endParaRPr lang="en-GB" sz="1600" dirty="0"/>
        </a:p>
      </dgm:t>
    </dgm:pt>
    <dgm:pt modelId="{28CE3CB8-99E2-8641-8C0B-4F7009B5AFA6}" type="parTrans" cxnId="{7E6D890E-B16A-A947-9DC4-FBA1A65964CA}">
      <dgm:prSet/>
      <dgm:spPr/>
      <dgm:t>
        <a:bodyPr/>
        <a:lstStyle/>
        <a:p>
          <a:endParaRPr lang="en-GB" sz="1050"/>
        </a:p>
      </dgm:t>
    </dgm:pt>
    <dgm:pt modelId="{C2323D3F-46D6-794F-A613-D2856EF0E7B5}" type="sibTrans" cxnId="{7E6D890E-B16A-A947-9DC4-FBA1A65964CA}">
      <dgm:prSet/>
      <dgm:spPr/>
      <dgm:t>
        <a:bodyPr/>
        <a:lstStyle/>
        <a:p>
          <a:endParaRPr lang="en-GB" sz="1050"/>
        </a:p>
      </dgm:t>
    </dgm:pt>
    <dgm:pt modelId="{487B97F6-EA37-924E-A5A0-D4B57999DCCF}">
      <dgm:prSet custT="1"/>
      <dgm:spPr/>
      <dgm:t>
        <a:bodyPr/>
        <a:lstStyle/>
        <a:p>
          <a:r>
            <a:rPr lang="en-US" sz="1600" dirty="0"/>
            <a:t>Preprocessing / Cleaning</a:t>
          </a:r>
        </a:p>
      </dgm:t>
    </dgm:pt>
    <dgm:pt modelId="{B9A10F02-8957-9244-A95A-3D41F6E0C116}" type="parTrans" cxnId="{62B214F4-A9BC-4D49-ADBF-0AE0C4CE9D0B}">
      <dgm:prSet/>
      <dgm:spPr/>
      <dgm:t>
        <a:bodyPr/>
        <a:lstStyle/>
        <a:p>
          <a:endParaRPr lang="en-GB" sz="1050"/>
        </a:p>
      </dgm:t>
    </dgm:pt>
    <dgm:pt modelId="{42DC0731-538D-6846-A585-7743F272E18F}" type="sibTrans" cxnId="{62B214F4-A9BC-4D49-ADBF-0AE0C4CE9D0B}">
      <dgm:prSet/>
      <dgm:spPr/>
      <dgm:t>
        <a:bodyPr/>
        <a:lstStyle/>
        <a:p>
          <a:endParaRPr lang="en-GB" sz="1050"/>
        </a:p>
      </dgm:t>
    </dgm:pt>
    <dgm:pt modelId="{780E6616-D300-7C43-9BFB-1E496752167C}">
      <dgm:prSet custT="1"/>
      <dgm:spPr/>
      <dgm:t>
        <a:bodyPr/>
        <a:lstStyle/>
        <a:p>
          <a:r>
            <a:rPr lang="en-US" sz="1600"/>
            <a:t>Exploration Analysis</a:t>
          </a:r>
          <a:endParaRPr lang="en-US" sz="1600" dirty="0"/>
        </a:p>
      </dgm:t>
    </dgm:pt>
    <dgm:pt modelId="{02EDB16F-B019-2A48-A18D-B99450475F42}" type="parTrans" cxnId="{EEE96A9F-E00C-7D49-AFF3-FDD36F3B064D}">
      <dgm:prSet/>
      <dgm:spPr/>
      <dgm:t>
        <a:bodyPr/>
        <a:lstStyle/>
        <a:p>
          <a:endParaRPr lang="en-GB" sz="1050"/>
        </a:p>
      </dgm:t>
    </dgm:pt>
    <dgm:pt modelId="{5F108665-A1F0-5B43-A24D-19AE03BB47C4}" type="sibTrans" cxnId="{EEE96A9F-E00C-7D49-AFF3-FDD36F3B064D}">
      <dgm:prSet/>
      <dgm:spPr/>
      <dgm:t>
        <a:bodyPr/>
        <a:lstStyle/>
        <a:p>
          <a:endParaRPr lang="en-GB" sz="1050"/>
        </a:p>
      </dgm:t>
    </dgm:pt>
    <dgm:pt modelId="{DCCF9E87-EB6D-F648-891B-A3AECEE3C178}">
      <dgm:prSet custT="1"/>
      <dgm:spPr/>
      <dgm:t>
        <a:bodyPr/>
        <a:lstStyle/>
        <a:p>
          <a:r>
            <a:rPr lang="en-US" sz="1600" dirty="0"/>
            <a:t>Handling Imbalance</a:t>
          </a:r>
        </a:p>
      </dgm:t>
    </dgm:pt>
    <dgm:pt modelId="{89845E2D-83D5-4646-929D-67D910EE7CFB}" type="parTrans" cxnId="{24ED67E4-F8AB-0B4C-8EAC-E7F2814CE54E}">
      <dgm:prSet/>
      <dgm:spPr/>
      <dgm:t>
        <a:bodyPr/>
        <a:lstStyle/>
        <a:p>
          <a:endParaRPr lang="en-GB" sz="1050"/>
        </a:p>
      </dgm:t>
    </dgm:pt>
    <dgm:pt modelId="{CCE37813-2D8B-FF46-910B-A9C601CBC910}" type="sibTrans" cxnId="{24ED67E4-F8AB-0B4C-8EAC-E7F2814CE54E}">
      <dgm:prSet/>
      <dgm:spPr/>
      <dgm:t>
        <a:bodyPr/>
        <a:lstStyle/>
        <a:p>
          <a:endParaRPr lang="en-GB" sz="1050"/>
        </a:p>
      </dgm:t>
    </dgm:pt>
    <dgm:pt modelId="{14D7F183-D976-3346-BE5E-F102B06C2EAC}">
      <dgm:prSet custT="1"/>
      <dgm:spPr/>
      <dgm:t>
        <a:bodyPr/>
        <a:lstStyle/>
        <a:p>
          <a:r>
            <a:rPr lang="en-US" sz="1600"/>
            <a:t>Feature Engineering</a:t>
          </a:r>
          <a:endParaRPr lang="en-US" sz="1600" dirty="0"/>
        </a:p>
      </dgm:t>
    </dgm:pt>
    <dgm:pt modelId="{B2654784-20C4-D142-A414-C7C705573DE6}" type="parTrans" cxnId="{9D5BC396-F4D7-3B4C-A7CF-1725A35A81CD}">
      <dgm:prSet/>
      <dgm:spPr/>
      <dgm:t>
        <a:bodyPr/>
        <a:lstStyle/>
        <a:p>
          <a:endParaRPr lang="en-GB" sz="1050"/>
        </a:p>
      </dgm:t>
    </dgm:pt>
    <dgm:pt modelId="{F46DAB7D-712E-474C-988F-B88E991D428B}" type="sibTrans" cxnId="{9D5BC396-F4D7-3B4C-A7CF-1725A35A81CD}">
      <dgm:prSet/>
      <dgm:spPr/>
      <dgm:t>
        <a:bodyPr/>
        <a:lstStyle/>
        <a:p>
          <a:endParaRPr lang="en-GB" sz="1050"/>
        </a:p>
      </dgm:t>
    </dgm:pt>
    <dgm:pt modelId="{B11144F3-045E-4044-AAE8-6E82DA56AA7D}">
      <dgm:prSet custT="1"/>
      <dgm:spPr/>
      <dgm:t>
        <a:bodyPr/>
        <a:lstStyle/>
        <a:p>
          <a:r>
            <a:rPr lang="en-US" sz="1600"/>
            <a:t>Model Development</a:t>
          </a:r>
          <a:endParaRPr lang="en-US" sz="1600" dirty="0"/>
        </a:p>
      </dgm:t>
    </dgm:pt>
    <dgm:pt modelId="{01C0D86C-B688-4047-8B97-572802196AD8}" type="parTrans" cxnId="{A0468846-04B9-3B44-AE0D-6E1514EB261D}">
      <dgm:prSet/>
      <dgm:spPr/>
      <dgm:t>
        <a:bodyPr/>
        <a:lstStyle/>
        <a:p>
          <a:endParaRPr lang="en-GB" sz="1050"/>
        </a:p>
      </dgm:t>
    </dgm:pt>
    <dgm:pt modelId="{2CE1CB7E-643A-A442-964C-4F155A59499B}" type="sibTrans" cxnId="{A0468846-04B9-3B44-AE0D-6E1514EB261D}">
      <dgm:prSet/>
      <dgm:spPr/>
      <dgm:t>
        <a:bodyPr/>
        <a:lstStyle/>
        <a:p>
          <a:endParaRPr lang="en-GB" sz="1050"/>
        </a:p>
      </dgm:t>
    </dgm:pt>
    <dgm:pt modelId="{7DB6817C-507E-164E-B878-0863AA9A60A4}">
      <dgm:prSet custT="1"/>
      <dgm:spPr/>
      <dgm:t>
        <a:bodyPr/>
        <a:lstStyle/>
        <a:p>
          <a:r>
            <a:rPr lang="en-US" sz="1600"/>
            <a:t>Parameter Tuning &amp; Optimization</a:t>
          </a:r>
          <a:endParaRPr lang="en-US" sz="1600" dirty="0"/>
        </a:p>
      </dgm:t>
    </dgm:pt>
    <dgm:pt modelId="{B0608434-86ED-C142-8323-99B5E87E5AF1}" type="parTrans" cxnId="{520FC05F-8D25-514B-896E-F20320E933A0}">
      <dgm:prSet/>
      <dgm:spPr/>
      <dgm:t>
        <a:bodyPr/>
        <a:lstStyle/>
        <a:p>
          <a:endParaRPr lang="en-GB" sz="1050"/>
        </a:p>
      </dgm:t>
    </dgm:pt>
    <dgm:pt modelId="{60F6367D-D656-304A-BFAA-B50278AC9ED3}" type="sibTrans" cxnId="{520FC05F-8D25-514B-896E-F20320E933A0}">
      <dgm:prSet/>
      <dgm:spPr/>
      <dgm:t>
        <a:bodyPr/>
        <a:lstStyle/>
        <a:p>
          <a:endParaRPr lang="en-GB" sz="1050"/>
        </a:p>
      </dgm:t>
    </dgm:pt>
    <dgm:pt modelId="{2BBCEFC0-945E-D241-99E2-432944632520}">
      <dgm:prSet custT="1"/>
      <dgm:spPr/>
      <dgm:t>
        <a:bodyPr/>
        <a:lstStyle/>
        <a:p>
          <a:r>
            <a:rPr lang="en-US" sz="1600"/>
            <a:t>Training, Testing &amp; Generalization</a:t>
          </a:r>
          <a:endParaRPr lang="en-US" sz="1600" dirty="0"/>
        </a:p>
      </dgm:t>
    </dgm:pt>
    <dgm:pt modelId="{1EA32E7B-EA64-664E-91C2-380C6F2D693C}" type="parTrans" cxnId="{FA12A45E-C103-474A-9954-68EF537A1B9A}">
      <dgm:prSet/>
      <dgm:spPr/>
      <dgm:t>
        <a:bodyPr/>
        <a:lstStyle/>
        <a:p>
          <a:endParaRPr lang="en-GB" sz="1050"/>
        </a:p>
      </dgm:t>
    </dgm:pt>
    <dgm:pt modelId="{61FB65F4-B7A5-7744-95D7-3AE27DD7390E}" type="sibTrans" cxnId="{FA12A45E-C103-474A-9954-68EF537A1B9A}">
      <dgm:prSet/>
      <dgm:spPr/>
      <dgm:t>
        <a:bodyPr/>
        <a:lstStyle/>
        <a:p>
          <a:endParaRPr lang="en-GB" sz="1050"/>
        </a:p>
      </dgm:t>
    </dgm:pt>
    <dgm:pt modelId="{35D9D88C-8250-404D-9AB7-320B933A6061}">
      <dgm:prSet custT="1"/>
      <dgm:spPr/>
      <dgm:t>
        <a:bodyPr/>
        <a:lstStyle/>
        <a:p>
          <a:r>
            <a:rPr lang="en-US" sz="1600" dirty="0"/>
            <a:t>Data Gathering</a:t>
          </a:r>
        </a:p>
      </dgm:t>
    </dgm:pt>
    <dgm:pt modelId="{970B0721-9AFA-4CE2-9EE5-4D1ECE50AAC9}" type="parTrans" cxnId="{ABFA57E5-1405-463D-B504-A24310A7FADE}">
      <dgm:prSet/>
      <dgm:spPr/>
      <dgm:t>
        <a:bodyPr/>
        <a:lstStyle/>
        <a:p>
          <a:endParaRPr lang="en-IN"/>
        </a:p>
      </dgm:t>
    </dgm:pt>
    <dgm:pt modelId="{41F13962-5966-4603-9E6A-23DBFA831C10}" type="sibTrans" cxnId="{ABFA57E5-1405-463D-B504-A24310A7FADE}">
      <dgm:prSet/>
      <dgm:spPr/>
      <dgm:t>
        <a:bodyPr/>
        <a:lstStyle/>
        <a:p>
          <a:endParaRPr lang="en-IN"/>
        </a:p>
      </dgm:t>
    </dgm:pt>
    <dgm:pt modelId="{1BAE0EE8-F8CB-FD40-935B-C959F0E1375F}" type="pres">
      <dgm:prSet presAssocID="{A34B18F2-95F3-7B4E-9A96-8187EE916F70}" presName="Name0" presStyleCnt="0">
        <dgm:presLayoutVars>
          <dgm:dir/>
          <dgm:animLvl val="lvl"/>
          <dgm:resizeHandles val="exact"/>
        </dgm:presLayoutVars>
      </dgm:prSet>
      <dgm:spPr/>
    </dgm:pt>
    <dgm:pt modelId="{FCAEFC09-ED09-4325-9DC9-1CA9AD667639}" type="pres">
      <dgm:prSet presAssocID="{5DEDE16F-DD4C-4C43-B9B2-917C0375D4FD}" presName="composite" presStyleCnt="0"/>
      <dgm:spPr/>
    </dgm:pt>
    <dgm:pt modelId="{D13A7897-61A6-4673-9791-3489469F7BE5}" type="pres">
      <dgm:prSet presAssocID="{5DEDE16F-DD4C-4C43-B9B2-917C0375D4F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6F9AF20-5A76-4C3B-B20F-A043856F3AD8}" type="pres">
      <dgm:prSet presAssocID="{5DEDE16F-DD4C-4C43-B9B2-917C0375D4F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C230504-2E6D-4B60-BE8A-116FFFAECE16}" type="presOf" srcId="{DCCF9E87-EB6D-F648-891B-A3AECEE3C178}" destId="{76F9AF20-5A76-4C3B-B20F-A043856F3AD8}" srcOrd="0" destOrd="3" presId="urn:microsoft.com/office/officeart/2005/8/layout/hList1"/>
    <dgm:cxn modelId="{B23A5B06-5A52-4FE5-A798-58FC8987E617}" type="presOf" srcId="{5DEDE16F-DD4C-4C43-B9B2-917C0375D4FD}" destId="{D13A7897-61A6-4673-9791-3489469F7BE5}" srcOrd="0" destOrd="0" presId="urn:microsoft.com/office/officeart/2005/8/layout/hList1"/>
    <dgm:cxn modelId="{7E6D890E-B16A-A947-9DC4-FBA1A65964CA}" srcId="{A34B18F2-95F3-7B4E-9A96-8187EE916F70}" destId="{5DEDE16F-DD4C-4C43-B9B2-917C0375D4FD}" srcOrd="0" destOrd="0" parTransId="{28CE3CB8-99E2-8641-8C0B-4F7009B5AFA6}" sibTransId="{C2323D3F-46D6-794F-A613-D2856EF0E7B5}"/>
    <dgm:cxn modelId="{684E8D3E-03B3-47BF-8445-3493565A2F9D}" type="presOf" srcId="{7DB6817C-507E-164E-B878-0863AA9A60A4}" destId="{76F9AF20-5A76-4C3B-B20F-A043856F3AD8}" srcOrd="0" destOrd="6" presId="urn:microsoft.com/office/officeart/2005/8/layout/hList1"/>
    <dgm:cxn modelId="{FA12A45E-C103-474A-9954-68EF537A1B9A}" srcId="{5DEDE16F-DD4C-4C43-B9B2-917C0375D4FD}" destId="{2BBCEFC0-945E-D241-99E2-432944632520}" srcOrd="7" destOrd="0" parTransId="{1EA32E7B-EA64-664E-91C2-380C6F2D693C}" sibTransId="{61FB65F4-B7A5-7744-95D7-3AE27DD7390E}"/>
    <dgm:cxn modelId="{520FC05F-8D25-514B-896E-F20320E933A0}" srcId="{5DEDE16F-DD4C-4C43-B9B2-917C0375D4FD}" destId="{7DB6817C-507E-164E-B878-0863AA9A60A4}" srcOrd="6" destOrd="0" parTransId="{B0608434-86ED-C142-8323-99B5E87E5AF1}" sibTransId="{60F6367D-D656-304A-BFAA-B50278AC9ED3}"/>
    <dgm:cxn modelId="{A0468846-04B9-3B44-AE0D-6E1514EB261D}" srcId="{5DEDE16F-DD4C-4C43-B9B2-917C0375D4FD}" destId="{B11144F3-045E-4044-AAE8-6E82DA56AA7D}" srcOrd="5" destOrd="0" parTransId="{01C0D86C-B688-4047-8B97-572802196AD8}" sibTransId="{2CE1CB7E-643A-A442-964C-4F155A59499B}"/>
    <dgm:cxn modelId="{5FA2756A-3195-8E43-A454-76F2AE3A3F7D}" type="presOf" srcId="{A34B18F2-95F3-7B4E-9A96-8187EE916F70}" destId="{1BAE0EE8-F8CB-FD40-935B-C959F0E1375F}" srcOrd="0" destOrd="0" presId="urn:microsoft.com/office/officeart/2005/8/layout/hList1"/>
    <dgm:cxn modelId="{4854CE72-B95F-472D-9986-0D6D6F87A7FD}" type="presOf" srcId="{14D7F183-D976-3346-BE5E-F102B06C2EAC}" destId="{76F9AF20-5A76-4C3B-B20F-A043856F3AD8}" srcOrd="0" destOrd="4" presId="urn:microsoft.com/office/officeart/2005/8/layout/hList1"/>
    <dgm:cxn modelId="{49CAEE54-BEFD-40D2-A32F-33F98DBB3444}" type="presOf" srcId="{2BBCEFC0-945E-D241-99E2-432944632520}" destId="{76F9AF20-5A76-4C3B-B20F-A043856F3AD8}" srcOrd="0" destOrd="7" presId="urn:microsoft.com/office/officeart/2005/8/layout/hList1"/>
    <dgm:cxn modelId="{A750E68E-31EA-4CFC-87CB-214DE59E2273}" type="presOf" srcId="{B11144F3-045E-4044-AAE8-6E82DA56AA7D}" destId="{76F9AF20-5A76-4C3B-B20F-A043856F3AD8}" srcOrd="0" destOrd="5" presId="urn:microsoft.com/office/officeart/2005/8/layout/hList1"/>
    <dgm:cxn modelId="{9D5BC396-F4D7-3B4C-A7CF-1725A35A81CD}" srcId="{5DEDE16F-DD4C-4C43-B9B2-917C0375D4FD}" destId="{14D7F183-D976-3346-BE5E-F102B06C2EAC}" srcOrd="4" destOrd="0" parTransId="{B2654784-20C4-D142-A414-C7C705573DE6}" sibTransId="{F46DAB7D-712E-474C-988F-B88E991D428B}"/>
    <dgm:cxn modelId="{EEE96A9F-E00C-7D49-AFF3-FDD36F3B064D}" srcId="{5DEDE16F-DD4C-4C43-B9B2-917C0375D4FD}" destId="{780E6616-D300-7C43-9BFB-1E496752167C}" srcOrd="2" destOrd="0" parTransId="{02EDB16F-B019-2A48-A18D-B99450475F42}" sibTransId="{5F108665-A1F0-5B43-A24D-19AE03BB47C4}"/>
    <dgm:cxn modelId="{E9C16DA8-D4B6-4F79-9E1B-0EE12A7C29DA}" type="presOf" srcId="{487B97F6-EA37-924E-A5A0-D4B57999DCCF}" destId="{76F9AF20-5A76-4C3B-B20F-A043856F3AD8}" srcOrd="0" destOrd="1" presId="urn:microsoft.com/office/officeart/2005/8/layout/hList1"/>
    <dgm:cxn modelId="{854554B1-7B5B-47F5-98AF-8BE37F2A964F}" type="presOf" srcId="{780E6616-D300-7C43-9BFB-1E496752167C}" destId="{76F9AF20-5A76-4C3B-B20F-A043856F3AD8}" srcOrd="0" destOrd="2" presId="urn:microsoft.com/office/officeart/2005/8/layout/hList1"/>
    <dgm:cxn modelId="{BE9587B1-990F-44F2-B2E4-54A55AFA373D}" type="presOf" srcId="{35D9D88C-8250-404D-9AB7-320B933A6061}" destId="{76F9AF20-5A76-4C3B-B20F-A043856F3AD8}" srcOrd="0" destOrd="0" presId="urn:microsoft.com/office/officeart/2005/8/layout/hList1"/>
    <dgm:cxn modelId="{24ED67E4-F8AB-0B4C-8EAC-E7F2814CE54E}" srcId="{5DEDE16F-DD4C-4C43-B9B2-917C0375D4FD}" destId="{DCCF9E87-EB6D-F648-891B-A3AECEE3C178}" srcOrd="3" destOrd="0" parTransId="{89845E2D-83D5-4646-929D-67D910EE7CFB}" sibTransId="{CCE37813-2D8B-FF46-910B-A9C601CBC910}"/>
    <dgm:cxn modelId="{ABFA57E5-1405-463D-B504-A24310A7FADE}" srcId="{5DEDE16F-DD4C-4C43-B9B2-917C0375D4FD}" destId="{35D9D88C-8250-404D-9AB7-320B933A6061}" srcOrd="0" destOrd="0" parTransId="{970B0721-9AFA-4CE2-9EE5-4D1ECE50AAC9}" sibTransId="{41F13962-5966-4603-9E6A-23DBFA831C10}"/>
    <dgm:cxn modelId="{62B214F4-A9BC-4D49-ADBF-0AE0C4CE9D0B}" srcId="{5DEDE16F-DD4C-4C43-B9B2-917C0375D4FD}" destId="{487B97F6-EA37-924E-A5A0-D4B57999DCCF}" srcOrd="1" destOrd="0" parTransId="{B9A10F02-8957-9244-A95A-3D41F6E0C116}" sibTransId="{42DC0731-538D-6846-A585-7743F272E18F}"/>
    <dgm:cxn modelId="{422E22C5-79BD-4FA3-A657-9F2F3D6AB8B0}" type="presParOf" srcId="{1BAE0EE8-F8CB-FD40-935B-C959F0E1375F}" destId="{FCAEFC09-ED09-4325-9DC9-1CA9AD667639}" srcOrd="0" destOrd="0" presId="urn:microsoft.com/office/officeart/2005/8/layout/hList1"/>
    <dgm:cxn modelId="{CE386E33-409D-4F49-BB6B-D327AA90B647}" type="presParOf" srcId="{FCAEFC09-ED09-4325-9DC9-1CA9AD667639}" destId="{D13A7897-61A6-4673-9791-3489469F7BE5}" srcOrd="0" destOrd="0" presId="urn:microsoft.com/office/officeart/2005/8/layout/hList1"/>
    <dgm:cxn modelId="{0BD4F17D-64B4-4168-B5AF-5547211EA19B}" type="presParOf" srcId="{FCAEFC09-ED09-4325-9DC9-1CA9AD667639}" destId="{76F9AF20-5A76-4C3B-B20F-A043856F3AD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96C77A-AC88-394B-8338-A15EDFBA5B1E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14EA0E7-D18C-1341-BC6E-E3C9B488B289}">
      <dgm:prSet phldrT="[Text]"/>
      <dgm:spPr/>
      <dgm:t>
        <a:bodyPr/>
        <a:lstStyle/>
        <a:p>
          <a:r>
            <a:rPr lang="en-GB" dirty="0"/>
            <a:t>Data Selection</a:t>
          </a:r>
        </a:p>
      </dgm:t>
    </dgm:pt>
    <dgm:pt modelId="{1A6EC793-8545-A244-AC5B-81966D93A484}" type="parTrans" cxnId="{2852F826-A144-EC46-8E73-47A1DBB6C3A2}">
      <dgm:prSet/>
      <dgm:spPr/>
      <dgm:t>
        <a:bodyPr/>
        <a:lstStyle/>
        <a:p>
          <a:endParaRPr lang="en-GB"/>
        </a:p>
      </dgm:t>
    </dgm:pt>
    <dgm:pt modelId="{88336B6F-E681-AF48-9ABF-AE0EC1ACB3AD}" type="sibTrans" cxnId="{2852F826-A144-EC46-8E73-47A1DBB6C3A2}">
      <dgm:prSet/>
      <dgm:spPr/>
      <dgm:t>
        <a:bodyPr/>
        <a:lstStyle/>
        <a:p>
          <a:endParaRPr lang="en-GB"/>
        </a:p>
      </dgm:t>
    </dgm:pt>
    <dgm:pt modelId="{128AC953-CE94-344F-AF01-6F0FA0944D9D}">
      <dgm:prSet phldrT="[Text]"/>
      <dgm:spPr/>
      <dgm:t>
        <a:bodyPr/>
        <a:lstStyle/>
        <a:p>
          <a:r>
            <a:rPr lang="en-GB" dirty="0"/>
            <a:t>Segment : Private Car Comprehensive</a:t>
          </a:r>
        </a:p>
      </dgm:t>
    </dgm:pt>
    <dgm:pt modelId="{90C369C0-25DB-B447-857F-48EF4FD6D9E5}" type="parTrans" cxnId="{5C54CE45-05A8-AF41-95EF-A0C7B4232620}">
      <dgm:prSet/>
      <dgm:spPr/>
      <dgm:t>
        <a:bodyPr/>
        <a:lstStyle/>
        <a:p>
          <a:endParaRPr lang="en-GB"/>
        </a:p>
      </dgm:t>
    </dgm:pt>
    <dgm:pt modelId="{BE26EEEE-1B18-0541-A9BD-66DE6F6D3334}" type="sibTrans" cxnId="{5C54CE45-05A8-AF41-95EF-A0C7B4232620}">
      <dgm:prSet/>
      <dgm:spPr/>
      <dgm:t>
        <a:bodyPr/>
        <a:lstStyle/>
        <a:p>
          <a:endParaRPr lang="en-GB"/>
        </a:p>
      </dgm:t>
    </dgm:pt>
    <dgm:pt modelId="{A6340FB4-986F-C846-AF11-9BAB0C1411EA}">
      <dgm:prSet phldrT="[Text]"/>
      <dgm:spPr/>
      <dgm:t>
        <a:bodyPr/>
        <a:lstStyle/>
        <a:p>
          <a:r>
            <a:rPr lang="en-GB" dirty="0"/>
            <a:t>Period : 2020-2024</a:t>
          </a:r>
        </a:p>
      </dgm:t>
    </dgm:pt>
    <dgm:pt modelId="{C9DEB19B-87AE-B440-A3C6-84E2EEB06C16}" type="parTrans" cxnId="{62D948FD-5C76-9A40-94C2-B5AB852EA6EB}">
      <dgm:prSet/>
      <dgm:spPr/>
      <dgm:t>
        <a:bodyPr/>
        <a:lstStyle/>
        <a:p>
          <a:endParaRPr lang="en-GB"/>
        </a:p>
      </dgm:t>
    </dgm:pt>
    <dgm:pt modelId="{6ADD1729-D747-A044-ACFB-960AFE67D61E}" type="sibTrans" cxnId="{62D948FD-5C76-9A40-94C2-B5AB852EA6EB}">
      <dgm:prSet/>
      <dgm:spPr/>
      <dgm:t>
        <a:bodyPr/>
        <a:lstStyle/>
        <a:p>
          <a:endParaRPr lang="en-GB"/>
        </a:p>
      </dgm:t>
    </dgm:pt>
    <dgm:pt modelId="{654BCCBA-F23A-D74C-8B56-91FD824E2E19}">
      <dgm:prSet phldrT="[Text]"/>
      <dgm:spPr/>
      <dgm:t>
        <a:bodyPr/>
        <a:lstStyle/>
        <a:p>
          <a:r>
            <a:rPr lang="en-GB" dirty="0"/>
            <a:t>Policies : 2,075,235</a:t>
          </a:r>
        </a:p>
      </dgm:t>
    </dgm:pt>
    <dgm:pt modelId="{230E1CA5-987F-7943-A169-CE0DD00B69B1}" type="parTrans" cxnId="{C5EE5610-AB59-E848-BFC9-2D72C20889CC}">
      <dgm:prSet/>
      <dgm:spPr/>
      <dgm:t>
        <a:bodyPr/>
        <a:lstStyle/>
        <a:p>
          <a:endParaRPr lang="en-GB"/>
        </a:p>
      </dgm:t>
    </dgm:pt>
    <dgm:pt modelId="{6BA94EA7-1D39-E74C-A5D1-E654C4827BF9}" type="sibTrans" cxnId="{C5EE5610-AB59-E848-BFC9-2D72C20889CC}">
      <dgm:prSet/>
      <dgm:spPr/>
      <dgm:t>
        <a:bodyPr/>
        <a:lstStyle/>
        <a:p>
          <a:endParaRPr lang="en-GB"/>
        </a:p>
      </dgm:t>
    </dgm:pt>
    <dgm:pt modelId="{0A2E6665-EC9D-174C-A869-6D43F2816819}">
      <dgm:prSet phldrT="[Text]"/>
      <dgm:spPr/>
      <dgm:t>
        <a:bodyPr/>
        <a:lstStyle/>
        <a:p>
          <a:r>
            <a:rPr lang="en-GB" dirty="0"/>
            <a:t>Features : 117</a:t>
          </a:r>
        </a:p>
      </dgm:t>
    </dgm:pt>
    <dgm:pt modelId="{9E8CADA7-C89C-CF4E-B90F-6B96F32D371C}" type="parTrans" cxnId="{01471811-0B4A-744D-A9D1-F3F3FE5C7C27}">
      <dgm:prSet/>
      <dgm:spPr/>
      <dgm:t>
        <a:bodyPr/>
        <a:lstStyle/>
        <a:p>
          <a:endParaRPr lang="en-GB"/>
        </a:p>
      </dgm:t>
    </dgm:pt>
    <dgm:pt modelId="{52D4448F-AEAE-504E-BDC4-3913AD71769F}" type="sibTrans" cxnId="{01471811-0B4A-744D-A9D1-F3F3FE5C7C27}">
      <dgm:prSet/>
      <dgm:spPr/>
      <dgm:t>
        <a:bodyPr/>
        <a:lstStyle/>
        <a:p>
          <a:endParaRPr lang="en-GB"/>
        </a:p>
      </dgm:t>
    </dgm:pt>
    <dgm:pt modelId="{ADBF64DA-E807-5548-B4F6-232E375E49A8}" type="pres">
      <dgm:prSet presAssocID="{2F96C77A-AC88-394B-8338-A15EDFBA5B1E}" presName="linear" presStyleCnt="0">
        <dgm:presLayoutVars>
          <dgm:animLvl val="lvl"/>
          <dgm:resizeHandles val="exact"/>
        </dgm:presLayoutVars>
      </dgm:prSet>
      <dgm:spPr/>
    </dgm:pt>
    <dgm:pt modelId="{BAF9B738-FA1B-134D-8F47-4B548C936F24}" type="pres">
      <dgm:prSet presAssocID="{F14EA0E7-D18C-1341-BC6E-E3C9B488B28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6AB5AB-919F-AD49-8ACB-945E463D41DB}" type="pres">
      <dgm:prSet presAssocID="{F14EA0E7-D18C-1341-BC6E-E3C9B488B28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E61F607-2E72-E348-9987-B6D23117697C}" type="presOf" srcId="{2F96C77A-AC88-394B-8338-A15EDFBA5B1E}" destId="{ADBF64DA-E807-5548-B4F6-232E375E49A8}" srcOrd="0" destOrd="0" presId="urn:microsoft.com/office/officeart/2005/8/layout/vList2"/>
    <dgm:cxn modelId="{F5F1F60B-BFC3-6740-900B-5E4A354FC835}" type="presOf" srcId="{128AC953-CE94-344F-AF01-6F0FA0944D9D}" destId="{1B6AB5AB-919F-AD49-8ACB-945E463D41DB}" srcOrd="0" destOrd="0" presId="urn:microsoft.com/office/officeart/2005/8/layout/vList2"/>
    <dgm:cxn modelId="{C5EE5610-AB59-E848-BFC9-2D72C20889CC}" srcId="{F14EA0E7-D18C-1341-BC6E-E3C9B488B289}" destId="{654BCCBA-F23A-D74C-8B56-91FD824E2E19}" srcOrd="2" destOrd="0" parTransId="{230E1CA5-987F-7943-A169-CE0DD00B69B1}" sibTransId="{6BA94EA7-1D39-E74C-A5D1-E654C4827BF9}"/>
    <dgm:cxn modelId="{01471811-0B4A-744D-A9D1-F3F3FE5C7C27}" srcId="{F14EA0E7-D18C-1341-BC6E-E3C9B488B289}" destId="{0A2E6665-EC9D-174C-A869-6D43F2816819}" srcOrd="3" destOrd="0" parTransId="{9E8CADA7-C89C-CF4E-B90F-6B96F32D371C}" sibTransId="{52D4448F-AEAE-504E-BDC4-3913AD71769F}"/>
    <dgm:cxn modelId="{2852F826-A144-EC46-8E73-47A1DBB6C3A2}" srcId="{2F96C77A-AC88-394B-8338-A15EDFBA5B1E}" destId="{F14EA0E7-D18C-1341-BC6E-E3C9B488B289}" srcOrd="0" destOrd="0" parTransId="{1A6EC793-8545-A244-AC5B-81966D93A484}" sibTransId="{88336B6F-E681-AF48-9ABF-AE0EC1ACB3AD}"/>
    <dgm:cxn modelId="{5C54CE45-05A8-AF41-95EF-A0C7B4232620}" srcId="{F14EA0E7-D18C-1341-BC6E-E3C9B488B289}" destId="{128AC953-CE94-344F-AF01-6F0FA0944D9D}" srcOrd="0" destOrd="0" parTransId="{90C369C0-25DB-B447-857F-48EF4FD6D9E5}" sibTransId="{BE26EEEE-1B18-0541-A9BD-66DE6F6D3334}"/>
    <dgm:cxn modelId="{8F44A577-C49A-C048-BA50-0FE0FFF7994A}" type="presOf" srcId="{654BCCBA-F23A-D74C-8B56-91FD824E2E19}" destId="{1B6AB5AB-919F-AD49-8ACB-945E463D41DB}" srcOrd="0" destOrd="2" presId="urn:microsoft.com/office/officeart/2005/8/layout/vList2"/>
    <dgm:cxn modelId="{1CBDC6B5-A7C6-EE4C-B2BB-AC3F3D5FA06B}" type="presOf" srcId="{F14EA0E7-D18C-1341-BC6E-E3C9B488B289}" destId="{BAF9B738-FA1B-134D-8F47-4B548C936F24}" srcOrd="0" destOrd="0" presId="urn:microsoft.com/office/officeart/2005/8/layout/vList2"/>
    <dgm:cxn modelId="{0A3D2BC2-CF90-C842-87D0-B1119A249D1C}" type="presOf" srcId="{0A2E6665-EC9D-174C-A869-6D43F2816819}" destId="{1B6AB5AB-919F-AD49-8ACB-945E463D41DB}" srcOrd="0" destOrd="3" presId="urn:microsoft.com/office/officeart/2005/8/layout/vList2"/>
    <dgm:cxn modelId="{D5AE97DC-1502-D54A-8A5D-C0F935F07E0C}" type="presOf" srcId="{A6340FB4-986F-C846-AF11-9BAB0C1411EA}" destId="{1B6AB5AB-919F-AD49-8ACB-945E463D41DB}" srcOrd="0" destOrd="1" presId="urn:microsoft.com/office/officeart/2005/8/layout/vList2"/>
    <dgm:cxn modelId="{62D948FD-5C76-9A40-94C2-B5AB852EA6EB}" srcId="{F14EA0E7-D18C-1341-BC6E-E3C9B488B289}" destId="{A6340FB4-986F-C846-AF11-9BAB0C1411EA}" srcOrd="1" destOrd="0" parTransId="{C9DEB19B-87AE-B440-A3C6-84E2EEB06C16}" sibTransId="{6ADD1729-D747-A044-ACFB-960AFE67D61E}"/>
    <dgm:cxn modelId="{0F4A3551-3170-1849-AC24-7ED1AE281511}" type="presParOf" srcId="{ADBF64DA-E807-5548-B4F6-232E375E49A8}" destId="{BAF9B738-FA1B-134D-8F47-4B548C936F24}" srcOrd="0" destOrd="0" presId="urn:microsoft.com/office/officeart/2005/8/layout/vList2"/>
    <dgm:cxn modelId="{11DB72A0-2A2F-0943-AF2D-6BD4150AF1E1}" type="presParOf" srcId="{ADBF64DA-E807-5548-B4F6-232E375E49A8}" destId="{1B6AB5AB-919F-AD49-8ACB-945E463D41D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96C77A-AC88-394B-8338-A15EDFBA5B1E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14EA0E7-D18C-1341-BC6E-E3C9B488B289}">
      <dgm:prSet phldrT="[Text]"/>
      <dgm:spPr/>
      <dgm:t>
        <a:bodyPr/>
        <a:lstStyle/>
        <a:p>
          <a:r>
            <a:rPr lang="en-GB" dirty="0"/>
            <a:t>Data Selection</a:t>
          </a:r>
        </a:p>
      </dgm:t>
    </dgm:pt>
    <dgm:pt modelId="{1A6EC793-8545-A244-AC5B-81966D93A484}" type="parTrans" cxnId="{2852F826-A144-EC46-8E73-47A1DBB6C3A2}">
      <dgm:prSet/>
      <dgm:spPr/>
      <dgm:t>
        <a:bodyPr/>
        <a:lstStyle/>
        <a:p>
          <a:endParaRPr lang="en-GB"/>
        </a:p>
      </dgm:t>
    </dgm:pt>
    <dgm:pt modelId="{88336B6F-E681-AF48-9ABF-AE0EC1ACB3AD}" type="sibTrans" cxnId="{2852F826-A144-EC46-8E73-47A1DBB6C3A2}">
      <dgm:prSet/>
      <dgm:spPr/>
      <dgm:t>
        <a:bodyPr/>
        <a:lstStyle/>
        <a:p>
          <a:endParaRPr lang="en-GB"/>
        </a:p>
      </dgm:t>
    </dgm:pt>
    <dgm:pt modelId="{128AC953-CE94-344F-AF01-6F0FA0944D9D}">
      <dgm:prSet phldrT="[Text]"/>
      <dgm:spPr/>
      <dgm:t>
        <a:bodyPr/>
        <a:lstStyle/>
        <a:p>
          <a:r>
            <a:rPr lang="en-GB" dirty="0"/>
            <a:t>Segment : Private Car Comprehensive</a:t>
          </a:r>
        </a:p>
      </dgm:t>
    </dgm:pt>
    <dgm:pt modelId="{90C369C0-25DB-B447-857F-48EF4FD6D9E5}" type="parTrans" cxnId="{5C54CE45-05A8-AF41-95EF-A0C7B4232620}">
      <dgm:prSet/>
      <dgm:spPr/>
      <dgm:t>
        <a:bodyPr/>
        <a:lstStyle/>
        <a:p>
          <a:endParaRPr lang="en-GB"/>
        </a:p>
      </dgm:t>
    </dgm:pt>
    <dgm:pt modelId="{BE26EEEE-1B18-0541-A9BD-66DE6F6D3334}" type="sibTrans" cxnId="{5C54CE45-05A8-AF41-95EF-A0C7B4232620}">
      <dgm:prSet/>
      <dgm:spPr/>
      <dgm:t>
        <a:bodyPr/>
        <a:lstStyle/>
        <a:p>
          <a:endParaRPr lang="en-GB"/>
        </a:p>
      </dgm:t>
    </dgm:pt>
    <dgm:pt modelId="{A6340FB4-986F-C846-AF11-9BAB0C1411EA}">
      <dgm:prSet phldrT="[Text]"/>
      <dgm:spPr/>
      <dgm:t>
        <a:bodyPr/>
        <a:lstStyle/>
        <a:p>
          <a:r>
            <a:rPr lang="en-GB" dirty="0"/>
            <a:t>Period : 2020-2024</a:t>
          </a:r>
        </a:p>
      </dgm:t>
    </dgm:pt>
    <dgm:pt modelId="{C9DEB19B-87AE-B440-A3C6-84E2EEB06C16}" type="parTrans" cxnId="{62D948FD-5C76-9A40-94C2-B5AB852EA6EB}">
      <dgm:prSet/>
      <dgm:spPr/>
      <dgm:t>
        <a:bodyPr/>
        <a:lstStyle/>
        <a:p>
          <a:endParaRPr lang="en-GB"/>
        </a:p>
      </dgm:t>
    </dgm:pt>
    <dgm:pt modelId="{6ADD1729-D747-A044-ACFB-960AFE67D61E}" type="sibTrans" cxnId="{62D948FD-5C76-9A40-94C2-B5AB852EA6EB}">
      <dgm:prSet/>
      <dgm:spPr/>
      <dgm:t>
        <a:bodyPr/>
        <a:lstStyle/>
        <a:p>
          <a:endParaRPr lang="en-GB"/>
        </a:p>
      </dgm:t>
    </dgm:pt>
    <dgm:pt modelId="{654BCCBA-F23A-D74C-8B56-91FD824E2E19}">
      <dgm:prSet phldrT="[Text]"/>
      <dgm:spPr/>
      <dgm:t>
        <a:bodyPr/>
        <a:lstStyle/>
        <a:p>
          <a:r>
            <a:rPr lang="en-GB" dirty="0"/>
            <a:t>Policies : 2,075,235</a:t>
          </a:r>
        </a:p>
      </dgm:t>
    </dgm:pt>
    <dgm:pt modelId="{230E1CA5-987F-7943-A169-CE0DD00B69B1}" type="parTrans" cxnId="{C5EE5610-AB59-E848-BFC9-2D72C20889CC}">
      <dgm:prSet/>
      <dgm:spPr/>
      <dgm:t>
        <a:bodyPr/>
        <a:lstStyle/>
        <a:p>
          <a:endParaRPr lang="en-GB"/>
        </a:p>
      </dgm:t>
    </dgm:pt>
    <dgm:pt modelId="{6BA94EA7-1D39-E74C-A5D1-E654C4827BF9}" type="sibTrans" cxnId="{C5EE5610-AB59-E848-BFC9-2D72C20889CC}">
      <dgm:prSet/>
      <dgm:spPr/>
      <dgm:t>
        <a:bodyPr/>
        <a:lstStyle/>
        <a:p>
          <a:endParaRPr lang="en-GB"/>
        </a:p>
      </dgm:t>
    </dgm:pt>
    <dgm:pt modelId="{0A2E6665-EC9D-174C-A869-6D43F2816819}">
      <dgm:prSet phldrT="[Text]"/>
      <dgm:spPr/>
      <dgm:t>
        <a:bodyPr/>
        <a:lstStyle/>
        <a:p>
          <a:r>
            <a:rPr lang="en-GB" dirty="0"/>
            <a:t>Features : 117</a:t>
          </a:r>
        </a:p>
      </dgm:t>
    </dgm:pt>
    <dgm:pt modelId="{9E8CADA7-C89C-CF4E-B90F-6B96F32D371C}" type="parTrans" cxnId="{01471811-0B4A-744D-A9D1-F3F3FE5C7C27}">
      <dgm:prSet/>
      <dgm:spPr/>
      <dgm:t>
        <a:bodyPr/>
        <a:lstStyle/>
        <a:p>
          <a:endParaRPr lang="en-GB"/>
        </a:p>
      </dgm:t>
    </dgm:pt>
    <dgm:pt modelId="{52D4448F-AEAE-504E-BDC4-3913AD71769F}" type="sibTrans" cxnId="{01471811-0B4A-744D-A9D1-F3F3FE5C7C27}">
      <dgm:prSet/>
      <dgm:spPr/>
      <dgm:t>
        <a:bodyPr/>
        <a:lstStyle/>
        <a:p>
          <a:endParaRPr lang="en-GB"/>
        </a:p>
      </dgm:t>
    </dgm:pt>
    <dgm:pt modelId="{ADBF64DA-E807-5548-B4F6-232E375E49A8}" type="pres">
      <dgm:prSet presAssocID="{2F96C77A-AC88-394B-8338-A15EDFBA5B1E}" presName="linear" presStyleCnt="0">
        <dgm:presLayoutVars>
          <dgm:animLvl val="lvl"/>
          <dgm:resizeHandles val="exact"/>
        </dgm:presLayoutVars>
      </dgm:prSet>
      <dgm:spPr/>
    </dgm:pt>
    <dgm:pt modelId="{BAF9B738-FA1B-134D-8F47-4B548C936F24}" type="pres">
      <dgm:prSet presAssocID="{F14EA0E7-D18C-1341-BC6E-E3C9B488B28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6AB5AB-919F-AD49-8ACB-945E463D41DB}" type="pres">
      <dgm:prSet presAssocID="{F14EA0E7-D18C-1341-BC6E-E3C9B488B28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E61F607-2E72-E348-9987-B6D23117697C}" type="presOf" srcId="{2F96C77A-AC88-394B-8338-A15EDFBA5B1E}" destId="{ADBF64DA-E807-5548-B4F6-232E375E49A8}" srcOrd="0" destOrd="0" presId="urn:microsoft.com/office/officeart/2005/8/layout/vList2"/>
    <dgm:cxn modelId="{F5F1F60B-BFC3-6740-900B-5E4A354FC835}" type="presOf" srcId="{128AC953-CE94-344F-AF01-6F0FA0944D9D}" destId="{1B6AB5AB-919F-AD49-8ACB-945E463D41DB}" srcOrd="0" destOrd="0" presId="urn:microsoft.com/office/officeart/2005/8/layout/vList2"/>
    <dgm:cxn modelId="{C5EE5610-AB59-E848-BFC9-2D72C20889CC}" srcId="{F14EA0E7-D18C-1341-BC6E-E3C9B488B289}" destId="{654BCCBA-F23A-D74C-8B56-91FD824E2E19}" srcOrd="2" destOrd="0" parTransId="{230E1CA5-987F-7943-A169-CE0DD00B69B1}" sibTransId="{6BA94EA7-1D39-E74C-A5D1-E654C4827BF9}"/>
    <dgm:cxn modelId="{01471811-0B4A-744D-A9D1-F3F3FE5C7C27}" srcId="{F14EA0E7-D18C-1341-BC6E-E3C9B488B289}" destId="{0A2E6665-EC9D-174C-A869-6D43F2816819}" srcOrd="3" destOrd="0" parTransId="{9E8CADA7-C89C-CF4E-B90F-6B96F32D371C}" sibTransId="{52D4448F-AEAE-504E-BDC4-3913AD71769F}"/>
    <dgm:cxn modelId="{2852F826-A144-EC46-8E73-47A1DBB6C3A2}" srcId="{2F96C77A-AC88-394B-8338-A15EDFBA5B1E}" destId="{F14EA0E7-D18C-1341-BC6E-E3C9B488B289}" srcOrd="0" destOrd="0" parTransId="{1A6EC793-8545-A244-AC5B-81966D93A484}" sibTransId="{88336B6F-E681-AF48-9ABF-AE0EC1ACB3AD}"/>
    <dgm:cxn modelId="{5C54CE45-05A8-AF41-95EF-A0C7B4232620}" srcId="{F14EA0E7-D18C-1341-BC6E-E3C9B488B289}" destId="{128AC953-CE94-344F-AF01-6F0FA0944D9D}" srcOrd="0" destOrd="0" parTransId="{90C369C0-25DB-B447-857F-48EF4FD6D9E5}" sibTransId="{BE26EEEE-1B18-0541-A9BD-66DE6F6D3334}"/>
    <dgm:cxn modelId="{8F44A577-C49A-C048-BA50-0FE0FFF7994A}" type="presOf" srcId="{654BCCBA-F23A-D74C-8B56-91FD824E2E19}" destId="{1B6AB5AB-919F-AD49-8ACB-945E463D41DB}" srcOrd="0" destOrd="2" presId="urn:microsoft.com/office/officeart/2005/8/layout/vList2"/>
    <dgm:cxn modelId="{1CBDC6B5-A7C6-EE4C-B2BB-AC3F3D5FA06B}" type="presOf" srcId="{F14EA0E7-D18C-1341-BC6E-E3C9B488B289}" destId="{BAF9B738-FA1B-134D-8F47-4B548C936F24}" srcOrd="0" destOrd="0" presId="urn:microsoft.com/office/officeart/2005/8/layout/vList2"/>
    <dgm:cxn modelId="{0A3D2BC2-CF90-C842-87D0-B1119A249D1C}" type="presOf" srcId="{0A2E6665-EC9D-174C-A869-6D43F2816819}" destId="{1B6AB5AB-919F-AD49-8ACB-945E463D41DB}" srcOrd="0" destOrd="3" presId="urn:microsoft.com/office/officeart/2005/8/layout/vList2"/>
    <dgm:cxn modelId="{D5AE97DC-1502-D54A-8A5D-C0F935F07E0C}" type="presOf" srcId="{A6340FB4-986F-C846-AF11-9BAB0C1411EA}" destId="{1B6AB5AB-919F-AD49-8ACB-945E463D41DB}" srcOrd="0" destOrd="1" presId="urn:microsoft.com/office/officeart/2005/8/layout/vList2"/>
    <dgm:cxn modelId="{62D948FD-5C76-9A40-94C2-B5AB852EA6EB}" srcId="{F14EA0E7-D18C-1341-BC6E-E3C9B488B289}" destId="{A6340FB4-986F-C846-AF11-9BAB0C1411EA}" srcOrd="1" destOrd="0" parTransId="{C9DEB19B-87AE-B440-A3C6-84E2EEB06C16}" sibTransId="{6ADD1729-D747-A044-ACFB-960AFE67D61E}"/>
    <dgm:cxn modelId="{0F4A3551-3170-1849-AC24-7ED1AE281511}" type="presParOf" srcId="{ADBF64DA-E807-5548-B4F6-232E375E49A8}" destId="{BAF9B738-FA1B-134D-8F47-4B548C936F24}" srcOrd="0" destOrd="0" presId="urn:microsoft.com/office/officeart/2005/8/layout/vList2"/>
    <dgm:cxn modelId="{11DB72A0-2A2F-0943-AF2D-6BD4150AF1E1}" type="presParOf" srcId="{ADBF64DA-E807-5548-B4F6-232E375E49A8}" destId="{1B6AB5AB-919F-AD49-8ACB-945E463D41D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E6AC4E-951A-470E-A315-8738F6DD16A1}">
      <dsp:nvSpPr>
        <dsp:cNvPr id="0" name=""/>
        <dsp:cNvSpPr/>
      </dsp:nvSpPr>
      <dsp:spPr>
        <a:xfrm>
          <a:off x="528115" y="1861"/>
          <a:ext cx="1609144" cy="96548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Data</a:t>
          </a:r>
          <a:r>
            <a:rPr lang="en-US" sz="1500" kern="1200" dirty="0"/>
            <a:t> – Agent View table; PIB</a:t>
          </a:r>
          <a:endParaRPr lang="en-IN" sz="1500" kern="1200" dirty="0"/>
        </a:p>
      </dsp:txBody>
      <dsp:txXfrm>
        <a:off x="528115" y="1861"/>
        <a:ext cx="1609144" cy="965486"/>
      </dsp:txXfrm>
    </dsp:sp>
    <dsp:sp modelId="{DA61BE9C-1C31-4440-99DF-8CE4E4527585}">
      <dsp:nvSpPr>
        <dsp:cNvPr id="0" name=""/>
        <dsp:cNvSpPr/>
      </dsp:nvSpPr>
      <dsp:spPr>
        <a:xfrm>
          <a:off x="2298174" y="1861"/>
          <a:ext cx="1609144" cy="96548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09120"/>
                <a:satOff val="-11378"/>
                <a:lumOff val="76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09120"/>
                <a:satOff val="-11378"/>
                <a:lumOff val="76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09120"/>
                <a:satOff val="-11378"/>
                <a:lumOff val="76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Data size </a:t>
          </a:r>
          <a:r>
            <a:rPr lang="en-US" sz="1500" kern="1200" dirty="0"/>
            <a:t>– records: 1,586,809 &amp; features: 49</a:t>
          </a:r>
          <a:endParaRPr lang="en-IN" sz="1500" kern="1200" dirty="0"/>
        </a:p>
      </dsp:txBody>
      <dsp:txXfrm>
        <a:off x="2298174" y="1861"/>
        <a:ext cx="1609144" cy="965486"/>
      </dsp:txXfrm>
    </dsp:sp>
    <dsp:sp modelId="{63333D7D-C1A4-4BE2-A25A-A4AB758BD644}">
      <dsp:nvSpPr>
        <dsp:cNvPr id="0" name=""/>
        <dsp:cNvSpPr/>
      </dsp:nvSpPr>
      <dsp:spPr>
        <a:xfrm>
          <a:off x="528115" y="1128262"/>
          <a:ext cx="1609144" cy="96548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18239"/>
                <a:satOff val="-22757"/>
                <a:lumOff val="152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18239"/>
                <a:satOff val="-22757"/>
                <a:lumOff val="152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18239"/>
                <a:satOff val="-22757"/>
                <a:lumOff val="152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Reporting line </a:t>
          </a:r>
          <a:r>
            <a:rPr lang="en-US" sz="1500" kern="1200" dirty="0"/>
            <a:t>– 10 lines</a:t>
          </a:r>
          <a:endParaRPr lang="en-IN" sz="1500" kern="1200" dirty="0"/>
        </a:p>
      </dsp:txBody>
      <dsp:txXfrm>
        <a:off x="528115" y="1128262"/>
        <a:ext cx="1609144" cy="965486"/>
      </dsp:txXfrm>
    </dsp:sp>
    <dsp:sp modelId="{81D23AA2-4391-4FF8-A457-FE597C628CC1}">
      <dsp:nvSpPr>
        <dsp:cNvPr id="0" name=""/>
        <dsp:cNvSpPr/>
      </dsp:nvSpPr>
      <dsp:spPr>
        <a:xfrm>
          <a:off x="2298174" y="1128262"/>
          <a:ext cx="1609144" cy="96548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27359"/>
                <a:satOff val="-34135"/>
                <a:lumOff val="2293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27359"/>
                <a:satOff val="-34135"/>
                <a:lumOff val="2293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27359"/>
                <a:satOff val="-34135"/>
                <a:lumOff val="2293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LOBs</a:t>
          </a:r>
          <a:r>
            <a:rPr lang="en-US" sz="1500" kern="1200" dirty="0"/>
            <a:t> – 14 unique </a:t>
          </a:r>
          <a:endParaRPr lang="en-IN" sz="1500" kern="1200" dirty="0"/>
        </a:p>
      </dsp:txBody>
      <dsp:txXfrm>
        <a:off x="2298174" y="1128262"/>
        <a:ext cx="1609144" cy="965486"/>
      </dsp:txXfrm>
    </dsp:sp>
    <dsp:sp modelId="{1190BDFE-2AD0-454F-8A7B-FA025C4C7074}">
      <dsp:nvSpPr>
        <dsp:cNvPr id="0" name=""/>
        <dsp:cNvSpPr/>
      </dsp:nvSpPr>
      <dsp:spPr>
        <a:xfrm>
          <a:off x="528115" y="2254663"/>
          <a:ext cx="1609144" cy="96548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436479"/>
                <a:satOff val="-45514"/>
                <a:lumOff val="305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36479"/>
                <a:satOff val="-45514"/>
                <a:lumOff val="305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36479"/>
                <a:satOff val="-45514"/>
                <a:lumOff val="305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#Agents </a:t>
          </a:r>
          <a:r>
            <a:rPr lang="en-US" sz="1500" kern="1200" dirty="0"/>
            <a:t>– 4,589 unique</a:t>
          </a:r>
          <a:endParaRPr lang="en-IN" sz="1500" kern="1200" dirty="0"/>
        </a:p>
      </dsp:txBody>
      <dsp:txXfrm>
        <a:off x="528115" y="2254663"/>
        <a:ext cx="1609144" cy="965486"/>
      </dsp:txXfrm>
    </dsp:sp>
    <dsp:sp modelId="{A74D548D-B906-4988-BD87-E4F5FBE9BB4A}">
      <dsp:nvSpPr>
        <dsp:cNvPr id="0" name=""/>
        <dsp:cNvSpPr/>
      </dsp:nvSpPr>
      <dsp:spPr>
        <a:xfrm>
          <a:off x="2298174" y="2254663"/>
          <a:ext cx="1609144" cy="96548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Dealing with accounting year of Agent</a:t>
          </a:r>
          <a:endParaRPr lang="en-IN" sz="1500" kern="1200" dirty="0"/>
        </a:p>
      </dsp:txBody>
      <dsp:txXfrm>
        <a:off x="2298174" y="2254663"/>
        <a:ext cx="1609144" cy="9654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C3840-B3EC-4E1B-8DDC-C6A3EBACC746}">
      <dsp:nvSpPr>
        <dsp:cNvPr id="0" name=""/>
        <dsp:cNvSpPr/>
      </dsp:nvSpPr>
      <dsp:spPr>
        <a:xfrm>
          <a:off x="9302464" y="674074"/>
          <a:ext cx="1437695" cy="14372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4B1C2-B7B4-4C6B-B9B4-60710926550F}">
      <dsp:nvSpPr>
        <dsp:cNvPr id="0" name=""/>
        <dsp:cNvSpPr/>
      </dsp:nvSpPr>
      <dsp:spPr>
        <a:xfrm>
          <a:off x="9351307" y="721991"/>
          <a:ext cx="1341070" cy="13414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Classify Agents</a:t>
          </a:r>
          <a:endParaRPr lang="en-IN" sz="1400" kern="1200" dirty="0"/>
        </a:p>
      </dsp:txBody>
      <dsp:txXfrm>
        <a:off x="9542434" y="913659"/>
        <a:ext cx="957755" cy="958085"/>
      </dsp:txXfrm>
    </dsp:sp>
    <dsp:sp modelId="{5C9882C7-EF1A-461E-A9A9-90F7C8B0ABDB}">
      <dsp:nvSpPr>
        <dsp:cNvPr id="0" name=""/>
        <dsp:cNvSpPr/>
      </dsp:nvSpPr>
      <dsp:spPr>
        <a:xfrm rot="2700000">
          <a:off x="7817702" y="673913"/>
          <a:ext cx="1437325" cy="143732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1A20B-1CCF-4F20-ADA7-9E534200EA08}">
      <dsp:nvSpPr>
        <dsp:cNvPr id="0" name=""/>
        <dsp:cNvSpPr/>
      </dsp:nvSpPr>
      <dsp:spPr>
        <a:xfrm>
          <a:off x="7865830" y="721991"/>
          <a:ext cx="1341070" cy="13414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NIC/NEP ratio</a:t>
          </a:r>
          <a:endParaRPr lang="en-IN" sz="1400" kern="1200" dirty="0"/>
        </a:p>
      </dsp:txBody>
      <dsp:txXfrm>
        <a:off x="8056957" y="913659"/>
        <a:ext cx="957755" cy="958085"/>
      </dsp:txXfrm>
    </dsp:sp>
    <dsp:sp modelId="{958331C8-0E62-4A0A-ABF6-4F9E8F78B3E9}">
      <dsp:nvSpPr>
        <dsp:cNvPr id="0" name=""/>
        <dsp:cNvSpPr/>
      </dsp:nvSpPr>
      <dsp:spPr>
        <a:xfrm rot="2700000">
          <a:off x="6333287" y="673913"/>
          <a:ext cx="1437325" cy="143732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2FC88-7366-4E07-BA86-D60E3C9FB911}">
      <dsp:nvSpPr>
        <dsp:cNvPr id="0" name=""/>
        <dsp:cNvSpPr/>
      </dsp:nvSpPr>
      <dsp:spPr>
        <a:xfrm>
          <a:off x="6380353" y="721991"/>
          <a:ext cx="1341070" cy="13414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Analyze on reporting lines</a:t>
          </a:r>
          <a:endParaRPr lang="en-IN" sz="1400" kern="1200" dirty="0"/>
        </a:p>
      </dsp:txBody>
      <dsp:txXfrm>
        <a:off x="6572541" y="913659"/>
        <a:ext cx="957755" cy="958085"/>
      </dsp:txXfrm>
    </dsp:sp>
    <dsp:sp modelId="{B795188C-56DC-437F-951C-D5A74D09A56C}">
      <dsp:nvSpPr>
        <dsp:cNvPr id="0" name=""/>
        <dsp:cNvSpPr/>
      </dsp:nvSpPr>
      <dsp:spPr>
        <a:xfrm rot="2700000">
          <a:off x="4847810" y="673913"/>
          <a:ext cx="1437325" cy="143732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5E1CE-E842-421B-90E9-DFA210FC0296}">
      <dsp:nvSpPr>
        <dsp:cNvPr id="0" name=""/>
        <dsp:cNvSpPr/>
      </dsp:nvSpPr>
      <dsp:spPr>
        <a:xfrm>
          <a:off x="4895938" y="721991"/>
          <a:ext cx="1341070" cy="13414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Grouping: reporting lines</a:t>
          </a:r>
          <a:endParaRPr lang="en-IN" sz="1400" kern="1200" dirty="0"/>
        </a:p>
      </dsp:txBody>
      <dsp:txXfrm>
        <a:off x="5087065" y="913659"/>
        <a:ext cx="957755" cy="958085"/>
      </dsp:txXfrm>
    </dsp:sp>
    <dsp:sp modelId="{97E36B8C-8A83-4D5C-8F73-4B809B5F4173}">
      <dsp:nvSpPr>
        <dsp:cNvPr id="0" name=""/>
        <dsp:cNvSpPr/>
      </dsp:nvSpPr>
      <dsp:spPr>
        <a:xfrm rot="2700000">
          <a:off x="3362333" y="673913"/>
          <a:ext cx="1437325" cy="143732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7BFE8-53BA-4EDB-80F5-BF067F0BA4BE}">
      <dsp:nvSpPr>
        <dsp:cNvPr id="0" name=""/>
        <dsp:cNvSpPr/>
      </dsp:nvSpPr>
      <dsp:spPr>
        <a:xfrm>
          <a:off x="3410461" y="721991"/>
          <a:ext cx="1341070" cy="13414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Final Score logic</a:t>
          </a:r>
          <a:endParaRPr lang="en-IN" sz="1400" kern="1200" dirty="0"/>
        </a:p>
      </dsp:txBody>
      <dsp:txXfrm>
        <a:off x="3601588" y="913659"/>
        <a:ext cx="957755" cy="958085"/>
      </dsp:txXfrm>
    </dsp:sp>
    <dsp:sp modelId="{9FAE91B9-6BFD-479A-A29A-FAC1011A132F}">
      <dsp:nvSpPr>
        <dsp:cNvPr id="0" name=""/>
        <dsp:cNvSpPr/>
      </dsp:nvSpPr>
      <dsp:spPr>
        <a:xfrm rot="2700000">
          <a:off x="1877918" y="673913"/>
          <a:ext cx="1437325" cy="143732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33075-759E-41C6-9EC8-626131A41D44}">
      <dsp:nvSpPr>
        <dsp:cNvPr id="0" name=""/>
        <dsp:cNvSpPr/>
      </dsp:nvSpPr>
      <dsp:spPr>
        <a:xfrm>
          <a:off x="1924984" y="721991"/>
          <a:ext cx="1341070" cy="13414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Frequency, Severity &amp; Loss Ratio</a:t>
          </a:r>
          <a:endParaRPr lang="en-IN" sz="1400" kern="1200" dirty="0"/>
        </a:p>
      </dsp:txBody>
      <dsp:txXfrm>
        <a:off x="2117172" y="913659"/>
        <a:ext cx="957755" cy="958085"/>
      </dsp:txXfrm>
    </dsp:sp>
    <dsp:sp modelId="{8EA58337-9C87-48F8-BE7F-CD69EA79A808}">
      <dsp:nvSpPr>
        <dsp:cNvPr id="0" name=""/>
        <dsp:cNvSpPr/>
      </dsp:nvSpPr>
      <dsp:spPr>
        <a:xfrm rot="2700000">
          <a:off x="392441" y="673913"/>
          <a:ext cx="1437325" cy="143732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AC673-F163-45D2-8529-3B7659E479BF}">
      <dsp:nvSpPr>
        <dsp:cNvPr id="0" name=""/>
        <dsp:cNvSpPr/>
      </dsp:nvSpPr>
      <dsp:spPr>
        <a:xfrm>
          <a:off x="440569" y="721991"/>
          <a:ext cx="1341070" cy="13414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Grouping on lob, reporting lines</a:t>
          </a:r>
          <a:endParaRPr lang="en-IN" sz="1400" kern="1200" dirty="0"/>
        </a:p>
      </dsp:txBody>
      <dsp:txXfrm>
        <a:off x="631696" y="913659"/>
        <a:ext cx="957755" cy="9580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D98BCB-E0BE-4C3A-B712-F90AB9841369}">
      <dsp:nvSpPr>
        <dsp:cNvPr id="0" name=""/>
        <dsp:cNvSpPr/>
      </dsp:nvSpPr>
      <dsp:spPr>
        <a:xfrm>
          <a:off x="0" y="238950"/>
          <a:ext cx="5607745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223" tIns="333248" rIns="43522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Define LOB score by calculating difference between threshold and loss ratio for each LOB-agent record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Normalize the LOB score</a:t>
          </a:r>
          <a:endParaRPr lang="en-IN" sz="1600" kern="1200" dirty="0"/>
        </a:p>
      </dsp:txBody>
      <dsp:txXfrm>
        <a:off x="0" y="238950"/>
        <a:ext cx="5607745" cy="1159200"/>
      </dsp:txXfrm>
    </dsp:sp>
    <dsp:sp modelId="{CED110B7-3E44-48FF-BCA3-3F2CA38F8A69}">
      <dsp:nvSpPr>
        <dsp:cNvPr id="0" name=""/>
        <dsp:cNvSpPr/>
      </dsp:nvSpPr>
      <dsp:spPr>
        <a:xfrm>
          <a:off x="280387" y="2790"/>
          <a:ext cx="392542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372" tIns="0" rIns="14837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Profitability (weight = 40%)</a:t>
          </a:r>
          <a:endParaRPr lang="en-IN" sz="1700" b="1" kern="1200" dirty="0"/>
        </a:p>
      </dsp:txBody>
      <dsp:txXfrm>
        <a:off x="303444" y="25847"/>
        <a:ext cx="3879307" cy="426206"/>
      </dsp:txXfrm>
    </dsp:sp>
    <dsp:sp modelId="{5804C9B8-1579-40A3-AA22-EF602A1B2CC8}">
      <dsp:nvSpPr>
        <dsp:cNvPr id="0" name=""/>
        <dsp:cNvSpPr/>
      </dsp:nvSpPr>
      <dsp:spPr>
        <a:xfrm>
          <a:off x="0" y="1720710"/>
          <a:ext cx="5607745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223" tIns="333248" rIns="43522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Replace missing values with 0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Define claim score by sum frequency &amp; severity 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Normalize the Claim score</a:t>
          </a:r>
          <a:endParaRPr lang="en-IN" sz="1600" kern="1200" dirty="0"/>
        </a:p>
      </dsp:txBody>
      <dsp:txXfrm>
        <a:off x="0" y="1720710"/>
        <a:ext cx="5607745" cy="1209600"/>
      </dsp:txXfrm>
    </dsp:sp>
    <dsp:sp modelId="{C8C0E6E7-C324-4858-BB41-42AAF8DE2365}">
      <dsp:nvSpPr>
        <dsp:cNvPr id="0" name=""/>
        <dsp:cNvSpPr/>
      </dsp:nvSpPr>
      <dsp:spPr>
        <a:xfrm>
          <a:off x="280387" y="1484550"/>
          <a:ext cx="392542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372" tIns="0" rIns="14837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Claims (weight = 30%)</a:t>
          </a:r>
          <a:endParaRPr lang="en-IN" sz="1700" b="1" kern="1200" dirty="0"/>
        </a:p>
      </dsp:txBody>
      <dsp:txXfrm>
        <a:off x="303444" y="1507607"/>
        <a:ext cx="3879307" cy="426206"/>
      </dsp:txXfrm>
    </dsp:sp>
    <dsp:sp modelId="{16860F86-3437-46E3-A463-60B89C1736FE}">
      <dsp:nvSpPr>
        <dsp:cNvPr id="0" name=""/>
        <dsp:cNvSpPr/>
      </dsp:nvSpPr>
      <dsp:spPr>
        <a:xfrm>
          <a:off x="0" y="3252870"/>
          <a:ext cx="5607745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223" tIns="333248" rIns="43522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Get previous year’s NEP value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Compute growth as %age change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Normalize the Growth score</a:t>
          </a:r>
          <a:endParaRPr lang="en-IN" sz="1700" kern="1200" dirty="0"/>
        </a:p>
      </dsp:txBody>
      <dsp:txXfrm>
        <a:off x="0" y="3252870"/>
        <a:ext cx="5607745" cy="1260000"/>
      </dsp:txXfrm>
    </dsp:sp>
    <dsp:sp modelId="{0E2A0A30-7E21-4DCA-BAC2-512F5475D231}">
      <dsp:nvSpPr>
        <dsp:cNvPr id="0" name=""/>
        <dsp:cNvSpPr/>
      </dsp:nvSpPr>
      <dsp:spPr>
        <a:xfrm>
          <a:off x="280387" y="3016710"/>
          <a:ext cx="392542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372" tIns="0" rIns="14837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Revenue Growth (weight = 30%)</a:t>
          </a:r>
          <a:endParaRPr lang="en-IN" sz="1700" b="1" kern="1200" dirty="0"/>
        </a:p>
      </dsp:txBody>
      <dsp:txXfrm>
        <a:off x="303444" y="3039767"/>
        <a:ext cx="3879307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6A1D96-C5E6-354B-90CE-0DB6E7DFDEDA}">
      <dsp:nvSpPr>
        <dsp:cNvPr id="0" name=""/>
        <dsp:cNvSpPr/>
      </dsp:nvSpPr>
      <dsp:spPr>
        <a:xfrm>
          <a:off x="697" y="0"/>
          <a:ext cx="1813842" cy="27023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XGBoost</a:t>
          </a:r>
          <a:endParaRPr lang="en-GB" sz="2600" kern="1200" dirty="0"/>
        </a:p>
      </dsp:txBody>
      <dsp:txXfrm>
        <a:off x="697" y="0"/>
        <a:ext cx="1813842" cy="810715"/>
      </dsp:txXfrm>
    </dsp:sp>
    <dsp:sp modelId="{770C89BB-B0BF-8244-A855-60882B6ADC6F}">
      <dsp:nvSpPr>
        <dsp:cNvPr id="0" name=""/>
        <dsp:cNvSpPr/>
      </dsp:nvSpPr>
      <dsp:spPr>
        <a:xfrm>
          <a:off x="182081" y="811506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kern="1200" dirty="0"/>
            <a:t>Customer age</a:t>
          </a:r>
          <a:endParaRPr lang="en-GB" sz="1200" kern="1200" dirty="0"/>
        </a:p>
      </dsp:txBody>
      <dsp:txXfrm>
        <a:off x="187105" y="816530"/>
        <a:ext cx="1441025" cy="161490"/>
      </dsp:txXfrm>
    </dsp:sp>
    <dsp:sp modelId="{1A462A1F-DAF6-2149-9B4B-3ECBF68AF249}">
      <dsp:nvSpPr>
        <dsp:cNvPr id="0" name=""/>
        <dsp:cNvSpPr/>
      </dsp:nvSpPr>
      <dsp:spPr>
        <a:xfrm>
          <a:off x="182081" y="1009435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Post code</a:t>
          </a:r>
          <a:endParaRPr lang="en-IN" sz="1200" kern="1200" dirty="0"/>
        </a:p>
      </dsp:txBody>
      <dsp:txXfrm>
        <a:off x="187105" y="1014459"/>
        <a:ext cx="1441025" cy="161490"/>
      </dsp:txXfrm>
    </dsp:sp>
    <dsp:sp modelId="{57765924-3A9F-A849-8659-556D8D56A2F8}">
      <dsp:nvSpPr>
        <dsp:cNvPr id="0" name=""/>
        <dsp:cNvSpPr/>
      </dsp:nvSpPr>
      <dsp:spPr>
        <a:xfrm>
          <a:off x="182081" y="1207363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Vehicle age</a:t>
          </a:r>
          <a:endParaRPr lang="en-IN" sz="1200" kern="1200" dirty="0"/>
        </a:p>
      </dsp:txBody>
      <dsp:txXfrm>
        <a:off x="187105" y="1212387"/>
        <a:ext cx="1441025" cy="161490"/>
      </dsp:txXfrm>
    </dsp:sp>
    <dsp:sp modelId="{D759923D-81D5-8D49-A567-2A0CEBD22CF7}">
      <dsp:nvSpPr>
        <dsp:cNvPr id="0" name=""/>
        <dsp:cNvSpPr/>
      </dsp:nvSpPr>
      <dsp:spPr>
        <a:xfrm>
          <a:off x="182081" y="1405292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Make</a:t>
          </a:r>
          <a:endParaRPr lang="en-IN" sz="1200" kern="1200" dirty="0"/>
        </a:p>
      </dsp:txBody>
      <dsp:txXfrm>
        <a:off x="187105" y="1410316"/>
        <a:ext cx="1441025" cy="161490"/>
      </dsp:txXfrm>
    </dsp:sp>
    <dsp:sp modelId="{5292CF29-6C27-A841-B8F6-F01A19E24A5D}">
      <dsp:nvSpPr>
        <dsp:cNvPr id="0" name=""/>
        <dsp:cNvSpPr/>
      </dsp:nvSpPr>
      <dsp:spPr>
        <a:xfrm>
          <a:off x="182081" y="1603220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No. of claims</a:t>
          </a:r>
          <a:endParaRPr lang="en-IN" sz="1200" kern="1200" dirty="0"/>
        </a:p>
      </dsp:txBody>
      <dsp:txXfrm>
        <a:off x="187105" y="1608244"/>
        <a:ext cx="1441025" cy="161490"/>
      </dsp:txXfrm>
    </dsp:sp>
    <dsp:sp modelId="{750FDCBE-11B7-664D-9BA3-1B89576F51B7}">
      <dsp:nvSpPr>
        <dsp:cNvPr id="0" name=""/>
        <dsp:cNvSpPr/>
      </dsp:nvSpPr>
      <dsp:spPr>
        <a:xfrm>
          <a:off x="182081" y="1801149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NCB Percentage</a:t>
          </a:r>
          <a:endParaRPr lang="en-IN" sz="1200" kern="1200" dirty="0"/>
        </a:p>
      </dsp:txBody>
      <dsp:txXfrm>
        <a:off x="187105" y="1806173"/>
        <a:ext cx="1441025" cy="161490"/>
      </dsp:txXfrm>
    </dsp:sp>
    <dsp:sp modelId="{6674DDC1-2951-4D41-ABA6-61A635F958D4}">
      <dsp:nvSpPr>
        <dsp:cNvPr id="0" name=""/>
        <dsp:cNvSpPr/>
      </dsp:nvSpPr>
      <dsp:spPr>
        <a:xfrm>
          <a:off x="182081" y="1999078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Period</a:t>
          </a:r>
        </a:p>
      </dsp:txBody>
      <dsp:txXfrm>
        <a:off x="187105" y="2004102"/>
        <a:ext cx="1441025" cy="161490"/>
      </dsp:txXfrm>
    </dsp:sp>
    <dsp:sp modelId="{F17E87ED-5D9F-A24E-9076-40FE13FF3429}">
      <dsp:nvSpPr>
        <dsp:cNvPr id="0" name=""/>
        <dsp:cNvSpPr/>
      </dsp:nvSpPr>
      <dsp:spPr>
        <a:xfrm>
          <a:off x="182081" y="2197006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Cubic Capacity</a:t>
          </a:r>
          <a:endParaRPr lang="en-IN" sz="1200" kern="1200" dirty="0"/>
        </a:p>
      </dsp:txBody>
      <dsp:txXfrm>
        <a:off x="187105" y="2202030"/>
        <a:ext cx="1441025" cy="161490"/>
      </dsp:txXfrm>
    </dsp:sp>
    <dsp:sp modelId="{1201B4E9-E5B2-234E-AE76-E79A24414C86}">
      <dsp:nvSpPr>
        <dsp:cNvPr id="0" name=""/>
        <dsp:cNvSpPr/>
      </dsp:nvSpPr>
      <dsp:spPr>
        <a:xfrm>
          <a:off x="182081" y="2394935"/>
          <a:ext cx="1451073" cy="171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Act / Non-Act</a:t>
          </a:r>
          <a:endParaRPr lang="en-IN" sz="1200" kern="1200" dirty="0"/>
        </a:p>
      </dsp:txBody>
      <dsp:txXfrm>
        <a:off x="187105" y="2399959"/>
        <a:ext cx="1441025" cy="161490"/>
      </dsp:txXfrm>
    </dsp:sp>
    <dsp:sp modelId="{B90CB7EF-2969-5847-AFF2-7099C59A3E76}">
      <dsp:nvSpPr>
        <dsp:cNvPr id="0" name=""/>
        <dsp:cNvSpPr/>
      </dsp:nvSpPr>
      <dsp:spPr>
        <a:xfrm>
          <a:off x="1950578" y="0"/>
          <a:ext cx="1813842" cy="270238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CATBoost</a:t>
          </a:r>
          <a:endParaRPr lang="en-GB" sz="2600" kern="1200" dirty="0"/>
        </a:p>
      </dsp:txBody>
      <dsp:txXfrm>
        <a:off x="1950578" y="0"/>
        <a:ext cx="1813842" cy="810715"/>
      </dsp:txXfrm>
    </dsp:sp>
    <dsp:sp modelId="{E3AAD716-5D82-7F4A-B193-CB7D42828486}">
      <dsp:nvSpPr>
        <dsp:cNvPr id="0" name=""/>
        <dsp:cNvSpPr/>
      </dsp:nvSpPr>
      <dsp:spPr>
        <a:xfrm>
          <a:off x="2131962" y="811506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kern="1200" dirty="0"/>
            <a:t>no. of claims</a:t>
          </a:r>
          <a:endParaRPr lang="en-GB" sz="1200" kern="1200" dirty="0"/>
        </a:p>
      </dsp:txBody>
      <dsp:txXfrm>
        <a:off x="2136986" y="816530"/>
        <a:ext cx="1441025" cy="161490"/>
      </dsp:txXfrm>
    </dsp:sp>
    <dsp:sp modelId="{1E3BE5E5-AC0C-754A-B1A9-4CA7C01DB8A3}">
      <dsp:nvSpPr>
        <dsp:cNvPr id="0" name=""/>
        <dsp:cNvSpPr/>
      </dsp:nvSpPr>
      <dsp:spPr>
        <a:xfrm>
          <a:off x="2131962" y="1009435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Act / Non-Act</a:t>
          </a:r>
          <a:endParaRPr lang="en-IN" sz="1200" kern="1200" dirty="0"/>
        </a:p>
      </dsp:txBody>
      <dsp:txXfrm>
        <a:off x="2136986" y="1014459"/>
        <a:ext cx="1441025" cy="161490"/>
      </dsp:txXfrm>
    </dsp:sp>
    <dsp:sp modelId="{C0CC2C96-2528-AB48-8804-24D39902978E}">
      <dsp:nvSpPr>
        <dsp:cNvPr id="0" name=""/>
        <dsp:cNvSpPr/>
      </dsp:nvSpPr>
      <dsp:spPr>
        <a:xfrm>
          <a:off x="2131962" y="1207363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NCB Percentage</a:t>
          </a:r>
          <a:endParaRPr lang="en-IN" sz="1200" kern="1200" dirty="0"/>
        </a:p>
      </dsp:txBody>
      <dsp:txXfrm>
        <a:off x="2136986" y="1212387"/>
        <a:ext cx="1441025" cy="161490"/>
      </dsp:txXfrm>
    </dsp:sp>
    <dsp:sp modelId="{91C343C1-E4AE-234F-AD29-86900AE40687}">
      <dsp:nvSpPr>
        <dsp:cNvPr id="0" name=""/>
        <dsp:cNvSpPr/>
      </dsp:nvSpPr>
      <dsp:spPr>
        <a:xfrm>
          <a:off x="2131962" y="1405292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age</a:t>
          </a:r>
          <a:endParaRPr lang="en-IN" sz="1200" kern="1200" dirty="0"/>
        </a:p>
      </dsp:txBody>
      <dsp:txXfrm>
        <a:off x="2136986" y="1410316"/>
        <a:ext cx="1441025" cy="161490"/>
      </dsp:txXfrm>
    </dsp:sp>
    <dsp:sp modelId="{37FBECDB-7636-D24A-8529-9363E5C5EBB8}">
      <dsp:nvSpPr>
        <dsp:cNvPr id="0" name=""/>
        <dsp:cNvSpPr/>
      </dsp:nvSpPr>
      <dsp:spPr>
        <a:xfrm>
          <a:off x="2131962" y="1603220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Preferred segment</a:t>
          </a:r>
          <a:endParaRPr lang="en-IN" sz="1200" kern="1200" dirty="0"/>
        </a:p>
      </dsp:txBody>
      <dsp:txXfrm>
        <a:off x="2136986" y="1608244"/>
        <a:ext cx="1441025" cy="161490"/>
      </dsp:txXfrm>
    </dsp:sp>
    <dsp:sp modelId="{C4E4D463-8775-B44E-B9D8-9C2DD834BA8D}">
      <dsp:nvSpPr>
        <dsp:cNvPr id="0" name=""/>
        <dsp:cNvSpPr/>
      </dsp:nvSpPr>
      <dsp:spPr>
        <a:xfrm>
          <a:off x="2131962" y="1801149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Make</a:t>
          </a:r>
          <a:endParaRPr lang="en-IN" sz="1200" kern="1200" dirty="0"/>
        </a:p>
      </dsp:txBody>
      <dsp:txXfrm>
        <a:off x="2136986" y="1806173"/>
        <a:ext cx="1441025" cy="161490"/>
      </dsp:txXfrm>
    </dsp:sp>
    <dsp:sp modelId="{ADF8DD2D-DDE0-6746-8720-8217FDBA26D4}">
      <dsp:nvSpPr>
        <dsp:cNvPr id="0" name=""/>
        <dsp:cNvSpPr/>
      </dsp:nvSpPr>
      <dsp:spPr>
        <a:xfrm>
          <a:off x="2131962" y="1999078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Vehicle age</a:t>
          </a:r>
          <a:endParaRPr lang="en-IN" sz="1200" kern="1200" dirty="0"/>
        </a:p>
      </dsp:txBody>
      <dsp:txXfrm>
        <a:off x="2136986" y="2004102"/>
        <a:ext cx="1441025" cy="161490"/>
      </dsp:txXfrm>
    </dsp:sp>
    <dsp:sp modelId="{A5D1E463-EF41-1E4F-BC9C-608CD5A44020}">
      <dsp:nvSpPr>
        <dsp:cNvPr id="0" name=""/>
        <dsp:cNvSpPr/>
      </dsp:nvSpPr>
      <dsp:spPr>
        <a:xfrm>
          <a:off x="2131962" y="2197006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Cubic Capacity</a:t>
          </a:r>
        </a:p>
      </dsp:txBody>
      <dsp:txXfrm>
        <a:off x="2136986" y="2202030"/>
        <a:ext cx="1441025" cy="161490"/>
      </dsp:txXfrm>
    </dsp:sp>
    <dsp:sp modelId="{44BD7860-F67D-5947-9117-8859763BFDDF}">
      <dsp:nvSpPr>
        <dsp:cNvPr id="0" name=""/>
        <dsp:cNvSpPr/>
      </dsp:nvSpPr>
      <dsp:spPr>
        <a:xfrm>
          <a:off x="2131962" y="2394935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gender</a:t>
          </a:r>
          <a:endParaRPr lang="en-IN" sz="1200" kern="1200" dirty="0"/>
        </a:p>
      </dsp:txBody>
      <dsp:txXfrm>
        <a:off x="2136986" y="2399959"/>
        <a:ext cx="1441025" cy="161490"/>
      </dsp:txXfrm>
    </dsp:sp>
    <dsp:sp modelId="{39413C6D-FA71-F044-9C7E-83F03D7F6FAE}">
      <dsp:nvSpPr>
        <dsp:cNvPr id="0" name=""/>
        <dsp:cNvSpPr/>
      </dsp:nvSpPr>
      <dsp:spPr>
        <a:xfrm>
          <a:off x="3900458" y="0"/>
          <a:ext cx="1813842" cy="270238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Logistic Regression</a:t>
          </a:r>
        </a:p>
      </dsp:txBody>
      <dsp:txXfrm>
        <a:off x="3900458" y="0"/>
        <a:ext cx="1813842" cy="810715"/>
      </dsp:txXfrm>
    </dsp:sp>
    <dsp:sp modelId="{8E4283DD-11CB-A94C-80F4-28A16B96CF7E}">
      <dsp:nvSpPr>
        <dsp:cNvPr id="0" name=""/>
        <dsp:cNvSpPr/>
      </dsp:nvSpPr>
      <dsp:spPr>
        <a:xfrm>
          <a:off x="4081843" y="811506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kern="1200" dirty="0"/>
            <a:t>no. of claims</a:t>
          </a:r>
          <a:endParaRPr lang="en-GB" sz="1200" kern="1200" dirty="0"/>
        </a:p>
      </dsp:txBody>
      <dsp:txXfrm>
        <a:off x="4086867" y="816530"/>
        <a:ext cx="1441025" cy="161490"/>
      </dsp:txXfrm>
    </dsp:sp>
    <dsp:sp modelId="{5821F81F-8FB9-4A46-87C6-06259843A05D}">
      <dsp:nvSpPr>
        <dsp:cNvPr id="0" name=""/>
        <dsp:cNvSpPr/>
      </dsp:nvSpPr>
      <dsp:spPr>
        <a:xfrm>
          <a:off x="4081843" y="1009435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Act / Non-Act</a:t>
          </a:r>
        </a:p>
      </dsp:txBody>
      <dsp:txXfrm>
        <a:off x="4086867" y="1014459"/>
        <a:ext cx="1441025" cy="161490"/>
      </dsp:txXfrm>
    </dsp:sp>
    <dsp:sp modelId="{EDBC9EB1-3156-5446-8D0A-1F9837099908}">
      <dsp:nvSpPr>
        <dsp:cNvPr id="0" name=""/>
        <dsp:cNvSpPr/>
      </dsp:nvSpPr>
      <dsp:spPr>
        <a:xfrm>
          <a:off x="4081843" y="1207363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Cubic Capacity</a:t>
          </a:r>
        </a:p>
      </dsp:txBody>
      <dsp:txXfrm>
        <a:off x="4086867" y="1212387"/>
        <a:ext cx="1441025" cy="161490"/>
      </dsp:txXfrm>
    </dsp:sp>
    <dsp:sp modelId="{23397A45-3768-DE47-97BB-F43DEEC81A44}">
      <dsp:nvSpPr>
        <dsp:cNvPr id="0" name=""/>
        <dsp:cNvSpPr/>
      </dsp:nvSpPr>
      <dsp:spPr>
        <a:xfrm>
          <a:off x="4081843" y="1405292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NCB Percentage</a:t>
          </a:r>
          <a:endParaRPr lang="en-IN" sz="1200" kern="1200" dirty="0"/>
        </a:p>
      </dsp:txBody>
      <dsp:txXfrm>
        <a:off x="4086867" y="1410316"/>
        <a:ext cx="1441025" cy="161490"/>
      </dsp:txXfrm>
    </dsp:sp>
    <dsp:sp modelId="{744FB783-5262-9D40-B9F8-16B2131C5669}">
      <dsp:nvSpPr>
        <dsp:cNvPr id="0" name=""/>
        <dsp:cNvSpPr/>
      </dsp:nvSpPr>
      <dsp:spPr>
        <a:xfrm>
          <a:off x="4081843" y="1603220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Vehicle age</a:t>
          </a:r>
          <a:endParaRPr lang="en-IN" sz="1200" kern="1200" dirty="0"/>
        </a:p>
      </dsp:txBody>
      <dsp:txXfrm>
        <a:off x="4086867" y="1608244"/>
        <a:ext cx="1441025" cy="161490"/>
      </dsp:txXfrm>
    </dsp:sp>
    <dsp:sp modelId="{F3F87234-656B-3B4B-BA40-5E24B156CA65}">
      <dsp:nvSpPr>
        <dsp:cNvPr id="0" name=""/>
        <dsp:cNvSpPr/>
      </dsp:nvSpPr>
      <dsp:spPr>
        <a:xfrm>
          <a:off x="4081843" y="1801149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Post code</a:t>
          </a:r>
          <a:endParaRPr lang="en-IN" sz="1200" kern="1200" dirty="0"/>
        </a:p>
      </dsp:txBody>
      <dsp:txXfrm>
        <a:off x="4086867" y="1806173"/>
        <a:ext cx="1441025" cy="161490"/>
      </dsp:txXfrm>
    </dsp:sp>
    <dsp:sp modelId="{87EA2D42-403C-904E-98F2-950D46E82317}">
      <dsp:nvSpPr>
        <dsp:cNvPr id="0" name=""/>
        <dsp:cNvSpPr/>
      </dsp:nvSpPr>
      <dsp:spPr>
        <a:xfrm>
          <a:off x="4081843" y="1999078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Preferred segment</a:t>
          </a:r>
          <a:endParaRPr lang="en-IN" sz="1200" kern="1200" dirty="0"/>
        </a:p>
      </dsp:txBody>
      <dsp:txXfrm>
        <a:off x="4086867" y="2004102"/>
        <a:ext cx="1441025" cy="161490"/>
      </dsp:txXfrm>
    </dsp:sp>
    <dsp:sp modelId="{E9693D5E-4B55-324F-81F3-8F9C05449FAC}">
      <dsp:nvSpPr>
        <dsp:cNvPr id="0" name=""/>
        <dsp:cNvSpPr/>
      </dsp:nvSpPr>
      <dsp:spPr>
        <a:xfrm>
          <a:off x="4081843" y="2197006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Gender</a:t>
          </a:r>
          <a:endParaRPr lang="en-IN" sz="1200" kern="1200" dirty="0"/>
        </a:p>
      </dsp:txBody>
      <dsp:txXfrm>
        <a:off x="4086867" y="2202030"/>
        <a:ext cx="1441025" cy="161490"/>
      </dsp:txXfrm>
    </dsp:sp>
    <dsp:sp modelId="{31038447-8F60-B641-8C7B-E506F5015141}">
      <dsp:nvSpPr>
        <dsp:cNvPr id="0" name=""/>
        <dsp:cNvSpPr/>
      </dsp:nvSpPr>
      <dsp:spPr>
        <a:xfrm>
          <a:off x="4081843" y="2394935"/>
          <a:ext cx="1451073" cy="171538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Make</a:t>
          </a:r>
          <a:endParaRPr lang="en-IN" sz="900" kern="1200" dirty="0"/>
        </a:p>
      </dsp:txBody>
      <dsp:txXfrm>
        <a:off x="4086867" y="2399959"/>
        <a:ext cx="1441025" cy="1614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A7897-61A6-4673-9791-3489469F7BE5}">
      <dsp:nvSpPr>
        <dsp:cNvPr id="0" name=""/>
        <dsp:cNvSpPr/>
      </dsp:nvSpPr>
      <dsp:spPr>
        <a:xfrm>
          <a:off x="0" y="5581"/>
          <a:ext cx="3325944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Modelling Process</a:t>
          </a:r>
          <a:endParaRPr lang="en-GB" sz="1600" kern="1200" dirty="0"/>
        </a:p>
      </dsp:txBody>
      <dsp:txXfrm>
        <a:off x="0" y="5581"/>
        <a:ext cx="3325944" cy="547200"/>
      </dsp:txXfrm>
    </dsp:sp>
    <dsp:sp modelId="{76F9AF20-5A76-4C3B-B20F-A043856F3AD8}">
      <dsp:nvSpPr>
        <dsp:cNvPr id="0" name=""/>
        <dsp:cNvSpPr/>
      </dsp:nvSpPr>
      <dsp:spPr>
        <a:xfrm>
          <a:off x="0" y="552781"/>
          <a:ext cx="3325944" cy="22948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Data Gathering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Preprocessing / Cleaning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Exploration Analysis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Handling Imbalance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Feature Engineering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Model Development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Parameter Tuning &amp; Optimization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Training, Testing &amp; Generalization</a:t>
          </a:r>
          <a:endParaRPr lang="en-US" sz="1600" kern="1200" dirty="0"/>
        </a:p>
      </dsp:txBody>
      <dsp:txXfrm>
        <a:off x="0" y="552781"/>
        <a:ext cx="3325944" cy="22948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9B738-FA1B-134D-8F47-4B548C936F24}">
      <dsp:nvSpPr>
        <dsp:cNvPr id="0" name=""/>
        <dsp:cNvSpPr/>
      </dsp:nvSpPr>
      <dsp:spPr>
        <a:xfrm>
          <a:off x="0" y="19890"/>
          <a:ext cx="38220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Data Selection</a:t>
          </a:r>
        </a:p>
      </dsp:txBody>
      <dsp:txXfrm>
        <a:off x="26387" y="46277"/>
        <a:ext cx="3769254" cy="487766"/>
      </dsp:txXfrm>
    </dsp:sp>
    <dsp:sp modelId="{1B6AB5AB-919F-AD49-8ACB-945E463D41DB}">
      <dsp:nvSpPr>
        <dsp:cNvPr id="0" name=""/>
        <dsp:cNvSpPr/>
      </dsp:nvSpPr>
      <dsp:spPr>
        <a:xfrm>
          <a:off x="0" y="560431"/>
          <a:ext cx="3822028" cy="141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34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 dirty="0"/>
            <a:t>Segment : Private Car Comprehensive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 dirty="0"/>
            <a:t>Period : 2020-2024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 dirty="0"/>
            <a:t>Policies : 2,075,235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 dirty="0"/>
            <a:t>Features : 117</a:t>
          </a:r>
        </a:p>
      </dsp:txBody>
      <dsp:txXfrm>
        <a:off x="0" y="560431"/>
        <a:ext cx="3822028" cy="14117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9B738-FA1B-134D-8F47-4B548C936F24}">
      <dsp:nvSpPr>
        <dsp:cNvPr id="0" name=""/>
        <dsp:cNvSpPr/>
      </dsp:nvSpPr>
      <dsp:spPr>
        <a:xfrm>
          <a:off x="0" y="12781"/>
          <a:ext cx="3822028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Data Selection</a:t>
          </a:r>
        </a:p>
      </dsp:txBody>
      <dsp:txXfrm>
        <a:off x="22789" y="35570"/>
        <a:ext cx="3776450" cy="421252"/>
      </dsp:txXfrm>
    </dsp:sp>
    <dsp:sp modelId="{1B6AB5AB-919F-AD49-8ACB-945E463D41DB}">
      <dsp:nvSpPr>
        <dsp:cNvPr id="0" name=""/>
        <dsp:cNvSpPr/>
      </dsp:nvSpPr>
      <dsp:spPr>
        <a:xfrm>
          <a:off x="0" y="479611"/>
          <a:ext cx="3822028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349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Segment : Private Car Comprehensive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Period : 2020-2024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Policies : 2,075,235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Features : 117</a:t>
          </a:r>
        </a:p>
      </dsp:txBody>
      <dsp:txXfrm>
        <a:off x="0" y="479611"/>
        <a:ext cx="3822028" cy="1042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D72C3-FC68-418D-A28E-84C5925E1D44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59B99-86EA-4988-B6CB-766CC7FB7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7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59B99-86EA-4988-B6CB-766CC7FB7E1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964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59B99-86EA-4988-B6CB-766CC7FB7E1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29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52DF-45E5-F9F0-9826-83EC63FDA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580EB-962E-D6D9-9D22-BF7C3B817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2A189-E190-1FFD-7D13-D1401901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DFB2E-EA8B-DB0E-CAF9-5CED76E4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D63C-F7BB-02EC-5AC8-B18F3842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04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95DB-7CD6-5FF5-F68E-135AF60C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A76E-0888-26B5-6036-84C749B9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1830-3585-B264-9E14-9539DF64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0D774-360B-889A-3A61-23287513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C3A6C-3102-7200-59FE-9001AA02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7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F4B9-DC70-C50D-E5C9-C129C820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66E62-79D3-D262-99A7-9AAD2234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8C0FD-9E13-E5EE-6EB1-F8D8307A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7A5DF-3707-6F5A-6C2A-FC04649E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7A047-3116-B312-D586-591785B1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346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EFC1-8DB6-852A-E434-729EB656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D292-1F89-C0D4-C634-D2DD77680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680D0-5C25-A4EA-2CED-D430E3624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42440-42E2-352C-6CB1-1AA4D3D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86D5A-931F-CB80-AC7A-C47354BCE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84783-4268-A1D4-0951-22BC949B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923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DF6D-A81C-B087-A2FF-B4DEA0E8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D55B8-228A-EB50-7FB2-E3A2FE9A8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FE99F-0E82-BC60-E0EE-8CDC00EFC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3882C-6AAB-4894-EED9-B7194B5DA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13B003-6889-63D4-077D-70FD7ED2F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4E434-CF07-E8D4-03F1-8A41BFDC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1B955-56BC-89D5-32C1-56FDB76E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235719-80CF-5334-809E-B9E709EA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50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C084-0172-ACCE-DDBE-65FCBDA9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224B3-906F-F664-CBA0-79E87B4A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2FD340-D172-D13A-AA19-744CDAB2E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1F954-93D1-3A67-6FDF-DDD1034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4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B9002-16A9-1448-7757-41294F3E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6A98C-656A-9920-D082-DC8AF0AA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89701-ECE6-93D7-FA47-97357BA7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55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CCF4-16A1-7AE3-01ED-5EA80D82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D4694-324E-2FC3-22E3-10672C67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B722F-202C-AC30-50FA-839FB8E46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F11C6-F8F6-0A4C-0F9C-8C440B54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62F56-A304-65C0-26E4-39B04432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0F134-B0E9-14B8-729E-69BD1EF1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45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A1BD-E004-3899-A299-ED075AB4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E552B-8932-EF27-95F3-ABB40422D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4F6DC-FF8D-D06F-9353-FE30BC301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75950-90D0-54E3-43AC-631E7270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2563B-EF20-EED6-57F5-7F907012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115D6-E439-E521-F867-E10167BD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8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8A81-BE21-272C-2A2F-E86AEA43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27332-A9BA-C5AE-042C-68A7FBC1A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4357-31EC-CD57-935C-F10FDF88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3F3E9-00EE-20FE-61C6-75C13027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14E2-5F9A-A240-7C2F-C32A406D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53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51DE8-4E1E-5101-6493-8A7A1163F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6D8C2-6DBE-713F-F150-74C32D9F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CA1D8-B4F1-0B51-C972-AA72B5E9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54C65-0DE8-4F2C-B4B0-9EC7BCBE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AAA68-6139-B58C-57A8-072CD3710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9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FE4D4-C9AB-F60B-309C-26B8FA8A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47A11-F36D-3A68-B9D6-83D2D9D9A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E51E4-AF57-8AE4-13A4-E175445DF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7F04A-281C-4BE0-814B-5D7B4A24AD98}" type="datetimeFigureOut">
              <a:rPr lang="en-IN" smtClean="0"/>
              <a:t>02/06/2025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69346-8022-2DE3-40C1-AA38130EC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3415E-B62A-D6BF-5555-F2C9A92D9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51AF7-A6ED-446A-8B83-FCDAB2CEE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46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" Type="http://schemas.openxmlformats.org/officeDocument/2006/relationships/image" Target="../media/image5.emf"/><Relationship Id="rId16" Type="http://schemas.openxmlformats.org/officeDocument/2006/relationships/diagramColors" Target="../diagrams/colors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diagramLayout" Target="../diagrams/layout7.xml"/><Relationship Id="rId7" Type="http://schemas.openxmlformats.org/officeDocument/2006/relationships/image" Target="../media/image6.emf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openxmlformats.org/officeDocument/2006/relationships/image" Target="../media/image10.emf"/><Relationship Id="rId5" Type="http://schemas.openxmlformats.org/officeDocument/2006/relationships/diagramColors" Target="../diagrams/colors7.xml"/><Relationship Id="rId10" Type="http://schemas.openxmlformats.org/officeDocument/2006/relationships/image" Target="../media/image9.emf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1659-A453-125B-4CB9-62BE35209A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AGENT SCORECARD &amp; PREMIUM PREDICTION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628D8-7A0C-0741-9DFF-EA92DBE50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ML team – PIB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90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D36A27-93FA-7829-3E86-81AD78921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527749"/>
              </p:ext>
            </p:extLst>
          </p:nvPr>
        </p:nvGraphicFramePr>
        <p:xfrm>
          <a:off x="-70110" y="989213"/>
          <a:ext cx="4435434" cy="3222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4F4B1632-9CAF-DC47-49B2-BCD5BE48EF02}"/>
              </a:ext>
            </a:extLst>
          </p:cNvPr>
          <p:cNvSpPr/>
          <p:nvPr/>
        </p:nvSpPr>
        <p:spPr>
          <a:xfrm>
            <a:off x="4042292" y="3311138"/>
            <a:ext cx="4517508" cy="8815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04192D8-ED12-E6DD-AC64-A9400B627D87}"/>
              </a:ext>
            </a:extLst>
          </p:cNvPr>
          <p:cNvSpPr/>
          <p:nvPr/>
        </p:nvSpPr>
        <p:spPr>
          <a:xfrm>
            <a:off x="4077284" y="3504866"/>
            <a:ext cx="1936014" cy="46783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Accounting year</a:t>
            </a:r>
            <a:endParaRPr lang="en-IN" b="1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28B934-D7B7-B139-F128-F29A2FB36947}"/>
              </a:ext>
            </a:extLst>
          </p:cNvPr>
          <p:cNvSpPr/>
          <p:nvPr/>
        </p:nvSpPr>
        <p:spPr>
          <a:xfrm>
            <a:off x="6122720" y="3386199"/>
            <a:ext cx="1104455" cy="31338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2022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AE9CA04-F05B-5A4F-AE53-93E42476DE41}"/>
              </a:ext>
            </a:extLst>
          </p:cNvPr>
          <p:cNvSpPr/>
          <p:nvPr/>
        </p:nvSpPr>
        <p:spPr>
          <a:xfrm>
            <a:off x="6122720" y="3760555"/>
            <a:ext cx="1106237" cy="34193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2023</a:t>
            </a:r>
            <a:endParaRPr lang="en-IN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1AA5B25-5C9D-7D24-E6C6-C86AC175B774}"/>
              </a:ext>
            </a:extLst>
          </p:cNvPr>
          <p:cNvSpPr/>
          <p:nvPr/>
        </p:nvSpPr>
        <p:spPr>
          <a:xfrm>
            <a:off x="7336598" y="3386199"/>
            <a:ext cx="1104455" cy="31338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2024</a:t>
            </a:r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DC50AC8-6C8B-BC1D-4E07-D0475D504B84}"/>
              </a:ext>
            </a:extLst>
          </p:cNvPr>
          <p:cNvSpPr/>
          <p:nvPr/>
        </p:nvSpPr>
        <p:spPr>
          <a:xfrm>
            <a:off x="7330630" y="3740040"/>
            <a:ext cx="1104455" cy="3624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2025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0060B1-D570-56E9-175A-CC6B4128F216}"/>
              </a:ext>
            </a:extLst>
          </p:cNvPr>
          <p:cNvSpPr/>
          <p:nvPr/>
        </p:nvSpPr>
        <p:spPr>
          <a:xfrm>
            <a:off x="4042292" y="1064867"/>
            <a:ext cx="4517508" cy="1675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Assumptions of Agent records</a:t>
            </a:r>
          </a:p>
          <a:p>
            <a:pPr marL="285750" indent="-285750">
              <a:buFontTx/>
              <a:buChar char="-"/>
            </a:pPr>
            <a:r>
              <a:rPr lang="en-US" dirty="0"/>
              <a:t>Non-Zero Net Earned Premium is considered</a:t>
            </a:r>
          </a:p>
          <a:p>
            <a:pPr marL="285750" indent="-285750">
              <a:buFontTx/>
              <a:buChar char="-"/>
            </a:pPr>
            <a:r>
              <a:rPr lang="en-US" dirty="0"/>
              <a:t>Positive Net Incurred Claim is considered</a:t>
            </a:r>
          </a:p>
          <a:p>
            <a:pPr marL="285750" indent="-285750">
              <a:buFontTx/>
              <a:buChar char="-"/>
            </a:pPr>
            <a:r>
              <a:rPr lang="en-US" dirty="0"/>
              <a:t>Non-Zero no of Policies is considered</a:t>
            </a:r>
          </a:p>
        </p:txBody>
      </p:sp>
      <p:graphicFrame>
        <p:nvGraphicFramePr>
          <p:cNvPr id="38" name="Content Placeholder 37">
            <a:extLst>
              <a:ext uri="{FF2B5EF4-FFF2-40B4-BE49-F238E27FC236}">
                <a16:creationId xmlns:a16="http://schemas.microsoft.com/office/drawing/2014/main" id="{8DA964F5-38B7-E423-481F-DABE057AF1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20502"/>
              </p:ext>
            </p:extLst>
          </p:nvPr>
        </p:nvGraphicFramePr>
        <p:xfrm>
          <a:off x="507191" y="4414377"/>
          <a:ext cx="10834578" cy="2785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B273E2-65C3-7933-03AA-F2CD9E46FF81}"/>
              </a:ext>
            </a:extLst>
          </p:cNvPr>
          <p:cNvCxnSpPr>
            <a:cxnSpLocks/>
          </p:cNvCxnSpPr>
          <p:nvPr/>
        </p:nvCxnSpPr>
        <p:spPr>
          <a:xfrm>
            <a:off x="220036" y="786060"/>
            <a:ext cx="117508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EDD66EE-9AE8-C25B-D0A0-745090F4A5FD}"/>
              </a:ext>
            </a:extLst>
          </p:cNvPr>
          <p:cNvSpPr txBox="1"/>
          <p:nvPr/>
        </p:nvSpPr>
        <p:spPr>
          <a:xfrm>
            <a:off x="233684" y="114528"/>
            <a:ext cx="5156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– Agent Metadata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A1D6B7-BC59-A058-DABF-94875B611FF6}"/>
              </a:ext>
            </a:extLst>
          </p:cNvPr>
          <p:cNvSpPr/>
          <p:nvPr/>
        </p:nvSpPr>
        <p:spPr>
          <a:xfrm>
            <a:off x="8798843" y="199575"/>
            <a:ext cx="3088357" cy="4749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C49E56-C097-4B54-3A62-E974F522AC34}"/>
              </a:ext>
            </a:extLst>
          </p:cNvPr>
          <p:cNvSpPr/>
          <p:nvPr/>
        </p:nvSpPr>
        <p:spPr>
          <a:xfrm>
            <a:off x="9002544" y="223586"/>
            <a:ext cx="2663130" cy="40217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Reporting Lines</a:t>
            </a:r>
            <a:endParaRPr lang="en-IN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4D3030-73D4-26CB-E312-D5A509E55C7B}"/>
              </a:ext>
            </a:extLst>
          </p:cNvPr>
          <p:cNvSpPr/>
          <p:nvPr/>
        </p:nvSpPr>
        <p:spPr>
          <a:xfrm>
            <a:off x="9022126" y="686513"/>
            <a:ext cx="2663134" cy="3540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Branches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5140005-2A7D-F4EE-36C9-FC9CE4994EC3}"/>
              </a:ext>
            </a:extLst>
          </p:cNvPr>
          <p:cNvSpPr/>
          <p:nvPr/>
        </p:nvSpPr>
        <p:spPr>
          <a:xfrm>
            <a:off x="9022125" y="1157966"/>
            <a:ext cx="2663133" cy="3540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PAMP Affinity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CB2D5B-8B0C-30E3-15D3-6EA73E41F2D6}"/>
              </a:ext>
            </a:extLst>
          </p:cNvPr>
          <p:cNvSpPr/>
          <p:nvPr/>
        </p:nvSpPr>
        <p:spPr>
          <a:xfrm>
            <a:off x="9022125" y="1629420"/>
            <a:ext cx="2663132" cy="3540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POS/Affinity 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94C53A-D81A-0B9A-27CD-5B2B6E200131}"/>
              </a:ext>
            </a:extLst>
          </p:cNvPr>
          <p:cNvSpPr/>
          <p:nvPr/>
        </p:nvSpPr>
        <p:spPr>
          <a:xfrm>
            <a:off x="9022124" y="2091628"/>
            <a:ext cx="2663131" cy="4056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Alternative Channel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E4041D-2EBA-FB04-4543-5BDF17FF550A}"/>
              </a:ext>
            </a:extLst>
          </p:cNvPr>
          <p:cNvSpPr/>
          <p:nvPr/>
        </p:nvSpPr>
        <p:spPr>
          <a:xfrm>
            <a:off x="9022124" y="2611539"/>
            <a:ext cx="2663131" cy="507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Inhouse &amp; Strategic Alliance 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CF4F16-6DE6-E1F0-C798-25C711627449}"/>
              </a:ext>
            </a:extLst>
          </p:cNvPr>
          <p:cNvSpPr/>
          <p:nvPr/>
        </p:nvSpPr>
        <p:spPr>
          <a:xfrm>
            <a:off x="9022124" y="3240045"/>
            <a:ext cx="2663130" cy="3540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Reinsurance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6AFF75-A820-C09C-C9CE-9E06B8CA6812}"/>
              </a:ext>
            </a:extLst>
          </p:cNvPr>
          <p:cNvSpPr/>
          <p:nvPr/>
        </p:nvSpPr>
        <p:spPr>
          <a:xfrm>
            <a:off x="9022123" y="3717646"/>
            <a:ext cx="2663130" cy="3540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KL Agency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512E49-0517-F608-985B-EC878C735613}"/>
              </a:ext>
            </a:extLst>
          </p:cNvPr>
          <p:cNvSpPr/>
          <p:nvPr/>
        </p:nvSpPr>
        <p:spPr>
          <a:xfrm>
            <a:off x="9021680" y="4182947"/>
            <a:ext cx="2663130" cy="2876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DBCC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166D2E7-CD4D-20AD-6948-60A312B5A846}"/>
              </a:ext>
            </a:extLst>
          </p:cNvPr>
          <p:cNvSpPr/>
          <p:nvPr/>
        </p:nvSpPr>
        <p:spPr>
          <a:xfrm>
            <a:off x="9021679" y="4575856"/>
            <a:ext cx="2663130" cy="3292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Cost Center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328A02-E41F-A803-8A28-253977CA9A7B}"/>
              </a:ext>
            </a:extLst>
          </p:cNvPr>
          <p:cNvSpPr txBox="1"/>
          <p:nvPr/>
        </p:nvSpPr>
        <p:spPr>
          <a:xfrm>
            <a:off x="553550" y="4682124"/>
            <a:ext cx="2637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Steps for Agent Analysis</a:t>
            </a:r>
            <a:endParaRPr lang="en-IN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9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ED88E26D-EAD8-3403-F473-0E63150C7043}"/>
              </a:ext>
            </a:extLst>
          </p:cNvPr>
          <p:cNvSpPr txBox="1"/>
          <p:nvPr/>
        </p:nvSpPr>
        <p:spPr>
          <a:xfrm>
            <a:off x="-1007823" y="8554104"/>
            <a:ext cx="1572556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 Grouping</a:t>
            </a:r>
            <a:endParaRPr lang="en-IN" sz="1400" dirty="0"/>
          </a:p>
        </p:txBody>
      </p:sp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A79F4285-1977-193A-A2A8-3110A1DD1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586616"/>
              </p:ext>
            </p:extLst>
          </p:nvPr>
        </p:nvGraphicFramePr>
        <p:xfrm>
          <a:off x="488255" y="1072339"/>
          <a:ext cx="5607745" cy="4515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B2E5B626-D468-9AAB-EF09-6F981B272C34}"/>
              </a:ext>
            </a:extLst>
          </p:cNvPr>
          <p:cNvSpPr/>
          <p:nvPr/>
        </p:nvSpPr>
        <p:spPr>
          <a:xfrm>
            <a:off x="2465407" y="6043078"/>
            <a:ext cx="1653439" cy="591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/>
              <a:t>Final Score</a:t>
            </a:r>
            <a:endParaRPr lang="en-IN" sz="1700" dirty="0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701C48F0-841B-C917-DA16-99B8B2A15A53}"/>
              </a:ext>
            </a:extLst>
          </p:cNvPr>
          <p:cNvSpPr/>
          <p:nvPr/>
        </p:nvSpPr>
        <p:spPr>
          <a:xfrm>
            <a:off x="3025426" y="5593039"/>
            <a:ext cx="571500" cy="5912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1" name="Content Placeholder 3">
            <a:extLst>
              <a:ext uri="{FF2B5EF4-FFF2-40B4-BE49-F238E27FC236}">
                <a16:creationId xmlns:a16="http://schemas.microsoft.com/office/drawing/2014/main" id="{C145D9D0-699C-78C1-1007-B37EF5A1A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073093"/>
              </p:ext>
            </p:extLst>
          </p:nvPr>
        </p:nvGraphicFramePr>
        <p:xfrm>
          <a:off x="6261100" y="2395061"/>
          <a:ext cx="580714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866">
                  <a:extLst>
                    <a:ext uri="{9D8B030D-6E8A-4147-A177-3AD203B41FA5}">
                      <a16:colId xmlns:a16="http://schemas.microsoft.com/office/drawing/2014/main" val="3374157552"/>
                    </a:ext>
                  </a:extLst>
                </a:gridCol>
                <a:gridCol w="1127373">
                  <a:extLst>
                    <a:ext uri="{9D8B030D-6E8A-4147-A177-3AD203B41FA5}">
                      <a16:colId xmlns:a16="http://schemas.microsoft.com/office/drawing/2014/main" val="3965297600"/>
                    </a:ext>
                  </a:extLst>
                </a:gridCol>
                <a:gridCol w="3574909">
                  <a:extLst>
                    <a:ext uri="{9D8B030D-6E8A-4147-A177-3AD203B41FA5}">
                      <a16:colId xmlns:a16="http://schemas.microsoft.com/office/drawing/2014/main" val="2073822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Final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NIC/NEP Ratio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Classification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2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✅ Efficient Performer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1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⚠️ Low Performer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186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🚩 High-Loss Performer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94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❌  High-Risk Underperformer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00638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296755-0C48-6F5D-F8D4-5D6FE81330F3}"/>
              </a:ext>
            </a:extLst>
          </p:cNvPr>
          <p:cNvCxnSpPr>
            <a:cxnSpLocks/>
          </p:cNvCxnSpPr>
          <p:nvPr/>
        </p:nvCxnSpPr>
        <p:spPr>
          <a:xfrm>
            <a:off x="220036" y="786060"/>
            <a:ext cx="117508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28D07D9-3A87-CB2E-0A0B-8383A000A63D}"/>
              </a:ext>
            </a:extLst>
          </p:cNvPr>
          <p:cNvSpPr txBox="1"/>
          <p:nvPr/>
        </p:nvSpPr>
        <p:spPr>
          <a:xfrm>
            <a:off x="233684" y="114528"/>
            <a:ext cx="68015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– Agent Scoring Metric Logic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5E4EDBC7-FA65-4866-21CE-ED1F03A0CDCF}"/>
              </a:ext>
            </a:extLst>
          </p:cNvPr>
          <p:cNvSpPr/>
          <p:nvPr/>
        </p:nvSpPr>
        <p:spPr>
          <a:xfrm rot="16200000">
            <a:off x="7153595" y="4225337"/>
            <a:ext cx="467397" cy="1270961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C5B93CDA-6EEE-A08A-B7CF-7AA6142CA6D5}"/>
              </a:ext>
            </a:extLst>
          </p:cNvPr>
          <p:cNvSpPr/>
          <p:nvPr/>
        </p:nvSpPr>
        <p:spPr>
          <a:xfrm>
            <a:off x="6394961" y="5148703"/>
            <a:ext cx="1984664" cy="294471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900" dirty="0"/>
              <a:t>Key Features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E99589-E725-6541-BD35-A36BFE226462}"/>
              </a:ext>
            </a:extLst>
          </p:cNvPr>
          <p:cNvCxnSpPr/>
          <p:nvPr/>
        </p:nvCxnSpPr>
        <p:spPr>
          <a:xfrm>
            <a:off x="10112829" y="4583574"/>
            <a:ext cx="0" cy="467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39A201AA-AB5E-8E6A-109C-F3E0326F52BC}"/>
              </a:ext>
            </a:extLst>
          </p:cNvPr>
          <p:cNvSpPr/>
          <p:nvPr/>
        </p:nvSpPr>
        <p:spPr>
          <a:xfrm>
            <a:off x="9120497" y="5148703"/>
            <a:ext cx="1984664" cy="294471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900" dirty="0"/>
              <a:t>Agent Class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45305-FA48-399A-BD43-B49C152E34DD}"/>
              </a:ext>
            </a:extLst>
          </p:cNvPr>
          <p:cNvSpPr txBox="1"/>
          <p:nvPr/>
        </p:nvSpPr>
        <p:spPr>
          <a:xfrm>
            <a:off x="6108084" y="1143047"/>
            <a:ext cx="3416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958955"/>
                </a:solidFill>
              </a:rPr>
              <a:t>Percentile Threshold for High labelling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9213190A-1C87-0FCA-6DD8-98DA2F1EBD00}"/>
              </a:ext>
            </a:extLst>
          </p:cNvPr>
          <p:cNvSpPr/>
          <p:nvPr/>
        </p:nvSpPr>
        <p:spPr>
          <a:xfrm>
            <a:off x="6317796" y="1530155"/>
            <a:ext cx="999671" cy="299871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900" dirty="0"/>
              <a:t>75%ile 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B733AA71-7529-7B96-B177-D3FABE507F69}"/>
              </a:ext>
            </a:extLst>
          </p:cNvPr>
          <p:cNvSpPr/>
          <p:nvPr/>
        </p:nvSpPr>
        <p:spPr>
          <a:xfrm>
            <a:off x="7430404" y="1530155"/>
            <a:ext cx="949221" cy="312784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900" dirty="0"/>
              <a:t>70%ile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B81BBE3-2417-DD91-BFDE-06F04EBC27CB}"/>
              </a:ext>
            </a:extLst>
          </p:cNvPr>
          <p:cNvCxnSpPr/>
          <p:nvPr/>
        </p:nvCxnSpPr>
        <p:spPr>
          <a:xfrm>
            <a:off x="6806242" y="1895005"/>
            <a:ext cx="0" cy="467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DFEDBA-152F-1BC4-ECF4-D4A6F39242AE}"/>
              </a:ext>
            </a:extLst>
          </p:cNvPr>
          <p:cNvCxnSpPr/>
          <p:nvPr/>
        </p:nvCxnSpPr>
        <p:spPr>
          <a:xfrm>
            <a:off x="7934156" y="1895005"/>
            <a:ext cx="0" cy="467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223F594-E172-FBE6-652E-25E76DEEAAC7}"/>
              </a:ext>
            </a:extLst>
          </p:cNvPr>
          <p:cNvSpPr txBox="1"/>
          <p:nvPr/>
        </p:nvSpPr>
        <p:spPr>
          <a:xfrm>
            <a:off x="9560364" y="1943267"/>
            <a:ext cx="2410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u="sng" dirty="0">
                <a:solidFill>
                  <a:schemeClr val="accent5">
                    <a:lumMod val="50000"/>
                  </a:schemeClr>
                </a:solidFill>
              </a:rPr>
              <a:t>Zones &amp; Quadrants</a:t>
            </a:r>
            <a:endParaRPr lang="en-IN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5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E379B-6D9E-98D2-BA93-33E8FAE7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C93BB0A-9535-2C1A-3603-93A9C0B2738A}"/>
              </a:ext>
            </a:extLst>
          </p:cNvPr>
          <p:cNvCxnSpPr>
            <a:cxnSpLocks/>
          </p:cNvCxnSpPr>
          <p:nvPr/>
        </p:nvCxnSpPr>
        <p:spPr>
          <a:xfrm>
            <a:off x="220036" y="786060"/>
            <a:ext cx="117508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3DA68B-E8E3-E919-965E-4DB9771E9234}"/>
              </a:ext>
            </a:extLst>
          </p:cNvPr>
          <p:cNvSpPr txBox="1"/>
          <p:nvPr/>
        </p:nvSpPr>
        <p:spPr>
          <a:xfrm>
            <a:off x="233684" y="114528"/>
            <a:ext cx="5320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– Few 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Agent Trends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89DA0B09-2DB1-A6B9-6F33-D4D4FE9D2FFA}"/>
              </a:ext>
            </a:extLst>
          </p:cNvPr>
          <p:cNvSpPr/>
          <p:nvPr/>
        </p:nvSpPr>
        <p:spPr>
          <a:xfrm>
            <a:off x="233684" y="872818"/>
            <a:ext cx="1984664" cy="294471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Results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E301EBD-B4DB-B749-32E1-2C2644BCF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63" y="4278530"/>
            <a:ext cx="5302237" cy="240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A33C2482-68C4-5473-FA33-B8AA914FF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846" y="1370772"/>
            <a:ext cx="5417572" cy="253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6227C965-5047-0CBF-8934-07D0ACDEE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95" y="4278530"/>
            <a:ext cx="5136497" cy="227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9C26002-4147-5348-BB92-A4FB867E9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95" y="1452637"/>
            <a:ext cx="4937472" cy="238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CBE144-1971-0AE3-B6AD-D426F32055D0}"/>
              </a:ext>
            </a:extLst>
          </p:cNvPr>
          <p:cNvSpPr txBox="1"/>
          <p:nvPr/>
        </p:nvSpPr>
        <p:spPr>
          <a:xfrm>
            <a:off x="2305434" y="2996608"/>
            <a:ext cx="1923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 K SEER Agency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AB363B-BBA9-61A7-AA64-798E6F950058}"/>
              </a:ext>
            </a:extLst>
          </p:cNvPr>
          <p:cNvSpPr txBox="1"/>
          <p:nvPr/>
        </p:nvSpPr>
        <p:spPr>
          <a:xfrm>
            <a:off x="8727689" y="2455849"/>
            <a:ext cx="25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Yatida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 Maju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Enterprize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39F5B-65BF-A651-1C81-0BB64E4FC0F5}"/>
              </a:ext>
            </a:extLst>
          </p:cNvPr>
          <p:cNvSpPr txBox="1"/>
          <p:nvPr/>
        </p:nvSpPr>
        <p:spPr>
          <a:xfrm>
            <a:off x="3512945" y="4730517"/>
            <a:ext cx="1788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Synergy Cap Advisory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EFB246-D13E-439C-0327-166F97448312}"/>
              </a:ext>
            </a:extLst>
          </p:cNvPr>
          <p:cNvSpPr txBox="1"/>
          <p:nvPr/>
        </p:nvSpPr>
        <p:spPr>
          <a:xfrm>
            <a:off x="7737100" y="5671319"/>
            <a:ext cx="2912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Advanced SK Management Services</a:t>
            </a:r>
          </a:p>
        </p:txBody>
      </p:sp>
    </p:spTree>
    <p:extLst>
      <p:ext uri="{BB962C8B-B14F-4D97-AF65-F5344CB8AC3E}">
        <p14:creationId xmlns:p14="http://schemas.microsoft.com/office/powerpoint/2010/main" val="229839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6A54-19DE-0DC9-E4E8-330494FB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F4DCD4-61CA-C082-F06B-49557DFE43CE}"/>
              </a:ext>
            </a:extLst>
          </p:cNvPr>
          <p:cNvCxnSpPr>
            <a:cxnSpLocks/>
          </p:cNvCxnSpPr>
          <p:nvPr/>
        </p:nvCxnSpPr>
        <p:spPr>
          <a:xfrm>
            <a:off x="220036" y="786060"/>
            <a:ext cx="117508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53BA31-B0E5-B5C8-CEFA-4A94C0CCC8E2}"/>
              </a:ext>
            </a:extLst>
          </p:cNvPr>
          <p:cNvSpPr txBox="1"/>
          <p:nvPr/>
        </p:nvSpPr>
        <p:spPr>
          <a:xfrm>
            <a:off x="233684" y="114528"/>
            <a:ext cx="10867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– Enhance Risk Assessment with Predictive Modelling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AD18C-F1E8-EA56-2022-E718ED1D6B43}"/>
              </a:ext>
            </a:extLst>
          </p:cNvPr>
          <p:cNvSpPr txBox="1"/>
          <p:nvPr/>
        </p:nvSpPr>
        <p:spPr>
          <a:xfrm>
            <a:off x="5891517" y="896979"/>
            <a:ext cx="570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58955"/>
                </a:solidFill>
              </a:rPr>
              <a:t>Model Selection based on Accuracy &amp; Feature Importance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B60ED2-51DB-B4F2-AD15-F7A9B481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600" y="4083631"/>
            <a:ext cx="7772400" cy="2521594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F74E858C-94EC-B8E1-645A-6918A86792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401811"/>
              </p:ext>
            </p:extLst>
          </p:nvPr>
        </p:nvGraphicFramePr>
        <p:xfrm>
          <a:off x="6080027" y="1299567"/>
          <a:ext cx="5714999" cy="2702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E01FA92-5B15-BC7F-B579-D44D26F31861}"/>
              </a:ext>
            </a:extLst>
          </p:cNvPr>
          <p:cNvSpPr txBox="1"/>
          <p:nvPr/>
        </p:nvSpPr>
        <p:spPr>
          <a:xfrm>
            <a:off x="4460523" y="1281364"/>
            <a:ext cx="16432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Training Data</a:t>
            </a:r>
          </a:p>
          <a:p>
            <a:pPr algn="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1559434 Policies </a:t>
            </a:r>
          </a:p>
          <a:p>
            <a:pPr algn="r"/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Test Data</a:t>
            </a:r>
          </a:p>
          <a:p>
            <a:pPr algn="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166065 Policies</a:t>
            </a:r>
            <a:endParaRPr lang="en-IN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819C3AAB-B137-0E20-5B5A-5DD9DE28B8E0}"/>
              </a:ext>
            </a:extLst>
          </p:cNvPr>
          <p:cNvSpPr/>
          <p:nvPr/>
        </p:nvSpPr>
        <p:spPr>
          <a:xfrm>
            <a:off x="4289826" y="4028148"/>
            <a:ext cx="1984664" cy="294471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Results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A3B36F-2B03-5F12-6BC7-312E7BF7ED70}"/>
              </a:ext>
            </a:extLst>
          </p:cNvPr>
          <p:cNvSpPr txBox="1"/>
          <p:nvPr/>
        </p:nvSpPr>
        <p:spPr>
          <a:xfrm>
            <a:off x="3466533" y="2483980"/>
            <a:ext cx="263726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Supervised Classification</a:t>
            </a:r>
          </a:p>
          <a:p>
            <a:pPr algn="r"/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600" b="1" u="sng" dirty="0" err="1">
                <a:solidFill>
                  <a:schemeClr val="accent5">
                    <a:lumMod val="50000"/>
                  </a:schemeClr>
                </a:solidFill>
              </a:rPr>
              <a:t>XGBoost</a:t>
            </a:r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 Model Matrix</a:t>
            </a:r>
          </a:p>
          <a:p>
            <a:pPr algn="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Precision 94%</a:t>
            </a:r>
          </a:p>
          <a:p>
            <a:pPr algn="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Recall 97%</a:t>
            </a:r>
          </a:p>
          <a:p>
            <a:pPr algn="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F1 Score 95%</a:t>
            </a:r>
            <a:endParaRPr lang="en-IN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84C5357A-4F0A-D5FA-AE86-EA27EF0E58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012521"/>
              </p:ext>
            </p:extLst>
          </p:nvPr>
        </p:nvGraphicFramePr>
        <p:xfrm>
          <a:off x="233684" y="950094"/>
          <a:ext cx="3325945" cy="2853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8D88E9D7-D6B5-1708-4544-BED901C7F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6838424"/>
              </p:ext>
            </p:extLst>
          </p:nvPr>
        </p:nvGraphicFramePr>
        <p:xfrm>
          <a:off x="220036" y="4183178"/>
          <a:ext cx="3822028" cy="1992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406761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8E43C-C760-A148-FF76-CA71A1553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7DEA96-DC4A-55A6-4173-3663616357B0}"/>
              </a:ext>
            </a:extLst>
          </p:cNvPr>
          <p:cNvCxnSpPr>
            <a:cxnSpLocks/>
          </p:cNvCxnSpPr>
          <p:nvPr/>
        </p:nvCxnSpPr>
        <p:spPr>
          <a:xfrm>
            <a:off x="220036" y="786060"/>
            <a:ext cx="117508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BD4573E-6442-0EAF-B11D-3113CDE86859}"/>
              </a:ext>
            </a:extLst>
          </p:cNvPr>
          <p:cNvSpPr txBox="1"/>
          <p:nvPr/>
        </p:nvSpPr>
        <p:spPr>
          <a:xfrm>
            <a:off x="233684" y="114528"/>
            <a:ext cx="9907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– Pricing Assessment with Predictive Modelling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41DE2-EAB5-CEC0-5C9A-74C63FBA76B9}"/>
              </a:ext>
            </a:extLst>
          </p:cNvPr>
          <p:cNvSpPr txBox="1"/>
          <p:nvPr/>
        </p:nvSpPr>
        <p:spPr>
          <a:xfrm>
            <a:off x="220036" y="3577730"/>
            <a:ext cx="388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58955"/>
                </a:solidFill>
              </a:rPr>
              <a:t>Model Selection &amp; Feature Importance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CD372-3868-D496-AF65-D3A86D6D55DA}"/>
              </a:ext>
            </a:extLst>
          </p:cNvPr>
          <p:cNvSpPr txBox="1"/>
          <p:nvPr/>
        </p:nvSpPr>
        <p:spPr>
          <a:xfrm>
            <a:off x="220036" y="2411536"/>
            <a:ext cx="13086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Training Data</a:t>
            </a:r>
          </a:p>
          <a:p>
            <a:pPr algn="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2020-2022 </a:t>
            </a:r>
          </a:p>
          <a:p>
            <a:pPr algn="r"/>
            <a:r>
              <a:rPr lang="en-US" sz="1600" b="1" u="sng" dirty="0">
                <a:solidFill>
                  <a:schemeClr val="accent5">
                    <a:lumMod val="50000"/>
                  </a:schemeClr>
                </a:solidFill>
              </a:rPr>
              <a:t>Test Data</a:t>
            </a:r>
          </a:p>
          <a:p>
            <a:pPr algn="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2023 &amp; 2024</a:t>
            </a:r>
            <a:endParaRPr lang="en-IN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63CF9289-5F82-B81E-D8A8-BA105AB84F7C}"/>
              </a:ext>
            </a:extLst>
          </p:cNvPr>
          <p:cNvSpPr/>
          <p:nvPr/>
        </p:nvSpPr>
        <p:spPr>
          <a:xfrm>
            <a:off x="4187536" y="841645"/>
            <a:ext cx="7770780" cy="446827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Results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01CA4D-A4C6-8158-6170-FB5196BAD34C}"/>
              </a:ext>
            </a:extLst>
          </p:cNvPr>
          <p:cNvSpPr txBox="1"/>
          <p:nvPr/>
        </p:nvSpPr>
        <p:spPr>
          <a:xfrm>
            <a:off x="1874919" y="2054367"/>
            <a:ext cx="21807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Iterations : 900</a:t>
            </a:r>
          </a:p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Train Fit : 84.90%</a:t>
            </a:r>
          </a:p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Test Fit (2023) : 84.12%</a:t>
            </a:r>
          </a:p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Test Fir (2024) : 81.20%</a:t>
            </a:r>
            <a:endParaRPr lang="en-IN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823527AB-0DFF-4E8C-FFCC-36577C0707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5228769"/>
              </p:ext>
            </p:extLst>
          </p:nvPr>
        </p:nvGraphicFramePr>
        <p:xfrm>
          <a:off x="233684" y="819280"/>
          <a:ext cx="3822028" cy="1534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18A6D811-8D59-2D7C-4A1D-3CEBB1C6C9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655" b="9056"/>
          <a:stretch/>
        </p:blipFill>
        <p:spPr>
          <a:xfrm>
            <a:off x="220036" y="3897479"/>
            <a:ext cx="3967500" cy="29605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CB0B69E-B688-03B1-E32E-5BA94853968D}"/>
              </a:ext>
            </a:extLst>
          </p:cNvPr>
          <p:cNvSpPr txBox="1"/>
          <p:nvPr/>
        </p:nvSpPr>
        <p:spPr>
          <a:xfrm>
            <a:off x="1332028" y="4321239"/>
            <a:ext cx="276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Model: </a:t>
            </a:r>
            <a:r>
              <a:rPr lang="en-US" dirty="0" err="1"/>
              <a:t>CATBoost</a:t>
            </a:r>
            <a:r>
              <a:rPr lang="en-US" dirty="0"/>
              <a:t> Regressor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0A4917-6E19-3E72-3997-C7547AE8D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7536" y="1458832"/>
            <a:ext cx="7783360" cy="1970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42E8E0E-0813-66E8-5A75-DB01CF761F6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270" r="12687"/>
          <a:stretch/>
        </p:blipFill>
        <p:spPr>
          <a:xfrm>
            <a:off x="4998030" y="3329630"/>
            <a:ext cx="2180793" cy="17901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CC9EC07-52AD-683B-0748-EEC76722726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204" r="6405"/>
          <a:stretch/>
        </p:blipFill>
        <p:spPr>
          <a:xfrm>
            <a:off x="4998030" y="5066600"/>
            <a:ext cx="2180793" cy="17589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A662BB4-FE4E-C127-5B95-29B555BC7A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1716" y="3956299"/>
            <a:ext cx="45466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35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40B9F-0D62-4414-8B5C-704D6FD2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8154-4707-0706-EC30-6031DBCAF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CD608-2DCE-00CE-4604-9939B0887A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ML team – PIB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94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498</Words>
  <Application>Microsoft Office PowerPoint</Application>
  <PresentationFormat>Widescreen</PresentationFormat>
  <Paragraphs>154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AGENT SCORECARD &amp; PREMIUM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Datta</dc:creator>
  <cp:lastModifiedBy>Ananya Datta</cp:lastModifiedBy>
  <cp:revision>1</cp:revision>
  <dcterms:created xsi:type="dcterms:W3CDTF">2025-05-23T06:12:54Z</dcterms:created>
  <dcterms:modified xsi:type="dcterms:W3CDTF">2025-06-02T09:20:52Z</dcterms:modified>
</cp:coreProperties>
</file>