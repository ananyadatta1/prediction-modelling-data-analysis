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305" r:id="rId5"/>
    <p:sldId id="306" r:id="rId6"/>
    <p:sldId id="307" r:id="rId7"/>
    <p:sldId id="308" r:id="rId8"/>
    <p:sldId id="319" r:id="rId9"/>
    <p:sldId id="310" r:id="rId10"/>
    <p:sldId id="315" r:id="rId11"/>
    <p:sldId id="313" r:id="rId12"/>
    <p:sldId id="328" r:id="rId13"/>
    <p:sldId id="327" r:id="rId14"/>
    <p:sldId id="329" r:id="rId15"/>
    <p:sldId id="31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5A0371-CD71-1B4B-03D1-ADA8BD2F1256}" v="1925" dt="2025-02-26T06:15:10.343"/>
    <p1510:client id="{3AB584EA-9856-FEC2-9C0A-ADF7D6F89263}" v="171" dt="2025-02-26T05:59:24.609"/>
    <p1510:client id="{4F7212A2-56D1-1C4F-DE41-77CFF4A2A93F}" v="3816" dt="2025-02-25T12:53:51.903"/>
    <p1510:client id="{549856AE-00D3-B221-6A7C-22A3B73309DE}" v="621" dt="2025-02-25T05:39:47.965"/>
    <p1510:client id="{59A23F68-42ED-1A50-692E-8E98271848C5}" v="200" dt="2025-02-26T06:31:02.592"/>
    <p1510:client id="{97A98717-C39C-1085-61B5-64E9DA70ECE0}" v="18" dt="2025-02-26T10:35:20.892"/>
    <p1510:client id="{FA2A32AA-69A5-7D10-81CE-93AA33293933}" v="278" dt="2025-02-26T10:33:13.828"/>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792"/>
        <p:guide pos="528"/>
        <p:guide pos="7128"/>
        <p:guide orient="horz" pos="2808"/>
        <p:guide pos="2976"/>
        <p:guide orient="horz" pos="9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ya Datta" userId="S::ananya.datta@fairfaxasia.com::88aad7c6-8fa0-4330-8bd1-863b171370f4" providerId="AD" clId="Web-{549856AE-00D3-B221-6A7C-22A3B73309DE}"/>
    <pc:docChg chg="addSld modSld sldOrd">
      <pc:chgData name="Ananya Datta" userId="S::ananya.datta@fairfaxasia.com::88aad7c6-8fa0-4330-8bd1-863b171370f4" providerId="AD" clId="Web-{549856AE-00D3-B221-6A7C-22A3B73309DE}" dt="2025-02-25T05:39:47.965" v="557"/>
      <pc:docMkLst>
        <pc:docMk/>
      </pc:docMkLst>
      <pc:sldChg chg="addSp modSp">
        <pc:chgData name="Ananya Datta" userId="S::ananya.datta@fairfaxasia.com::88aad7c6-8fa0-4330-8bd1-863b171370f4" providerId="AD" clId="Web-{549856AE-00D3-B221-6A7C-22A3B73309DE}" dt="2025-02-25T04:45:17.690" v="79" actId="20577"/>
        <pc:sldMkLst>
          <pc:docMk/>
          <pc:sldMk cId="1516999600" sldId="305"/>
        </pc:sldMkLst>
        <pc:spChg chg="mod">
          <ac:chgData name="Ananya Datta" userId="S::ananya.datta@fairfaxasia.com::88aad7c6-8fa0-4330-8bd1-863b171370f4" providerId="AD" clId="Web-{549856AE-00D3-B221-6A7C-22A3B73309DE}" dt="2025-02-25T04:39:57.021" v="27" actId="20577"/>
          <ac:spMkLst>
            <pc:docMk/>
            <pc:sldMk cId="1516999600" sldId="305"/>
            <ac:spMk id="2" creationId="{C66F917E-922A-1054-6306-D37C378F1165}"/>
          </ac:spMkLst>
        </pc:spChg>
        <pc:spChg chg="mod">
          <ac:chgData name="Ananya Datta" userId="S::ananya.datta@fairfaxasia.com::88aad7c6-8fa0-4330-8bd1-863b171370f4" providerId="AD" clId="Web-{549856AE-00D3-B221-6A7C-22A3B73309DE}" dt="2025-02-25T04:39:20.395" v="17" actId="20577"/>
          <ac:spMkLst>
            <pc:docMk/>
            <pc:sldMk cId="1516999600" sldId="305"/>
            <ac:spMk id="3" creationId="{1C3D50B0-02F8-A1E6-8A67-C0B7034A4743}"/>
          </ac:spMkLst>
        </pc:spChg>
        <pc:spChg chg="add mod">
          <ac:chgData name="Ananya Datta" userId="S::ananya.datta@fairfaxasia.com::88aad7c6-8fa0-4330-8bd1-863b171370f4" providerId="AD" clId="Web-{549856AE-00D3-B221-6A7C-22A3B73309DE}" dt="2025-02-25T04:45:17.690" v="79" actId="20577"/>
          <ac:spMkLst>
            <pc:docMk/>
            <pc:sldMk cId="1516999600" sldId="305"/>
            <ac:spMk id="5" creationId="{9B1689BF-8735-6548-28CD-FC132A255B29}"/>
          </ac:spMkLst>
        </pc:spChg>
      </pc:sldChg>
      <pc:sldChg chg="modSp">
        <pc:chgData name="Ananya Datta" userId="S::ananya.datta@fairfaxasia.com::88aad7c6-8fa0-4330-8bd1-863b171370f4" providerId="AD" clId="Web-{549856AE-00D3-B221-6A7C-22A3B73309DE}" dt="2025-02-25T04:52:00.504" v="132" actId="20577"/>
        <pc:sldMkLst>
          <pc:docMk/>
          <pc:sldMk cId="4132634631" sldId="306"/>
        </pc:sldMkLst>
        <pc:spChg chg="mod">
          <ac:chgData name="Ananya Datta" userId="S::ananya.datta@fairfaxasia.com::88aad7c6-8fa0-4330-8bd1-863b171370f4" providerId="AD" clId="Web-{549856AE-00D3-B221-6A7C-22A3B73309DE}" dt="2025-02-25T04:52:00.504" v="132" actId="20577"/>
          <ac:spMkLst>
            <pc:docMk/>
            <pc:sldMk cId="4132634631" sldId="306"/>
            <ac:spMk id="5" creationId="{DFFF7AA9-7C16-A939-67C8-DF700FEF7D83}"/>
          </ac:spMkLst>
        </pc:spChg>
      </pc:sldChg>
      <pc:sldChg chg="modSp">
        <pc:chgData name="Ananya Datta" userId="S::ananya.datta@fairfaxasia.com::88aad7c6-8fa0-4330-8bd1-863b171370f4" providerId="AD" clId="Web-{549856AE-00D3-B221-6A7C-22A3B73309DE}" dt="2025-02-25T04:53:01.850" v="151" actId="20577"/>
        <pc:sldMkLst>
          <pc:docMk/>
          <pc:sldMk cId="1746520911" sldId="307"/>
        </pc:sldMkLst>
        <pc:spChg chg="mod">
          <ac:chgData name="Ananya Datta" userId="S::ananya.datta@fairfaxasia.com::88aad7c6-8fa0-4330-8bd1-863b171370f4" providerId="AD" clId="Web-{549856AE-00D3-B221-6A7C-22A3B73309DE}" dt="2025-02-25T04:53:01.850" v="151" actId="20577"/>
          <ac:spMkLst>
            <pc:docMk/>
            <pc:sldMk cId="1746520911" sldId="307"/>
            <ac:spMk id="3" creationId="{D1F36F11-A50A-4347-9430-9522EAFCAB77}"/>
          </ac:spMkLst>
        </pc:spChg>
        <pc:spChg chg="mod">
          <ac:chgData name="Ananya Datta" userId="S::ananya.datta@fairfaxasia.com::88aad7c6-8fa0-4330-8bd1-863b171370f4" providerId="AD" clId="Web-{549856AE-00D3-B221-6A7C-22A3B73309DE}" dt="2025-02-25T04:52:50.084" v="147" actId="20577"/>
          <ac:spMkLst>
            <pc:docMk/>
            <pc:sldMk cId="1746520911" sldId="307"/>
            <ac:spMk id="4" creationId="{9A1E0E93-C6B0-0C8B-16D2-354982229DB1}"/>
          </ac:spMkLst>
        </pc:spChg>
      </pc:sldChg>
      <pc:sldChg chg="addSp delSp modSp">
        <pc:chgData name="Ananya Datta" userId="S::ananya.datta@fairfaxasia.com::88aad7c6-8fa0-4330-8bd1-863b171370f4" providerId="AD" clId="Web-{549856AE-00D3-B221-6A7C-22A3B73309DE}" dt="2025-02-25T05:04:41.410" v="330" actId="1076"/>
        <pc:sldMkLst>
          <pc:docMk/>
          <pc:sldMk cId="3688475074" sldId="308"/>
        </pc:sldMkLst>
        <pc:spChg chg="mod">
          <ac:chgData name="Ananya Datta" userId="S::ananya.datta@fairfaxasia.com::88aad7c6-8fa0-4330-8bd1-863b171370f4" providerId="AD" clId="Web-{549856AE-00D3-B221-6A7C-22A3B73309DE}" dt="2025-02-25T04:53:37.336" v="157" actId="20577"/>
          <ac:spMkLst>
            <pc:docMk/>
            <pc:sldMk cId="3688475074" sldId="308"/>
            <ac:spMk id="2" creationId="{A4A34DAF-F207-3061-24D6-6AFF552418DC}"/>
          </ac:spMkLst>
        </pc:spChg>
        <pc:spChg chg="mod">
          <ac:chgData name="Ananya Datta" userId="S::ananya.datta@fairfaxasia.com::88aad7c6-8fa0-4330-8bd1-863b171370f4" providerId="AD" clId="Web-{549856AE-00D3-B221-6A7C-22A3B73309DE}" dt="2025-02-25T04:59:18.193" v="271" actId="20577"/>
          <ac:spMkLst>
            <pc:docMk/>
            <pc:sldMk cId="3688475074" sldId="308"/>
            <ac:spMk id="5" creationId="{8A94AC61-4F6E-98E2-D42B-F2114BBA120D}"/>
          </ac:spMkLst>
        </pc:spChg>
        <pc:spChg chg="add mod">
          <ac:chgData name="Ananya Datta" userId="S::ananya.datta@fairfaxasia.com::88aad7c6-8fa0-4330-8bd1-863b171370f4" providerId="AD" clId="Web-{549856AE-00D3-B221-6A7C-22A3B73309DE}" dt="2025-02-25T05:01:37.105" v="301" actId="1076"/>
          <ac:spMkLst>
            <pc:docMk/>
            <pc:sldMk cId="3688475074" sldId="308"/>
            <ac:spMk id="60" creationId="{3F556867-7B94-6B9D-9B6C-0CC3B5D91329}"/>
          </ac:spMkLst>
        </pc:spChg>
        <pc:spChg chg="add mod">
          <ac:chgData name="Ananya Datta" userId="S::ananya.datta@fairfaxasia.com::88aad7c6-8fa0-4330-8bd1-863b171370f4" providerId="AD" clId="Web-{549856AE-00D3-B221-6A7C-22A3B73309DE}" dt="2025-02-25T05:04:41.410" v="330" actId="1076"/>
          <ac:spMkLst>
            <pc:docMk/>
            <pc:sldMk cId="3688475074" sldId="308"/>
            <ac:spMk id="160" creationId="{D456A888-1918-A4A1-2288-BEEB1CC043ED}"/>
          </ac:spMkLst>
        </pc:spChg>
        <pc:graphicFrameChg chg="add del mod modGraphic">
          <ac:chgData name="Ananya Datta" userId="S::ananya.datta@fairfaxasia.com::88aad7c6-8fa0-4330-8bd1-863b171370f4" providerId="AD" clId="Web-{549856AE-00D3-B221-6A7C-22A3B73309DE}" dt="2025-02-25T04:59:22.537" v="273"/>
          <ac:graphicFrameMkLst>
            <pc:docMk/>
            <pc:sldMk cId="3688475074" sldId="308"/>
            <ac:graphicFrameMk id="3" creationId="{1FECCCBE-43FE-3D0D-9CD5-DB2BFD360F7E}"/>
          </ac:graphicFrameMkLst>
        </pc:graphicFrameChg>
        <pc:graphicFrameChg chg="add mod modGraphic">
          <ac:chgData name="Ananya Datta" userId="S::ananya.datta@fairfaxasia.com::88aad7c6-8fa0-4330-8bd1-863b171370f4" providerId="AD" clId="Web-{549856AE-00D3-B221-6A7C-22A3B73309DE}" dt="2025-02-25T05:01:45.262" v="302" actId="1076"/>
          <ac:graphicFrameMkLst>
            <pc:docMk/>
            <pc:sldMk cId="3688475074" sldId="308"/>
            <ac:graphicFrameMk id="11" creationId="{5880A65B-FEC3-1A0B-BD6F-CFB2BB38406A}"/>
          </ac:graphicFrameMkLst>
        </pc:graphicFrameChg>
        <pc:graphicFrameChg chg="add mod modGraphic">
          <ac:chgData name="Ananya Datta" userId="S::ananya.datta@fairfaxasia.com::88aad7c6-8fa0-4330-8bd1-863b171370f4" providerId="AD" clId="Web-{549856AE-00D3-B221-6A7C-22A3B73309DE}" dt="2025-02-25T05:04:19.846" v="321" actId="20577"/>
          <ac:graphicFrameMkLst>
            <pc:docMk/>
            <pc:sldMk cId="3688475074" sldId="308"/>
            <ac:graphicFrameMk id="64" creationId="{FED98420-01A2-2C17-4C4E-330F4CECD310}"/>
          </ac:graphicFrameMkLst>
        </pc:graphicFrameChg>
      </pc:sldChg>
      <pc:sldChg chg="ord">
        <pc:chgData name="Ananya Datta" userId="S::ananya.datta@fairfaxasia.com::88aad7c6-8fa0-4330-8bd1-863b171370f4" providerId="AD" clId="Web-{549856AE-00D3-B221-6A7C-22A3B73309DE}" dt="2025-02-25T05:20:41.340" v="538"/>
        <pc:sldMkLst>
          <pc:docMk/>
          <pc:sldMk cId="1709180446" sldId="309"/>
        </pc:sldMkLst>
      </pc:sldChg>
      <pc:sldChg chg="addSp modSp">
        <pc:chgData name="Ananya Datta" userId="S::ananya.datta@fairfaxasia.com::88aad7c6-8fa0-4330-8bd1-863b171370f4" providerId="AD" clId="Web-{549856AE-00D3-B221-6A7C-22A3B73309DE}" dt="2025-02-25T05:21:22.263" v="543"/>
        <pc:sldMkLst>
          <pc:docMk/>
          <pc:sldMk cId="4050281887" sldId="312"/>
        </pc:sldMkLst>
        <pc:graphicFrameChg chg="add mod">
          <ac:chgData name="Ananya Datta" userId="S::ananya.datta@fairfaxasia.com::88aad7c6-8fa0-4330-8bd1-863b171370f4" providerId="AD" clId="Web-{549856AE-00D3-B221-6A7C-22A3B73309DE}" dt="2025-02-25T05:21:22.263" v="543"/>
          <ac:graphicFrameMkLst>
            <pc:docMk/>
            <pc:sldMk cId="4050281887" sldId="312"/>
            <ac:graphicFrameMk id="7" creationId="{4241C340-3DB0-FFC5-2182-E98425E31519}"/>
          </ac:graphicFrameMkLst>
        </pc:graphicFrameChg>
      </pc:sldChg>
      <pc:sldChg chg="addSp delSp modSp ord">
        <pc:chgData name="Ananya Datta" userId="S::ananya.datta@fairfaxasia.com::88aad7c6-8fa0-4330-8bd1-863b171370f4" providerId="AD" clId="Web-{549856AE-00D3-B221-6A7C-22A3B73309DE}" dt="2025-02-25T05:23:34.425" v="556" actId="20577"/>
        <pc:sldMkLst>
          <pc:docMk/>
          <pc:sldMk cId="558281240" sldId="313"/>
        </pc:sldMkLst>
        <pc:spChg chg="mod">
          <ac:chgData name="Ananya Datta" userId="S::ananya.datta@fairfaxasia.com::88aad7c6-8fa0-4330-8bd1-863b171370f4" providerId="AD" clId="Web-{549856AE-00D3-B221-6A7C-22A3B73309DE}" dt="2025-02-25T05:23:34.425" v="556" actId="20577"/>
          <ac:spMkLst>
            <pc:docMk/>
            <pc:sldMk cId="558281240" sldId="313"/>
            <ac:spMk id="2" creationId="{B236F643-9DF2-B730-72CE-75663E4FF0DF}"/>
          </ac:spMkLst>
        </pc:spChg>
        <pc:spChg chg="mod">
          <ac:chgData name="Ananya Datta" userId="S::ananya.datta@fairfaxasia.com::88aad7c6-8fa0-4330-8bd1-863b171370f4" providerId="AD" clId="Web-{549856AE-00D3-B221-6A7C-22A3B73309DE}" dt="2025-02-25T05:21:11.950" v="541" actId="1076"/>
          <ac:spMkLst>
            <pc:docMk/>
            <pc:sldMk cId="558281240" sldId="313"/>
            <ac:spMk id="4" creationId="{D425AA3C-075D-E8DD-D48B-DA9E07CBE09F}"/>
          </ac:spMkLst>
        </pc:spChg>
        <pc:spChg chg="del">
          <ac:chgData name="Ananya Datta" userId="S::ananya.datta@fairfaxasia.com::88aad7c6-8fa0-4330-8bd1-863b171370f4" providerId="AD" clId="Web-{549856AE-00D3-B221-6A7C-22A3B73309DE}" dt="2025-02-25T05:22:09.671" v="545"/>
          <ac:spMkLst>
            <pc:docMk/>
            <pc:sldMk cId="558281240" sldId="313"/>
            <ac:spMk id="5" creationId="{AFF29AD4-BB7A-FB89-7276-12ECA4CCCE53}"/>
          </ac:spMkLst>
        </pc:spChg>
        <pc:spChg chg="add del mod">
          <ac:chgData name="Ananya Datta" userId="S::ananya.datta@fairfaxasia.com::88aad7c6-8fa0-4330-8bd1-863b171370f4" providerId="AD" clId="Web-{549856AE-00D3-B221-6A7C-22A3B73309DE}" dt="2025-02-25T05:22:00.421" v="544"/>
          <ac:spMkLst>
            <pc:docMk/>
            <pc:sldMk cId="558281240" sldId="313"/>
            <ac:spMk id="6" creationId="{0D2B385E-13CE-E5EF-1BEC-3B44A07CBDAE}"/>
          </ac:spMkLst>
        </pc:spChg>
        <pc:spChg chg="add mod">
          <ac:chgData name="Ananya Datta" userId="S::ananya.datta@fairfaxasia.com::88aad7c6-8fa0-4330-8bd1-863b171370f4" providerId="AD" clId="Web-{549856AE-00D3-B221-6A7C-22A3B73309DE}" dt="2025-02-25T05:23:16.408" v="553" actId="1076"/>
          <ac:spMkLst>
            <pc:docMk/>
            <pc:sldMk cId="558281240" sldId="313"/>
            <ac:spMk id="10" creationId="{23100B74-0A1A-2AFE-B830-9D737C4E7CEF}"/>
          </ac:spMkLst>
        </pc:spChg>
        <pc:graphicFrameChg chg="del">
          <ac:chgData name="Ananya Datta" userId="S::ananya.datta@fairfaxasia.com::88aad7c6-8fa0-4330-8bd1-863b171370f4" providerId="AD" clId="Web-{549856AE-00D3-B221-6A7C-22A3B73309DE}" dt="2025-02-25T05:21:16.279" v="542"/>
          <ac:graphicFrameMkLst>
            <pc:docMk/>
            <pc:sldMk cId="558281240" sldId="313"/>
            <ac:graphicFrameMk id="7" creationId="{75CBC584-0DF7-369A-1E66-DDC01BBDB692}"/>
          </ac:graphicFrameMkLst>
        </pc:graphicFrameChg>
        <pc:picChg chg="add mod ord">
          <ac:chgData name="Ananya Datta" userId="S::ananya.datta@fairfaxasia.com::88aad7c6-8fa0-4330-8bd1-863b171370f4" providerId="AD" clId="Web-{549856AE-00D3-B221-6A7C-22A3B73309DE}" dt="2025-02-25T05:23:22.643" v="554" actId="1076"/>
          <ac:picMkLst>
            <pc:docMk/>
            <pc:sldMk cId="558281240" sldId="313"/>
            <ac:picMk id="8" creationId="{E99DD119-7600-69A1-0CB5-B724FCEC67DD}"/>
          </ac:picMkLst>
        </pc:picChg>
      </pc:sldChg>
      <pc:sldChg chg="addSp delSp modSp ord">
        <pc:chgData name="Ananya Datta" userId="S::ananya.datta@fairfaxasia.com::88aad7c6-8fa0-4330-8bd1-863b171370f4" providerId="AD" clId="Web-{549856AE-00D3-B221-6A7C-22A3B73309DE}" dt="2025-02-25T05:20:38.152" v="537"/>
        <pc:sldMkLst>
          <pc:docMk/>
          <pc:sldMk cId="4178334263" sldId="315"/>
        </pc:sldMkLst>
        <pc:spChg chg="add del mod">
          <ac:chgData name="Ananya Datta" userId="S::ananya.datta@fairfaxasia.com::88aad7c6-8fa0-4330-8bd1-863b171370f4" providerId="AD" clId="Web-{549856AE-00D3-B221-6A7C-22A3B73309DE}" dt="2025-02-25T05:19:20.571" v="523"/>
          <ac:spMkLst>
            <pc:docMk/>
            <pc:sldMk cId="4178334263" sldId="315"/>
            <ac:spMk id="4" creationId="{EDBFC2AB-7B2A-ED63-6BC9-3F72C98568BB}"/>
          </ac:spMkLst>
        </pc:spChg>
        <pc:spChg chg="mod">
          <ac:chgData name="Ananya Datta" userId="S::ananya.datta@fairfaxasia.com::88aad7c6-8fa0-4330-8bd1-863b171370f4" providerId="AD" clId="Web-{549856AE-00D3-B221-6A7C-22A3B73309DE}" dt="2025-02-25T05:20:21.901" v="534" actId="1076"/>
          <ac:spMkLst>
            <pc:docMk/>
            <pc:sldMk cId="4178334263" sldId="315"/>
            <ac:spMk id="33" creationId="{5D8FACD9-4906-4691-55B9-710FC59D2130}"/>
          </ac:spMkLst>
        </pc:spChg>
        <pc:picChg chg="add del mod">
          <ac:chgData name="Ananya Datta" userId="S::ananya.datta@fairfaxasia.com::88aad7c6-8fa0-4330-8bd1-863b171370f4" providerId="AD" clId="Web-{549856AE-00D3-B221-6A7C-22A3B73309DE}" dt="2025-02-25T05:19:55.119" v="528"/>
          <ac:picMkLst>
            <pc:docMk/>
            <pc:sldMk cId="4178334263" sldId="315"/>
            <ac:picMk id="2" creationId="{642F77B1-5224-443E-8F88-7C7A35E840F5}"/>
          </ac:picMkLst>
        </pc:picChg>
        <pc:picChg chg="add mod">
          <ac:chgData name="Ananya Datta" userId="S::ananya.datta@fairfaxasia.com::88aad7c6-8fa0-4330-8bd1-863b171370f4" providerId="AD" clId="Web-{549856AE-00D3-B221-6A7C-22A3B73309DE}" dt="2025-02-25T05:20:13.838" v="533" actId="14100"/>
          <ac:picMkLst>
            <pc:docMk/>
            <pc:sldMk cId="4178334263" sldId="315"/>
            <ac:picMk id="5" creationId="{CE4BCDB2-CBAD-F9D9-383F-03E873381674}"/>
          </ac:picMkLst>
        </pc:picChg>
        <pc:picChg chg="del">
          <ac:chgData name="Ananya Datta" userId="S::ananya.datta@fairfaxasia.com::88aad7c6-8fa0-4330-8bd1-863b171370f4" providerId="AD" clId="Web-{549856AE-00D3-B221-6A7C-22A3B73309DE}" dt="2025-02-25T05:19:12.617" v="519"/>
          <ac:picMkLst>
            <pc:docMk/>
            <pc:sldMk cId="4178334263" sldId="315"/>
            <ac:picMk id="8" creationId="{A0F07786-AFE7-7435-7951-DD3C080C3A53}"/>
          </ac:picMkLst>
        </pc:picChg>
      </pc:sldChg>
      <pc:sldChg chg="modSp ord">
        <pc:chgData name="Ananya Datta" userId="S::ananya.datta@fairfaxasia.com::88aad7c6-8fa0-4330-8bd1-863b171370f4" providerId="AD" clId="Web-{549856AE-00D3-B221-6A7C-22A3B73309DE}" dt="2025-02-25T05:05:02.051" v="332"/>
        <pc:sldMkLst>
          <pc:docMk/>
          <pc:sldMk cId="1988437062" sldId="318"/>
        </pc:sldMkLst>
        <pc:spChg chg="mod">
          <ac:chgData name="Ananya Datta" userId="S::ananya.datta@fairfaxasia.com::88aad7c6-8fa0-4330-8bd1-863b171370f4" providerId="AD" clId="Web-{549856AE-00D3-B221-6A7C-22A3B73309DE}" dt="2025-02-25T04:52:31.833" v="139" actId="20577"/>
          <ac:spMkLst>
            <pc:docMk/>
            <pc:sldMk cId="1988437062" sldId="318"/>
            <ac:spMk id="15" creationId="{F4027D16-8477-9439-2912-A02011AD8AC6}"/>
          </ac:spMkLst>
        </pc:spChg>
      </pc:sldChg>
      <pc:sldChg chg="addSp delSp modSp add replId">
        <pc:chgData name="Ananya Datta" userId="S::ananya.datta@fairfaxasia.com::88aad7c6-8fa0-4330-8bd1-863b171370f4" providerId="AD" clId="Web-{549856AE-00D3-B221-6A7C-22A3B73309DE}" dt="2025-02-25T05:17:42.989" v="482" actId="1076"/>
        <pc:sldMkLst>
          <pc:docMk/>
          <pc:sldMk cId="3723249257" sldId="319"/>
        </pc:sldMkLst>
        <pc:spChg chg="mod">
          <ac:chgData name="Ananya Datta" userId="S::ananya.datta@fairfaxasia.com::88aad7c6-8fa0-4330-8bd1-863b171370f4" providerId="AD" clId="Web-{549856AE-00D3-B221-6A7C-22A3B73309DE}" dt="2025-02-25T05:08:22.106" v="341" actId="20577"/>
          <ac:spMkLst>
            <pc:docMk/>
            <pc:sldMk cId="3723249257" sldId="319"/>
            <ac:spMk id="5" creationId="{060B5954-4EF1-A0FB-F64D-9EC0FA0BB722}"/>
          </ac:spMkLst>
        </pc:spChg>
        <pc:spChg chg="add del mod">
          <ac:chgData name="Ananya Datta" userId="S::ananya.datta@fairfaxasia.com::88aad7c6-8fa0-4330-8bd1-863b171370f4" providerId="AD" clId="Web-{549856AE-00D3-B221-6A7C-22A3B73309DE}" dt="2025-02-25T05:08:47.654" v="344"/>
          <ac:spMkLst>
            <pc:docMk/>
            <pc:sldMk cId="3723249257" sldId="319"/>
            <ac:spMk id="22" creationId="{C54AD5F9-95CB-9DD6-6839-3D9DDF9CB431}"/>
          </ac:spMkLst>
        </pc:spChg>
        <pc:spChg chg="add mod">
          <ac:chgData name="Ananya Datta" userId="S::ananya.datta@fairfaxasia.com::88aad7c6-8fa0-4330-8bd1-863b171370f4" providerId="AD" clId="Web-{549856AE-00D3-B221-6A7C-22A3B73309DE}" dt="2025-02-25T05:10:42.518" v="362" actId="14100"/>
          <ac:spMkLst>
            <pc:docMk/>
            <pc:sldMk cId="3723249257" sldId="319"/>
            <ac:spMk id="23" creationId="{C8BB4087-C5DE-25CF-CC4F-F1B94050DC97}"/>
          </ac:spMkLst>
        </pc:spChg>
        <pc:spChg chg="add mod">
          <ac:chgData name="Ananya Datta" userId="S::ananya.datta@fairfaxasia.com::88aad7c6-8fa0-4330-8bd1-863b171370f4" providerId="AD" clId="Web-{549856AE-00D3-B221-6A7C-22A3B73309DE}" dt="2025-02-25T05:11:36.739" v="373" actId="1076"/>
          <ac:spMkLst>
            <pc:docMk/>
            <pc:sldMk cId="3723249257" sldId="319"/>
            <ac:spMk id="24" creationId="{CD227A7C-BF36-BA82-0D73-10FBC62B128B}"/>
          </ac:spMkLst>
        </pc:spChg>
        <pc:spChg chg="add mod">
          <ac:chgData name="Ananya Datta" userId="S::ananya.datta@fairfaxasia.com::88aad7c6-8fa0-4330-8bd1-863b171370f4" providerId="AD" clId="Web-{549856AE-00D3-B221-6A7C-22A3B73309DE}" dt="2025-02-25T05:12:16.600" v="378" actId="14100"/>
          <ac:spMkLst>
            <pc:docMk/>
            <pc:sldMk cId="3723249257" sldId="319"/>
            <ac:spMk id="25" creationId="{D8E487B7-5C53-1C38-3B5F-DC7F58BABDDF}"/>
          </ac:spMkLst>
        </pc:spChg>
        <pc:spChg chg="add mod">
          <ac:chgData name="Ananya Datta" userId="S::ananya.datta@fairfaxasia.com::88aad7c6-8fa0-4330-8bd1-863b171370f4" providerId="AD" clId="Web-{549856AE-00D3-B221-6A7C-22A3B73309DE}" dt="2025-02-25T05:12:43.523" v="397" actId="1076"/>
          <ac:spMkLst>
            <pc:docMk/>
            <pc:sldMk cId="3723249257" sldId="319"/>
            <ac:spMk id="26" creationId="{9612DC1F-E6ED-6F7D-975B-5132DFFFAFAE}"/>
          </ac:spMkLst>
        </pc:spChg>
        <pc:spChg chg="add mod">
          <ac:chgData name="Ananya Datta" userId="S::ananya.datta@fairfaxasia.com::88aad7c6-8fa0-4330-8bd1-863b171370f4" providerId="AD" clId="Web-{549856AE-00D3-B221-6A7C-22A3B73309DE}" dt="2025-02-25T05:12:57.696" v="399" actId="1076"/>
          <ac:spMkLst>
            <pc:docMk/>
            <pc:sldMk cId="3723249257" sldId="319"/>
            <ac:spMk id="27" creationId="{A0E27F57-2B22-307E-8C1D-2F265F8F1FD9}"/>
          </ac:spMkLst>
        </pc:spChg>
        <pc:spChg chg="add mod">
          <ac:chgData name="Ananya Datta" userId="S::ananya.datta@fairfaxasia.com::88aad7c6-8fa0-4330-8bd1-863b171370f4" providerId="AD" clId="Web-{549856AE-00D3-B221-6A7C-22A3B73309DE}" dt="2025-02-25T05:13:33.666" v="407"/>
          <ac:spMkLst>
            <pc:docMk/>
            <pc:sldMk cId="3723249257" sldId="319"/>
            <ac:spMk id="28" creationId="{1C7F67EF-61BF-BB47-9F6E-95C0B0C027EC}"/>
          </ac:spMkLst>
        </pc:spChg>
        <pc:spChg chg="add del">
          <ac:chgData name="Ananya Datta" userId="S::ananya.datta@fairfaxasia.com::88aad7c6-8fa0-4330-8bd1-863b171370f4" providerId="AD" clId="Web-{549856AE-00D3-B221-6A7C-22A3B73309DE}" dt="2025-02-25T05:13:41.244" v="409"/>
          <ac:spMkLst>
            <pc:docMk/>
            <pc:sldMk cId="3723249257" sldId="319"/>
            <ac:spMk id="29" creationId="{271A6437-CAFD-E329-6F94-F03390F67BF1}"/>
          </ac:spMkLst>
        </pc:spChg>
        <pc:spChg chg="add mod">
          <ac:chgData name="Ananya Datta" userId="S::ananya.datta@fairfaxasia.com::88aad7c6-8fa0-4330-8bd1-863b171370f4" providerId="AD" clId="Web-{549856AE-00D3-B221-6A7C-22A3B73309DE}" dt="2025-02-25T05:14:01.823" v="417" actId="1076"/>
          <ac:spMkLst>
            <pc:docMk/>
            <pc:sldMk cId="3723249257" sldId="319"/>
            <ac:spMk id="30" creationId="{DEFE6D06-990B-B9B1-38E0-C0A997F5551D}"/>
          </ac:spMkLst>
        </pc:spChg>
        <pc:spChg chg="add mod">
          <ac:chgData name="Ananya Datta" userId="S::ananya.datta@fairfaxasia.com::88aad7c6-8fa0-4330-8bd1-863b171370f4" providerId="AD" clId="Web-{549856AE-00D3-B221-6A7C-22A3B73309DE}" dt="2025-02-25T05:14:43.216" v="426" actId="1076"/>
          <ac:spMkLst>
            <pc:docMk/>
            <pc:sldMk cId="3723249257" sldId="319"/>
            <ac:spMk id="31" creationId="{505E3224-49C4-E9B2-6D5B-FDCC7E3744E3}"/>
          </ac:spMkLst>
        </pc:spChg>
        <pc:spChg chg="add mod">
          <ac:chgData name="Ananya Datta" userId="S::ananya.datta@fairfaxasia.com::88aad7c6-8fa0-4330-8bd1-863b171370f4" providerId="AD" clId="Web-{549856AE-00D3-B221-6A7C-22A3B73309DE}" dt="2025-02-25T05:17:42.973" v="481" actId="1076"/>
          <ac:spMkLst>
            <pc:docMk/>
            <pc:sldMk cId="3723249257" sldId="319"/>
            <ac:spMk id="32" creationId="{32431F26-6F71-B942-C7B8-EF1D16B5F3E8}"/>
          </ac:spMkLst>
        </pc:spChg>
        <pc:spChg chg="add mod">
          <ac:chgData name="Ananya Datta" userId="S::ananya.datta@fairfaxasia.com::88aad7c6-8fa0-4330-8bd1-863b171370f4" providerId="AD" clId="Web-{549856AE-00D3-B221-6A7C-22A3B73309DE}" dt="2025-02-25T05:17:42.989" v="482" actId="1076"/>
          <ac:spMkLst>
            <pc:docMk/>
            <pc:sldMk cId="3723249257" sldId="319"/>
            <ac:spMk id="33" creationId="{E8191040-73C8-9F4F-70D9-C4ABA9014E2F}"/>
          </ac:spMkLst>
        </pc:spChg>
        <pc:spChg chg="add mod">
          <ac:chgData name="Ananya Datta" userId="S::ananya.datta@fairfaxasia.com::88aad7c6-8fa0-4330-8bd1-863b171370f4" providerId="AD" clId="Web-{549856AE-00D3-B221-6A7C-22A3B73309DE}" dt="2025-02-25T05:16:53.424" v="464" actId="20577"/>
          <ac:spMkLst>
            <pc:docMk/>
            <pc:sldMk cId="3723249257" sldId="319"/>
            <ac:spMk id="34" creationId="{B65A3B30-5B3F-9070-70F1-123F521A30B8}"/>
          </ac:spMkLst>
        </pc:spChg>
        <pc:spChg chg="add del">
          <ac:chgData name="Ananya Datta" userId="S::ananya.datta@fairfaxasia.com::88aad7c6-8fa0-4330-8bd1-863b171370f4" providerId="AD" clId="Web-{549856AE-00D3-B221-6A7C-22A3B73309DE}" dt="2025-02-25T05:17:03.737" v="466"/>
          <ac:spMkLst>
            <pc:docMk/>
            <pc:sldMk cId="3723249257" sldId="319"/>
            <ac:spMk id="35" creationId="{7E7C249F-5301-ACFE-CFE2-8527A9107811}"/>
          </ac:spMkLst>
        </pc:spChg>
        <pc:spChg chg="add mod">
          <ac:chgData name="Ananya Datta" userId="S::ananya.datta@fairfaxasia.com::88aad7c6-8fa0-4330-8bd1-863b171370f4" providerId="AD" clId="Web-{549856AE-00D3-B221-6A7C-22A3B73309DE}" dt="2025-02-25T05:17:28.301" v="479" actId="1076"/>
          <ac:spMkLst>
            <pc:docMk/>
            <pc:sldMk cId="3723249257" sldId="319"/>
            <ac:spMk id="36" creationId="{69014CE7-1A4C-0D7C-FAB3-68D799560F5F}"/>
          </ac:spMkLst>
        </pc:spChg>
        <pc:spChg chg="mod">
          <ac:chgData name="Ananya Datta" userId="S::ananya.datta@fairfaxasia.com::88aad7c6-8fa0-4330-8bd1-863b171370f4" providerId="AD" clId="Web-{549856AE-00D3-B221-6A7C-22A3B73309DE}" dt="2025-02-25T05:11:05.894" v="371" actId="1076"/>
          <ac:spMkLst>
            <pc:docMk/>
            <pc:sldMk cId="3723249257" sldId="319"/>
            <ac:spMk id="60" creationId="{88A0CE74-0316-AA15-D3EB-8C35FE65E513}"/>
          </ac:spMkLst>
        </pc:spChg>
        <pc:spChg chg="mod">
          <ac:chgData name="Ananya Datta" userId="S::ananya.datta@fairfaxasia.com::88aad7c6-8fa0-4330-8bd1-863b171370f4" providerId="AD" clId="Web-{549856AE-00D3-B221-6A7C-22A3B73309DE}" dt="2025-02-25T05:14:56.904" v="433" actId="1076"/>
          <ac:spMkLst>
            <pc:docMk/>
            <pc:sldMk cId="3723249257" sldId="319"/>
            <ac:spMk id="160" creationId="{4686F6D2-1267-0F2B-8B52-ED2D58409B86}"/>
          </ac:spMkLst>
        </pc:spChg>
        <pc:graphicFrameChg chg="del">
          <ac:chgData name="Ananya Datta" userId="S::ananya.datta@fairfaxasia.com::88aad7c6-8fa0-4330-8bd1-863b171370f4" providerId="AD" clId="Web-{549856AE-00D3-B221-6A7C-22A3B73309DE}" dt="2025-02-25T05:08:02.465" v="335"/>
          <ac:graphicFrameMkLst>
            <pc:docMk/>
            <pc:sldMk cId="3723249257" sldId="319"/>
            <ac:graphicFrameMk id="11" creationId="{5C45A069-7168-FFB1-0202-17D81E8966AD}"/>
          </ac:graphicFrameMkLst>
        </pc:graphicFrameChg>
        <pc:graphicFrameChg chg="del">
          <ac:chgData name="Ananya Datta" userId="S::ananya.datta@fairfaxasia.com::88aad7c6-8fa0-4330-8bd1-863b171370f4" providerId="AD" clId="Web-{549856AE-00D3-B221-6A7C-22A3B73309DE}" dt="2025-02-25T05:08:10.325" v="336"/>
          <ac:graphicFrameMkLst>
            <pc:docMk/>
            <pc:sldMk cId="3723249257" sldId="319"/>
            <ac:graphicFrameMk id="64" creationId="{454A9E1D-1132-841C-6948-91F4B1780FA4}"/>
          </ac:graphicFrameMkLst>
        </pc:graphicFrameChg>
      </pc:sldChg>
      <pc:sldChg chg="new">
        <pc:chgData name="Ananya Datta" userId="S::ananya.datta@fairfaxasia.com::88aad7c6-8fa0-4330-8bd1-863b171370f4" providerId="AD" clId="Web-{549856AE-00D3-B221-6A7C-22A3B73309DE}" dt="2025-02-25T05:39:47.965" v="557"/>
        <pc:sldMkLst>
          <pc:docMk/>
          <pc:sldMk cId="146141912" sldId="320"/>
        </pc:sldMkLst>
      </pc:sldChg>
    </pc:docChg>
  </pc:docChgLst>
  <pc:docChgLst>
    <pc:chgData name="Nilakshi Gowardhan" userId="S::nilakshi.gowardhan@fairfaxasia.com::26b4446e-b2e8-4e31-8422-7edaa086689f" providerId="AD" clId="Web-{4F7212A2-56D1-1C4F-DE41-77CFF4A2A93F}"/>
    <pc:docChg chg="addSld delSld modSld">
      <pc:chgData name="Nilakshi Gowardhan" userId="S::nilakshi.gowardhan@fairfaxasia.com::26b4446e-b2e8-4e31-8422-7edaa086689f" providerId="AD" clId="Web-{4F7212A2-56D1-1C4F-DE41-77CFF4A2A93F}" dt="2025-02-25T12:50:15.880" v="3101"/>
      <pc:docMkLst>
        <pc:docMk/>
      </pc:docMkLst>
      <pc:sldChg chg="modSp">
        <pc:chgData name="Nilakshi Gowardhan" userId="S::nilakshi.gowardhan@fairfaxasia.com::26b4446e-b2e8-4e31-8422-7edaa086689f" providerId="AD" clId="Web-{4F7212A2-56D1-1C4F-DE41-77CFF4A2A93F}" dt="2025-02-25T09:02:33.602" v="1383" actId="14100"/>
        <pc:sldMkLst>
          <pc:docMk/>
          <pc:sldMk cId="4132634631" sldId="306"/>
        </pc:sldMkLst>
        <pc:spChg chg="mod">
          <ac:chgData name="Nilakshi Gowardhan" userId="S::nilakshi.gowardhan@fairfaxasia.com::26b4446e-b2e8-4e31-8422-7edaa086689f" providerId="AD" clId="Web-{4F7212A2-56D1-1C4F-DE41-77CFF4A2A93F}" dt="2025-02-25T09:02:33.602" v="1383" actId="14100"/>
          <ac:spMkLst>
            <pc:docMk/>
            <pc:sldMk cId="4132634631" sldId="306"/>
            <ac:spMk id="5" creationId="{DFFF7AA9-7C16-A939-67C8-DF700FEF7D83}"/>
          </ac:spMkLst>
        </pc:spChg>
      </pc:sldChg>
      <pc:sldChg chg="addSp delSp modSp new del mod modClrScheme chgLayout">
        <pc:chgData name="Nilakshi Gowardhan" userId="S::nilakshi.gowardhan@fairfaxasia.com::26b4446e-b2e8-4e31-8422-7edaa086689f" providerId="AD" clId="Web-{4F7212A2-56D1-1C4F-DE41-77CFF4A2A93F}" dt="2025-02-25T09:00:35.005" v="1373"/>
        <pc:sldMkLst>
          <pc:docMk/>
          <pc:sldMk cId="233740214" sldId="321"/>
        </pc:sldMkLst>
        <pc:spChg chg="del">
          <ac:chgData name="Nilakshi Gowardhan" userId="S::nilakshi.gowardhan@fairfaxasia.com::26b4446e-b2e8-4e31-8422-7edaa086689f" providerId="AD" clId="Web-{4F7212A2-56D1-1C4F-DE41-77CFF4A2A93F}" dt="2025-02-25T06:50:02.944" v="284"/>
          <ac:spMkLst>
            <pc:docMk/>
            <pc:sldMk cId="233740214" sldId="321"/>
            <ac:spMk id="2" creationId="{CC546494-E789-F612-3A15-0B653501C1E7}"/>
          </ac:spMkLst>
        </pc:spChg>
        <pc:spChg chg="del">
          <ac:chgData name="Nilakshi Gowardhan" userId="S::nilakshi.gowardhan@fairfaxasia.com::26b4446e-b2e8-4e31-8422-7edaa086689f" providerId="AD" clId="Web-{4F7212A2-56D1-1C4F-DE41-77CFF4A2A93F}" dt="2025-02-25T06:50:02.944" v="284"/>
          <ac:spMkLst>
            <pc:docMk/>
            <pc:sldMk cId="233740214" sldId="321"/>
            <ac:spMk id="3" creationId="{BFE85A64-8342-E3C9-355B-5714B008433B}"/>
          </ac:spMkLst>
        </pc:spChg>
        <pc:spChg chg="add del mod">
          <ac:chgData name="Nilakshi Gowardhan" userId="S::nilakshi.gowardhan@fairfaxasia.com::26b4446e-b2e8-4e31-8422-7edaa086689f" providerId="AD" clId="Web-{4F7212A2-56D1-1C4F-DE41-77CFF4A2A93F}" dt="2025-02-25T07:24:05.641" v="952"/>
          <ac:spMkLst>
            <pc:docMk/>
            <pc:sldMk cId="233740214" sldId="321"/>
            <ac:spMk id="4" creationId="{80E047F5-5124-E199-9437-7B6E5B10164A}"/>
          </ac:spMkLst>
        </pc:spChg>
        <pc:spChg chg="del">
          <ac:chgData name="Nilakshi Gowardhan" userId="S::nilakshi.gowardhan@fairfaxasia.com::26b4446e-b2e8-4e31-8422-7edaa086689f" providerId="AD" clId="Web-{4F7212A2-56D1-1C4F-DE41-77CFF4A2A93F}" dt="2025-02-25T06:50:02.944" v="284"/>
          <ac:spMkLst>
            <pc:docMk/>
            <pc:sldMk cId="233740214" sldId="321"/>
            <ac:spMk id="4" creationId="{F8228A6E-A624-B65E-5501-0061106F3A59}"/>
          </ac:spMkLst>
        </pc:spChg>
        <pc:spChg chg="mod ord">
          <ac:chgData name="Nilakshi Gowardhan" userId="S::nilakshi.gowardhan@fairfaxasia.com::26b4446e-b2e8-4e31-8422-7edaa086689f" providerId="AD" clId="Web-{4F7212A2-56D1-1C4F-DE41-77CFF4A2A93F}" dt="2025-02-25T07:24:05.641" v="952"/>
          <ac:spMkLst>
            <pc:docMk/>
            <pc:sldMk cId="233740214" sldId="321"/>
            <ac:spMk id="5" creationId="{FF22F3D3-E509-11B3-96E3-5F44C381966D}"/>
          </ac:spMkLst>
        </pc:spChg>
        <pc:spChg chg="add mod ord">
          <ac:chgData name="Nilakshi Gowardhan" userId="S::nilakshi.gowardhan@fairfaxasia.com::26b4446e-b2e8-4e31-8422-7edaa086689f" providerId="AD" clId="Web-{4F7212A2-56D1-1C4F-DE41-77CFF4A2A93F}" dt="2025-02-25T08:51:27.065" v="1269" actId="20577"/>
          <ac:spMkLst>
            <pc:docMk/>
            <pc:sldMk cId="233740214" sldId="321"/>
            <ac:spMk id="6" creationId="{76BEAFD1-DE8D-AA02-F6E8-0EF66C5341C1}"/>
          </ac:spMkLst>
        </pc:spChg>
        <pc:spChg chg="add del">
          <ac:chgData name="Nilakshi Gowardhan" userId="S::nilakshi.gowardhan@fairfaxasia.com::26b4446e-b2e8-4e31-8422-7edaa086689f" providerId="AD" clId="Web-{4F7212A2-56D1-1C4F-DE41-77CFF4A2A93F}" dt="2025-02-25T06:57:22.318" v="441"/>
          <ac:spMkLst>
            <pc:docMk/>
            <pc:sldMk cId="233740214" sldId="321"/>
            <ac:spMk id="12" creationId="{7EFBAE25-92EE-DD31-28F9-278CB36A9ACE}"/>
          </ac:spMkLst>
        </pc:spChg>
        <pc:spChg chg="add del">
          <ac:chgData name="Nilakshi Gowardhan" userId="S::nilakshi.gowardhan@fairfaxasia.com::26b4446e-b2e8-4e31-8422-7edaa086689f" providerId="AD" clId="Web-{4F7212A2-56D1-1C4F-DE41-77CFF4A2A93F}" dt="2025-02-25T06:57:22.318" v="441"/>
          <ac:spMkLst>
            <pc:docMk/>
            <pc:sldMk cId="233740214" sldId="321"/>
            <ac:spMk id="14" creationId="{7A66BA3F-C348-2607-7BF3-51FC08013C8F}"/>
          </ac:spMkLst>
        </pc:spChg>
        <pc:spChg chg="add del mod">
          <ac:chgData name="Nilakshi Gowardhan" userId="S::nilakshi.gowardhan@fairfaxasia.com::26b4446e-b2e8-4e31-8422-7edaa086689f" providerId="AD" clId="Web-{4F7212A2-56D1-1C4F-DE41-77CFF4A2A93F}" dt="2025-02-25T07:04:52.889" v="516"/>
          <ac:spMkLst>
            <pc:docMk/>
            <pc:sldMk cId="233740214" sldId="321"/>
            <ac:spMk id="19" creationId="{C8668A01-A114-2AC2-B0EA-03576AC15541}"/>
          </ac:spMkLst>
        </pc:spChg>
        <pc:spChg chg="add del mod">
          <ac:chgData name="Nilakshi Gowardhan" userId="S::nilakshi.gowardhan@fairfaxasia.com::26b4446e-b2e8-4e31-8422-7edaa086689f" providerId="AD" clId="Web-{4F7212A2-56D1-1C4F-DE41-77CFF4A2A93F}" dt="2025-02-25T07:04:52.889" v="516"/>
          <ac:spMkLst>
            <pc:docMk/>
            <pc:sldMk cId="233740214" sldId="321"/>
            <ac:spMk id="21" creationId="{150BC864-1D4B-5DB2-B348-F4942277F693}"/>
          </ac:spMkLst>
        </pc:spChg>
        <pc:spChg chg="add mod">
          <ac:chgData name="Nilakshi Gowardhan" userId="S::nilakshi.gowardhan@fairfaxasia.com::26b4446e-b2e8-4e31-8422-7edaa086689f" providerId="AD" clId="Web-{4F7212A2-56D1-1C4F-DE41-77CFF4A2A93F}" dt="2025-02-25T07:24:05.641" v="952"/>
          <ac:spMkLst>
            <pc:docMk/>
            <pc:sldMk cId="233740214" sldId="321"/>
            <ac:spMk id="23" creationId="{EAC9246B-6554-B6F8-DBFB-C89097AA3D8C}"/>
          </ac:spMkLst>
        </pc:spChg>
        <pc:spChg chg="add del">
          <ac:chgData name="Nilakshi Gowardhan" userId="S::nilakshi.gowardhan@fairfaxasia.com::26b4446e-b2e8-4e31-8422-7edaa086689f" providerId="AD" clId="Web-{4F7212A2-56D1-1C4F-DE41-77CFF4A2A93F}" dt="2025-02-25T07:24:05.641" v="952"/>
          <ac:spMkLst>
            <pc:docMk/>
            <pc:sldMk cId="233740214" sldId="321"/>
            <ac:spMk id="28" creationId="{E7F043FD-2128-6CD8-9354-D9892D1EA103}"/>
          </ac:spMkLst>
        </pc:spChg>
        <pc:spChg chg="add del">
          <ac:chgData name="Nilakshi Gowardhan" userId="S::nilakshi.gowardhan@fairfaxasia.com::26b4446e-b2e8-4e31-8422-7edaa086689f" providerId="AD" clId="Web-{4F7212A2-56D1-1C4F-DE41-77CFF4A2A93F}" dt="2025-02-25T07:07:44.016" v="517"/>
          <ac:spMkLst>
            <pc:docMk/>
            <pc:sldMk cId="233740214" sldId="321"/>
            <ac:spMk id="30" creationId="{3888E0A8-AF5E-4893-BAA2-CA4ED9CF080A}"/>
          </ac:spMkLst>
        </pc:spChg>
        <pc:spChg chg="add del">
          <ac:chgData name="Nilakshi Gowardhan" userId="S::nilakshi.gowardhan@fairfaxasia.com::26b4446e-b2e8-4e31-8422-7edaa086689f" providerId="AD" clId="Web-{4F7212A2-56D1-1C4F-DE41-77CFF4A2A93F}" dt="2025-02-25T07:24:05.594" v="951"/>
          <ac:spMkLst>
            <pc:docMk/>
            <pc:sldMk cId="233740214" sldId="321"/>
            <ac:spMk id="33" creationId="{20D78D13-D274-58D6-06F8-087ECED2AD11}"/>
          </ac:spMkLst>
        </pc:spChg>
        <pc:graphicFrameChg chg="add del mod ord modGraphic">
          <ac:chgData name="Nilakshi Gowardhan" userId="S::nilakshi.gowardhan@fairfaxasia.com::26b4446e-b2e8-4e31-8422-7edaa086689f" providerId="AD" clId="Web-{4F7212A2-56D1-1C4F-DE41-77CFF4A2A93F}" dt="2025-02-25T07:17:14.244" v="862"/>
          <ac:graphicFrameMkLst>
            <pc:docMk/>
            <pc:sldMk cId="233740214" sldId="321"/>
            <ac:graphicFrameMk id="2" creationId="{C2B8FFC5-EB1D-6867-1B4F-26D19BCC0B33}"/>
          </ac:graphicFrameMkLst>
        </pc:graphicFrameChg>
        <pc:graphicFrameChg chg="add del mod modGraphic">
          <ac:chgData name="Nilakshi Gowardhan" userId="S::nilakshi.gowardhan@fairfaxasia.com::26b4446e-b2e8-4e31-8422-7edaa086689f" providerId="AD" clId="Web-{4F7212A2-56D1-1C4F-DE41-77CFF4A2A93F}" dt="2025-02-25T07:22:04.686" v="922"/>
          <ac:graphicFrameMkLst>
            <pc:docMk/>
            <pc:sldMk cId="233740214" sldId="321"/>
            <ac:graphicFrameMk id="7" creationId="{A4FB5A7D-23D9-1D71-4356-2144B05DD9FD}"/>
          </ac:graphicFrameMkLst>
        </pc:graphicFrameChg>
        <pc:graphicFrameChg chg="add del mod modGraphic">
          <ac:chgData name="Nilakshi Gowardhan" userId="S::nilakshi.gowardhan@fairfaxasia.com::26b4446e-b2e8-4e31-8422-7edaa086689f" providerId="AD" clId="Web-{4F7212A2-56D1-1C4F-DE41-77CFF4A2A93F}" dt="2025-02-25T08:51:24.206" v="1268"/>
          <ac:graphicFrameMkLst>
            <pc:docMk/>
            <pc:sldMk cId="233740214" sldId="321"/>
            <ac:graphicFrameMk id="9" creationId="{7197A507-2FF0-98C2-B929-21299793FF21}"/>
          </ac:graphicFrameMkLst>
        </pc:graphicFrameChg>
      </pc:sldChg>
      <pc:sldChg chg="modSp new del">
        <pc:chgData name="Nilakshi Gowardhan" userId="S::nilakshi.gowardhan@fairfaxasia.com::26b4446e-b2e8-4e31-8422-7edaa086689f" providerId="AD" clId="Web-{4F7212A2-56D1-1C4F-DE41-77CFF4A2A93F}" dt="2025-02-25T06:27:19.070" v="3"/>
        <pc:sldMkLst>
          <pc:docMk/>
          <pc:sldMk cId="1128576864" sldId="321"/>
        </pc:sldMkLst>
        <pc:spChg chg="mod">
          <ac:chgData name="Nilakshi Gowardhan" userId="S::nilakshi.gowardhan@fairfaxasia.com::26b4446e-b2e8-4e31-8422-7edaa086689f" providerId="AD" clId="Web-{4F7212A2-56D1-1C4F-DE41-77CFF4A2A93F}" dt="2025-02-25T06:27:03.164" v="2" actId="20577"/>
          <ac:spMkLst>
            <pc:docMk/>
            <pc:sldMk cId="1128576864" sldId="321"/>
            <ac:spMk id="3" creationId="{A4E8A6BA-F298-2C20-C5F6-2AEBC71E0F2A}"/>
          </ac:spMkLst>
        </pc:spChg>
      </pc:sldChg>
      <pc:sldChg chg="addSp modSp new del">
        <pc:chgData name="Nilakshi Gowardhan" userId="S::nilakshi.gowardhan@fairfaxasia.com::26b4446e-b2e8-4e31-8422-7edaa086689f" providerId="AD" clId="Web-{4F7212A2-56D1-1C4F-DE41-77CFF4A2A93F}" dt="2025-02-25T06:53:05.997" v="416"/>
        <pc:sldMkLst>
          <pc:docMk/>
          <pc:sldMk cId="83173528" sldId="322"/>
        </pc:sldMkLst>
        <pc:spChg chg="mod">
          <ac:chgData name="Nilakshi Gowardhan" userId="S::nilakshi.gowardhan@fairfaxasia.com::26b4446e-b2e8-4e31-8422-7edaa086689f" providerId="AD" clId="Web-{4F7212A2-56D1-1C4F-DE41-77CFF4A2A93F}" dt="2025-02-25T06:28:03.525" v="7" actId="20577"/>
          <ac:spMkLst>
            <pc:docMk/>
            <pc:sldMk cId="83173528" sldId="322"/>
            <ac:spMk id="3" creationId="{2A2C149C-AF0A-88D7-8003-8B87E217433D}"/>
          </ac:spMkLst>
        </pc:spChg>
        <pc:graphicFrameChg chg="add mod modGraphic">
          <ac:chgData name="Nilakshi Gowardhan" userId="S::nilakshi.gowardhan@fairfaxasia.com::26b4446e-b2e8-4e31-8422-7edaa086689f" providerId="AD" clId="Web-{4F7212A2-56D1-1C4F-DE41-77CFF4A2A93F}" dt="2025-02-25T06:48:47.097" v="280"/>
          <ac:graphicFrameMkLst>
            <pc:docMk/>
            <pc:sldMk cId="83173528" sldId="322"/>
            <ac:graphicFrameMk id="4" creationId="{AA35FDD5-9BD8-3E73-729C-E9CC538BE410}"/>
          </ac:graphicFrameMkLst>
        </pc:graphicFrameChg>
      </pc:sldChg>
      <pc:sldChg chg="addSp delSp modSp new del">
        <pc:chgData name="Nilakshi Gowardhan" userId="S::nilakshi.gowardhan@fairfaxasia.com::26b4446e-b2e8-4e31-8422-7edaa086689f" providerId="AD" clId="Web-{4F7212A2-56D1-1C4F-DE41-77CFF4A2A93F}" dt="2025-02-25T09:05:15.264" v="1390"/>
        <pc:sldMkLst>
          <pc:docMk/>
          <pc:sldMk cId="2039209720" sldId="323"/>
        </pc:sldMkLst>
        <pc:spChg chg="del">
          <ac:chgData name="Nilakshi Gowardhan" userId="S::nilakshi.gowardhan@fairfaxasia.com::26b4446e-b2e8-4e31-8422-7edaa086689f" providerId="AD" clId="Web-{4F7212A2-56D1-1C4F-DE41-77CFF4A2A93F}" dt="2025-02-25T07:29:46.240" v="1045"/>
          <ac:spMkLst>
            <pc:docMk/>
            <pc:sldMk cId="2039209720" sldId="323"/>
            <ac:spMk id="3" creationId="{2DE3B694-83E6-FD57-2CD7-954CE01245BA}"/>
          </ac:spMkLst>
        </pc:spChg>
        <pc:spChg chg="add del">
          <ac:chgData name="Nilakshi Gowardhan" userId="S::nilakshi.gowardhan@fairfaxasia.com::26b4446e-b2e8-4e31-8422-7edaa086689f" providerId="AD" clId="Web-{4F7212A2-56D1-1C4F-DE41-77CFF4A2A93F}" dt="2025-02-25T07:29:17.927" v="1044"/>
          <ac:spMkLst>
            <pc:docMk/>
            <pc:sldMk cId="2039209720" sldId="323"/>
            <ac:spMk id="5" creationId="{A4F12AB9-7E7E-7800-EB4F-060D2CA4AF22}"/>
          </ac:spMkLst>
        </pc:spChg>
        <pc:spChg chg="add mod">
          <ac:chgData name="Nilakshi Gowardhan" userId="S::nilakshi.gowardhan@fairfaxasia.com::26b4446e-b2e8-4e31-8422-7edaa086689f" providerId="AD" clId="Web-{4F7212A2-56D1-1C4F-DE41-77CFF4A2A93F}" dt="2025-02-25T09:03:32.432" v="1385" actId="20577"/>
          <ac:spMkLst>
            <pc:docMk/>
            <pc:sldMk cId="2039209720" sldId="323"/>
            <ac:spMk id="7" creationId="{6DA8BB82-AF5C-0A24-EB17-8E06E749C175}"/>
          </ac:spMkLst>
        </pc:spChg>
        <pc:graphicFrameChg chg="add del mod">
          <ac:chgData name="Nilakshi Gowardhan" userId="S::nilakshi.gowardhan@fairfaxasia.com::26b4446e-b2e8-4e31-8422-7edaa086689f" providerId="AD" clId="Web-{4F7212A2-56D1-1C4F-DE41-77CFF4A2A93F}" dt="2025-02-25T09:03:42.605" v="1386"/>
          <ac:graphicFrameMkLst>
            <pc:docMk/>
            <pc:sldMk cId="2039209720" sldId="323"/>
            <ac:graphicFrameMk id="3" creationId="{0CE95138-00C2-C99D-25CB-4FF16F2050E0}"/>
          </ac:graphicFrameMkLst>
        </pc:graphicFrameChg>
        <pc:graphicFrameChg chg="add del mod ord modGraphic">
          <ac:chgData name="Nilakshi Gowardhan" userId="S::nilakshi.gowardhan@fairfaxasia.com::26b4446e-b2e8-4e31-8422-7edaa086689f" providerId="AD" clId="Web-{4F7212A2-56D1-1C4F-DE41-77CFF4A2A93F}" dt="2025-02-25T09:03:29.245" v="1384"/>
          <ac:graphicFrameMkLst>
            <pc:docMk/>
            <pc:sldMk cId="2039209720" sldId="323"/>
            <ac:graphicFrameMk id="6" creationId="{606EFB76-EE25-667F-E18E-03D617400D98}"/>
          </ac:graphicFrameMkLst>
        </pc:graphicFrameChg>
      </pc:sldChg>
      <pc:sldChg chg="addSp delSp modSp new del">
        <pc:chgData name="Nilakshi Gowardhan" userId="S::nilakshi.gowardhan@fairfaxasia.com::26b4446e-b2e8-4e31-8422-7edaa086689f" providerId="AD" clId="Web-{4F7212A2-56D1-1C4F-DE41-77CFF4A2A93F}" dt="2025-02-25T09:00:40.943" v="1374"/>
        <pc:sldMkLst>
          <pc:docMk/>
          <pc:sldMk cId="4056771270" sldId="324"/>
        </pc:sldMkLst>
        <pc:spChg chg="mod">
          <ac:chgData name="Nilakshi Gowardhan" userId="S::nilakshi.gowardhan@fairfaxasia.com::26b4446e-b2e8-4e31-8422-7edaa086689f" providerId="AD" clId="Web-{4F7212A2-56D1-1C4F-DE41-77CFF4A2A93F}" dt="2025-02-25T07:27:19.769" v="1035" actId="20577"/>
          <ac:spMkLst>
            <pc:docMk/>
            <pc:sldMk cId="4056771270" sldId="324"/>
            <ac:spMk id="3" creationId="{31A812E8-CE9E-C096-A1C5-E2A7692AE599}"/>
          </ac:spMkLst>
        </pc:spChg>
        <pc:graphicFrameChg chg="add mod modGraphic">
          <ac:chgData name="Nilakshi Gowardhan" userId="S::nilakshi.gowardhan@fairfaxasia.com::26b4446e-b2e8-4e31-8422-7edaa086689f" providerId="AD" clId="Web-{4F7212A2-56D1-1C4F-DE41-77CFF4A2A93F}" dt="2025-02-25T07:18:35.792" v="870" actId="1076"/>
          <ac:graphicFrameMkLst>
            <pc:docMk/>
            <pc:sldMk cId="4056771270" sldId="324"/>
            <ac:graphicFrameMk id="6" creationId="{F8987733-6F63-2B62-A0B8-1A34B0CA8533}"/>
          </ac:graphicFrameMkLst>
        </pc:graphicFrameChg>
        <pc:graphicFrameChg chg="add del mod modGraphic">
          <ac:chgData name="Nilakshi Gowardhan" userId="S::nilakshi.gowardhan@fairfaxasia.com::26b4446e-b2e8-4e31-8422-7edaa086689f" providerId="AD" clId="Web-{4F7212A2-56D1-1C4F-DE41-77CFF4A2A93F}" dt="2025-02-25T07:27:15.909" v="1034"/>
          <ac:graphicFrameMkLst>
            <pc:docMk/>
            <pc:sldMk cId="4056771270" sldId="324"/>
            <ac:graphicFrameMk id="7" creationId="{8D2C6670-7411-3D89-75FE-B39391D72970}"/>
          </ac:graphicFrameMkLst>
        </pc:graphicFrameChg>
        <pc:graphicFrameChg chg="add mod modGraphic">
          <ac:chgData name="Nilakshi Gowardhan" userId="S::nilakshi.gowardhan@fairfaxasia.com::26b4446e-b2e8-4e31-8422-7edaa086689f" providerId="AD" clId="Web-{4F7212A2-56D1-1C4F-DE41-77CFF4A2A93F}" dt="2025-02-25T07:28:04.801" v="1042" actId="1076"/>
          <ac:graphicFrameMkLst>
            <pc:docMk/>
            <pc:sldMk cId="4056771270" sldId="324"/>
            <ac:graphicFrameMk id="9" creationId="{689738F8-8907-072F-BEE3-F45491B7D36D}"/>
          </ac:graphicFrameMkLst>
        </pc:graphicFrameChg>
      </pc:sldChg>
      <pc:sldChg chg="addSp delSp modSp new del">
        <pc:chgData name="Nilakshi Gowardhan" userId="S::nilakshi.gowardhan@fairfaxasia.com::26b4446e-b2e8-4e31-8422-7edaa086689f" providerId="AD" clId="Web-{4F7212A2-56D1-1C4F-DE41-77CFF4A2A93F}" dt="2025-02-25T09:44:45.497" v="2178"/>
        <pc:sldMkLst>
          <pc:docMk/>
          <pc:sldMk cId="1523324675" sldId="325"/>
        </pc:sldMkLst>
        <pc:spChg chg="mod">
          <ac:chgData name="Nilakshi Gowardhan" userId="S::nilakshi.gowardhan@fairfaxasia.com::26b4446e-b2e8-4e31-8422-7edaa086689f" providerId="AD" clId="Web-{4F7212A2-56D1-1C4F-DE41-77CFF4A2A93F}" dt="2025-02-25T08:59:01.736" v="1341" actId="1076"/>
          <ac:spMkLst>
            <pc:docMk/>
            <pc:sldMk cId="1523324675" sldId="325"/>
            <ac:spMk id="2" creationId="{C074F5DE-0280-AF61-99E7-8AB72B8CBE70}"/>
          </ac:spMkLst>
        </pc:spChg>
        <pc:spChg chg="del">
          <ac:chgData name="Nilakshi Gowardhan" userId="S::nilakshi.gowardhan@fairfaxasia.com::26b4446e-b2e8-4e31-8422-7edaa086689f" providerId="AD" clId="Web-{4F7212A2-56D1-1C4F-DE41-77CFF4A2A93F}" dt="2025-02-25T08:52:22.614" v="1271"/>
          <ac:spMkLst>
            <pc:docMk/>
            <pc:sldMk cId="1523324675" sldId="325"/>
            <ac:spMk id="3" creationId="{9C81DB5F-6817-8059-ACCA-EC2A09B56F35}"/>
          </ac:spMkLst>
        </pc:spChg>
        <pc:spChg chg="add del mod">
          <ac:chgData name="Nilakshi Gowardhan" userId="S::nilakshi.gowardhan@fairfaxasia.com::26b4446e-b2e8-4e31-8422-7edaa086689f" providerId="AD" clId="Web-{4F7212A2-56D1-1C4F-DE41-77CFF4A2A93F}" dt="2025-02-25T08:53:21.975" v="1275"/>
          <ac:spMkLst>
            <pc:docMk/>
            <pc:sldMk cId="1523324675" sldId="325"/>
            <ac:spMk id="9" creationId="{FAC98A7C-4D11-7A69-3703-DC5A5666B815}"/>
          </ac:spMkLst>
        </pc:spChg>
        <pc:spChg chg="add mod">
          <ac:chgData name="Nilakshi Gowardhan" userId="S::nilakshi.gowardhan@fairfaxasia.com::26b4446e-b2e8-4e31-8422-7edaa086689f" providerId="AD" clId="Web-{4F7212A2-56D1-1C4F-DE41-77CFF4A2A93F}" dt="2025-02-25T09:00:20.411" v="1372" actId="20577"/>
          <ac:spMkLst>
            <pc:docMk/>
            <pc:sldMk cId="1523324675" sldId="325"/>
            <ac:spMk id="13" creationId="{5F5861FD-8CDB-560E-823D-8A46B8CDF2D1}"/>
          </ac:spMkLst>
        </pc:spChg>
        <pc:graphicFrameChg chg="add del mod ord modGraphic">
          <ac:chgData name="Nilakshi Gowardhan" userId="S::nilakshi.gowardhan@fairfaxasia.com::26b4446e-b2e8-4e31-8422-7edaa086689f" providerId="AD" clId="Web-{4F7212A2-56D1-1C4F-DE41-77CFF4A2A93F}" dt="2025-02-25T08:52:55.849" v="1274"/>
          <ac:graphicFrameMkLst>
            <pc:docMk/>
            <pc:sldMk cId="1523324675" sldId="325"/>
            <ac:graphicFrameMk id="5" creationId="{1948FE8A-8028-4ACF-28DE-2D20BDF74A65}"/>
          </ac:graphicFrameMkLst>
        </pc:graphicFrameChg>
        <pc:graphicFrameChg chg="add mod modGraphic">
          <ac:chgData name="Nilakshi Gowardhan" userId="S::nilakshi.gowardhan@fairfaxasia.com::26b4446e-b2e8-4e31-8422-7edaa086689f" providerId="AD" clId="Web-{4F7212A2-56D1-1C4F-DE41-77CFF4A2A93F}" dt="2025-02-25T08:58:55.455" v="1340" actId="1076"/>
          <ac:graphicFrameMkLst>
            <pc:docMk/>
            <pc:sldMk cId="1523324675" sldId="325"/>
            <ac:graphicFrameMk id="7" creationId="{A8233CA1-9FB0-FA93-E99E-FAD6712A0FD5}"/>
          </ac:graphicFrameMkLst>
        </pc:graphicFrameChg>
        <pc:graphicFrameChg chg="add mod ord modGraphic">
          <ac:chgData name="Nilakshi Gowardhan" userId="S::nilakshi.gowardhan@fairfaxasia.com::26b4446e-b2e8-4e31-8422-7edaa086689f" providerId="AD" clId="Web-{4F7212A2-56D1-1C4F-DE41-77CFF4A2A93F}" dt="2025-02-25T09:01:09.584" v="1381"/>
          <ac:graphicFrameMkLst>
            <pc:docMk/>
            <pc:sldMk cId="1523324675" sldId="325"/>
            <ac:graphicFrameMk id="10" creationId="{40599E55-029B-4C05-C7BE-C29BEED8CBE7}"/>
          </ac:graphicFrameMkLst>
        </pc:graphicFrameChg>
        <pc:graphicFrameChg chg="add mod modGraphic">
          <ac:chgData name="Nilakshi Gowardhan" userId="S::nilakshi.gowardhan@fairfaxasia.com::26b4446e-b2e8-4e31-8422-7edaa086689f" providerId="AD" clId="Web-{4F7212A2-56D1-1C4F-DE41-77CFF4A2A93F}" dt="2025-02-25T08:59:39.644" v="1346"/>
          <ac:graphicFrameMkLst>
            <pc:docMk/>
            <pc:sldMk cId="1523324675" sldId="325"/>
            <ac:graphicFrameMk id="12" creationId="{CC5F4E3C-FC52-A523-73B9-E8416FCB2053}"/>
          </ac:graphicFrameMkLst>
        </pc:graphicFrameChg>
      </pc:sldChg>
      <pc:sldChg chg="new del">
        <pc:chgData name="Nilakshi Gowardhan" userId="S::nilakshi.gowardhan@fairfaxasia.com::26b4446e-b2e8-4e31-8422-7edaa086689f" providerId="AD" clId="Web-{4F7212A2-56D1-1C4F-DE41-77CFF4A2A93F}" dt="2025-02-25T09:04:48.779" v="1389"/>
        <pc:sldMkLst>
          <pc:docMk/>
          <pc:sldMk cId="1489558189" sldId="326"/>
        </pc:sldMkLst>
      </pc:sldChg>
      <pc:sldChg chg="addSp delSp modSp new">
        <pc:chgData name="Nilakshi Gowardhan" userId="S::nilakshi.gowardhan@fairfaxasia.com::26b4446e-b2e8-4e31-8422-7edaa086689f" providerId="AD" clId="Web-{4F7212A2-56D1-1C4F-DE41-77CFF4A2A93F}" dt="2025-02-25T12:42:50.490" v="3001"/>
        <pc:sldMkLst>
          <pc:docMk/>
          <pc:sldMk cId="726336686" sldId="327"/>
        </pc:sldMkLst>
        <pc:spChg chg="mod">
          <ac:chgData name="Nilakshi Gowardhan" userId="S::nilakshi.gowardhan@fairfaxasia.com::26b4446e-b2e8-4e31-8422-7edaa086689f" providerId="AD" clId="Web-{4F7212A2-56D1-1C4F-DE41-77CFF4A2A93F}" dt="2025-02-25T09:11:47.870" v="1624" actId="20577"/>
          <ac:spMkLst>
            <pc:docMk/>
            <pc:sldMk cId="726336686" sldId="327"/>
            <ac:spMk id="2" creationId="{B581B764-9C92-F45B-6336-095C68651910}"/>
          </ac:spMkLst>
        </pc:spChg>
        <pc:spChg chg="del">
          <ac:chgData name="Nilakshi Gowardhan" userId="S::nilakshi.gowardhan@fairfaxasia.com::26b4446e-b2e8-4e31-8422-7edaa086689f" providerId="AD" clId="Web-{4F7212A2-56D1-1C4F-DE41-77CFF4A2A93F}" dt="2025-02-25T09:06:10.172" v="1391"/>
          <ac:spMkLst>
            <pc:docMk/>
            <pc:sldMk cId="726336686" sldId="327"/>
            <ac:spMk id="3" creationId="{462AF018-15E4-DE2C-9096-82DFCF8BAC60}"/>
          </ac:spMkLst>
        </pc:spChg>
        <pc:spChg chg="add del">
          <ac:chgData name="Nilakshi Gowardhan" userId="S::nilakshi.gowardhan@fairfaxasia.com::26b4446e-b2e8-4e31-8422-7edaa086689f" providerId="AD" clId="Web-{4F7212A2-56D1-1C4F-DE41-77CFF4A2A93F}" dt="2025-02-25T09:10:42.837" v="1602"/>
          <ac:spMkLst>
            <pc:docMk/>
            <pc:sldMk cId="726336686" sldId="327"/>
            <ac:spMk id="6" creationId="{5E7F9AD5-8F55-D920-83A2-AA0B74EFC86E}"/>
          </ac:spMkLst>
        </pc:spChg>
        <pc:spChg chg="add mod">
          <ac:chgData name="Nilakshi Gowardhan" userId="S::nilakshi.gowardhan@fairfaxasia.com::26b4446e-b2e8-4e31-8422-7edaa086689f" providerId="AD" clId="Web-{4F7212A2-56D1-1C4F-DE41-77CFF4A2A93F}" dt="2025-02-25T10:41:52.639" v="2558" actId="1076"/>
          <ac:spMkLst>
            <pc:docMk/>
            <pc:sldMk cId="726336686" sldId="327"/>
            <ac:spMk id="7" creationId="{338FD6A0-3E9A-87AB-A38A-DAFE263703BF}"/>
          </ac:spMkLst>
        </pc:spChg>
        <pc:spChg chg="add mod">
          <ac:chgData name="Nilakshi Gowardhan" userId="S::nilakshi.gowardhan@fairfaxasia.com::26b4446e-b2e8-4e31-8422-7edaa086689f" providerId="AD" clId="Web-{4F7212A2-56D1-1C4F-DE41-77CFF4A2A93F}" dt="2025-02-25T10:42:14.967" v="2560" actId="1076"/>
          <ac:spMkLst>
            <pc:docMk/>
            <pc:sldMk cId="726336686" sldId="327"/>
            <ac:spMk id="8" creationId="{EEA8FCB6-FF9D-D225-62D1-ECE0BF312B33}"/>
          </ac:spMkLst>
        </pc:spChg>
        <pc:spChg chg="add del">
          <ac:chgData name="Nilakshi Gowardhan" userId="S::nilakshi.gowardhan@fairfaxasia.com::26b4446e-b2e8-4e31-8422-7edaa086689f" providerId="AD" clId="Web-{4F7212A2-56D1-1C4F-DE41-77CFF4A2A93F}" dt="2025-02-25T09:20:22.371" v="1826"/>
          <ac:spMkLst>
            <pc:docMk/>
            <pc:sldMk cId="726336686" sldId="327"/>
            <ac:spMk id="10" creationId="{7F3629E3-F59F-FC2D-72F8-741708A87B1D}"/>
          </ac:spMkLst>
        </pc:spChg>
        <pc:spChg chg="add mod">
          <ac:chgData name="Nilakshi Gowardhan" userId="S::nilakshi.gowardhan@fairfaxasia.com::26b4446e-b2e8-4e31-8422-7edaa086689f" providerId="AD" clId="Web-{4F7212A2-56D1-1C4F-DE41-77CFF4A2A93F}" dt="2025-02-25T11:25:13.988" v="2681" actId="1076"/>
          <ac:spMkLst>
            <pc:docMk/>
            <pc:sldMk cId="726336686" sldId="327"/>
            <ac:spMk id="11" creationId="{D4351635-3131-0E75-5060-13FB4E5A9A97}"/>
          </ac:spMkLst>
        </pc:spChg>
        <pc:spChg chg="add mod">
          <ac:chgData name="Nilakshi Gowardhan" userId="S::nilakshi.gowardhan@fairfaxasia.com::26b4446e-b2e8-4e31-8422-7edaa086689f" providerId="AD" clId="Web-{4F7212A2-56D1-1C4F-DE41-77CFF4A2A93F}" dt="2025-02-25T12:41:36.300" v="2944" actId="1076"/>
          <ac:spMkLst>
            <pc:docMk/>
            <pc:sldMk cId="726336686" sldId="327"/>
            <ac:spMk id="15" creationId="{C8A73EE1-0327-8FFF-21D7-C85906CB0FD1}"/>
          </ac:spMkLst>
        </pc:spChg>
        <pc:graphicFrameChg chg="add mod ord modGraphic">
          <ac:chgData name="Nilakshi Gowardhan" userId="S::nilakshi.gowardhan@fairfaxasia.com::26b4446e-b2e8-4e31-8422-7edaa086689f" providerId="AD" clId="Web-{4F7212A2-56D1-1C4F-DE41-77CFF4A2A93F}" dt="2025-02-25T12:02:46.550" v="2912"/>
          <ac:graphicFrameMkLst>
            <pc:docMk/>
            <pc:sldMk cId="726336686" sldId="327"/>
            <ac:graphicFrameMk id="5" creationId="{94448E29-47D6-DE27-F36A-6018652CAB41}"/>
          </ac:graphicFrameMkLst>
        </pc:graphicFrameChg>
        <pc:graphicFrameChg chg="add mod modGraphic">
          <ac:chgData name="Nilakshi Gowardhan" userId="S::nilakshi.gowardhan@fairfaxasia.com::26b4446e-b2e8-4e31-8422-7edaa086689f" providerId="AD" clId="Web-{4F7212A2-56D1-1C4F-DE41-77CFF4A2A93F}" dt="2025-02-25T12:24:47.329" v="2941"/>
          <ac:graphicFrameMkLst>
            <pc:docMk/>
            <pc:sldMk cId="726336686" sldId="327"/>
            <ac:graphicFrameMk id="9" creationId="{5DEFC649-F048-A39B-9FB4-92589E24875B}"/>
          </ac:graphicFrameMkLst>
        </pc:graphicFrameChg>
        <pc:graphicFrameChg chg="add mod modGraphic">
          <ac:chgData name="Nilakshi Gowardhan" userId="S::nilakshi.gowardhan@fairfaxasia.com::26b4446e-b2e8-4e31-8422-7edaa086689f" providerId="AD" clId="Web-{4F7212A2-56D1-1C4F-DE41-77CFF4A2A93F}" dt="2025-02-25T12:16:56.156" v="2940"/>
          <ac:graphicFrameMkLst>
            <pc:docMk/>
            <pc:sldMk cId="726336686" sldId="327"/>
            <ac:graphicFrameMk id="12" creationId="{19C9EFEF-AC4F-7BBE-3060-42FAF20A3E72}"/>
          </ac:graphicFrameMkLst>
        </pc:graphicFrameChg>
        <pc:graphicFrameChg chg="add mod modGraphic">
          <ac:chgData name="Nilakshi Gowardhan" userId="S::nilakshi.gowardhan@fairfaxasia.com::26b4446e-b2e8-4e31-8422-7edaa086689f" providerId="AD" clId="Web-{4F7212A2-56D1-1C4F-DE41-77CFF4A2A93F}" dt="2025-02-25T12:42:50.490" v="3001"/>
          <ac:graphicFrameMkLst>
            <pc:docMk/>
            <pc:sldMk cId="726336686" sldId="327"/>
            <ac:graphicFrameMk id="14" creationId="{2FD2F810-8134-E4F6-C18A-7031501D0145}"/>
          </ac:graphicFrameMkLst>
        </pc:graphicFrameChg>
      </pc:sldChg>
      <pc:sldChg chg="addSp delSp modSp new">
        <pc:chgData name="Nilakshi Gowardhan" userId="S::nilakshi.gowardhan@fairfaxasia.com::26b4446e-b2e8-4e31-8422-7edaa086689f" providerId="AD" clId="Web-{4F7212A2-56D1-1C4F-DE41-77CFF4A2A93F}" dt="2025-02-25T12:50:15.880" v="3101"/>
        <pc:sldMkLst>
          <pc:docMk/>
          <pc:sldMk cId="40785444" sldId="328"/>
        </pc:sldMkLst>
        <pc:spChg chg="mod">
          <ac:chgData name="Nilakshi Gowardhan" userId="S::nilakshi.gowardhan@fairfaxasia.com::26b4446e-b2e8-4e31-8422-7edaa086689f" providerId="AD" clId="Web-{4F7212A2-56D1-1C4F-DE41-77CFF4A2A93F}" dt="2025-02-25T09:41:53.632" v="2154" actId="1076"/>
          <ac:spMkLst>
            <pc:docMk/>
            <pc:sldMk cId="40785444" sldId="328"/>
            <ac:spMk id="2" creationId="{A9ABA885-7B1E-848E-012E-8AFBD700D192}"/>
          </ac:spMkLst>
        </pc:spChg>
        <pc:spChg chg="del">
          <ac:chgData name="Nilakshi Gowardhan" userId="S::nilakshi.gowardhan@fairfaxasia.com::26b4446e-b2e8-4e31-8422-7edaa086689f" providerId="AD" clId="Web-{4F7212A2-56D1-1C4F-DE41-77CFF4A2A93F}" dt="2025-02-25T09:40:19.207" v="2133"/>
          <ac:spMkLst>
            <pc:docMk/>
            <pc:sldMk cId="40785444" sldId="328"/>
            <ac:spMk id="3" creationId="{527F24B1-F717-AED4-8B98-98437F80B413}"/>
          </ac:spMkLst>
        </pc:spChg>
        <pc:spChg chg="add mod">
          <ac:chgData name="Nilakshi Gowardhan" userId="S::nilakshi.gowardhan@fairfaxasia.com::26b4446e-b2e8-4e31-8422-7edaa086689f" providerId="AD" clId="Web-{4F7212A2-56D1-1C4F-DE41-77CFF4A2A93F}" dt="2025-02-25T09:51:59.229" v="2248" actId="20577"/>
          <ac:spMkLst>
            <pc:docMk/>
            <pc:sldMk cId="40785444" sldId="328"/>
            <ac:spMk id="8" creationId="{0D976CE3-F4E8-46F0-4F15-665320C0AC1A}"/>
          </ac:spMkLst>
        </pc:spChg>
        <pc:spChg chg="add mod">
          <ac:chgData name="Nilakshi Gowardhan" userId="S::nilakshi.gowardhan@fairfaxasia.com::26b4446e-b2e8-4e31-8422-7edaa086689f" providerId="AD" clId="Web-{4F7212A2-56D1-1C4F-DE41-77CFF4A2A93F}" dt="2025-02-25T09:52:03.886" v="2249" actId="20577"/>
          <ac:spMkLst>
            <pc:docMk/>
            <pc:sldMk cId="40785444" sldId="328"/>
            <ac:spMk id="13" creationId="{60176B6D-F6E7-6E8F-A69D-DBA784094D64}"/>
          </ac:spMkLst>
        </pc:spChg>
        <pc:graphicFrameChg chg="add del mod">
          <ac:chgData name="Nilakshi Gowardhan" userId="S::nilakshi.gowardhan@fairfaxasia.com::26b4446e-b2e8-4e31-8422-7edaa086689f" providerId="AD" clId="Web-{4F7212A2-56D1-1C4F-DE41-77CFF4A2A93F}" dt="2025-02-25T09:40:12.754" v="2132"/>
          <ac:graphicFrameMkLst>
            <pc:docMk/>
            <pc:sldMk cId="40785444" sldId="328"/>
            <ac:graphicFrameMk id="6" creationId="{E00E75EF-3317-3E78-E692-259411B0FA15}"/>
          </ac:graphicFrameMkLst>
        </pc:graphicFrameChg>
        <pc:graphicFrameChg chg="add mod ord modGraphic">
          <ac:chgData name="Nilakshi Gowardhan" userId="S::nilakshi.gowardhan@fairfaxasia.com::26b4446e-b2e8-4e31-8422-7edaa086689f" providerId="AD" clId="Web-{4F7212A2-56D1-1C4F-DE41-77CFF4A2A93F}" dt="2025-02-25T09:43:16.119" v="2164" actId="1076"/>
          <ac:graphicFrameMkLst>
            <pc:docMk/>
            <pc:sldMk cId="40785444" sldId="328"/>
            <ac:graphicFrameMk id="7" creationId="{1F05E632-83B6-C126-7CBD-76D92E68DEC1}"/>
          </ac:graphicFrameMkLst>
        </pc:graphicFrameChg>
        <pc:graphicFrameChg chg="add mod modGraphic">
          <ac:chgData name="Nilakshi Gowardhan" userId="S::nilakshi.gowardhan@fairfaxasia.com::26b4446e-b2e8-4e31-8422-7edaa086689f" providerId="AD" clId="Web-{4F7212A2-56D1-1C4F-DE41-77CFF4A2A93F}" dt="2025-02-25T11:52:20.279" v="2793"/>
          <ac:graphicFrameMkLst>
            <pc:docMk/>
            <pc:sldMk cId="40785444" sldId="328"/>
            <ac:graphicFrameMk id="10" creationId="{91B6BA8E-B6AE-E68A-971B-186666CB1E29}"/>
          </ac:graphicFrameMkLst>
        </pc:graphicFrameChg>
        <pc:graphicFrameChg chg="add mod modGraphic">
          <ac:chgData name="Nilakshi Gowardhan" userId="S::nilakshi.gowardhan@fairfaxasia.com::26b4446e-b2e8-4e31-8422-7edaa086689f" providerId="AD" clId="Web-{4F7212A2-56D1-1C4F-DE41-77CFF4A2A93F}" dt="2025-02-25T12:50:15.880" v="3101"/>
          <ac:graphicFrameMkLst>
            <pc:docMk/>
            <pc:sldMk cId="40785444" sldId="328"/>
            <ac:graphicFrameMk id="12" creationId="{79D3B61B-2C42-734B-2BBF-5350872E2C40}"/>
          </ac:graphicFrameMkLst>
        </pc:graphicFrameChg>
      </pc:sldChg>
      <pc:sldChg chg="addSp delSp modSp new">
        <pc:chgData name="Nilakshi Gowardhan" userId="S::nilakshi.gowardhan@fairfaxasia.com::26b4446e-b2e8-4e31-8422-7edaa086689f" providerId="AD" clId="Web-{4F7212A2-56D1-1C4F-DE41-77CFF4A2A93F}" dt="2025-02-25T11:22:55.265" v="2675"/>
        <pc:sldMkLst>
          <pc:docMk/>
          <pc:sldMk cId="2555386796" sldId="329"/>
        </pc:sldMkLst>
        <pc:spChg chg="mod">
          <ac:chgData name="Nilakshi Gowardhan" userId="S::nilakshi.gowardhan@fairfaxasia.com::26b4446e-b2e8-4e31-8422-7edaa086689f" providerId="AD" clId="Web-{4F7212A2-56D1-1C4F-DE41-77CFF4A2A93F}" dt="2025-02-25T09:53:07.794" v="2269" actId="1076"/>
          <ac:spMkLst>
            <pc:docMk/>
            <pc:sldMk cId="2555386796" sldId="329"/>
            <ac:spMk id="2" creationId="{2F1FAD26-1F55-7086-B8A0-53614AE6CB48}"/>
          </ac:spMkLst>
        </pc:spChg>
        <pc:spChg chg="del">
          <ac:chgData name="Nilakshi Gowardhan" userId="S::nilakshi.gowardhan@fairfaxasia.com::26b4446e-b2e8-4e31-8422-7edaa086689f" providerId="AD" clId="Web-{4F7212A2-56D1-1C4F-DE41-77CFF4A2A93F}" dt="2025-02-25T09:53:50.467" v="2270"/>
          <ac:spMkLst>
            <pc:docMk/>
            <pc:sldMk cId="2555386796" sldId="329"/>
            <ac:spMk id="3" creationId="{89E5E38B-5DE0-717B-5231-A8F5E1BFE078}"/>
          </ac:spMkLst>
        </pc:spChg>
        <pc:graphicFrameChg chg="add mod ord modGraphic">
          <ac:chgData name="Nilakshi Gowardhan" userId="S::nilakshi.gowardhan@fairfaxasia.com::26b4446e-b2e8-4e31-8422-7edaa086689f" providerId="AD" clId="Web-{4F7212A2-56D1-1C4F-DE41-77CFF4A2A93F}" dt="2025-02-25T11:22:55.265" v="2675"/>
          <ac:graphicFrameMkLst>
            <pc:docMk/>
            <pc:sldMk cId="2555386796" sldId="329"/>
            <ac:graphicFrameMk id="5" creationId="{8599F836-6FAE-D50B-9EE0-0470F748FE52}"/>
          </ac:graphicFrameMkLst>
        </pc:graphicFrameChg>
      </pc:sldChg>
    </pc:docChg>
  </pc:docChgLst>
  <pc:docChgLst>
    <pc:chgData name="Nilakshi Gowardhan" userId="S::nilakshi.gowardhan@fairfaxasia.com::26b4446e-b2e8-4e31-8422-7edaa086689f" providerId="AD" clId="Web-{095A0371-CD71-1B4B-03D1-ADA8BD2F1256}"/>
    <pc:docChg chg="addSld delSld modSld">
      <pc:chgData name="Nilakshi Gowardhan" userId="S::nilakshi.gowardhan@fairfaxasia.com::26b4446e-b2e8-4e31-8422-7edaa086689f" providerId="AD" clId="Web-{095A0371-CD71-1B4B-03D1-ADA8BD2F1256}" dt="2025-02-26T06:08:39.252" v="1524"/>
      <pc:docMkLst>
        <pc:docMk/>
      </pc:docMkLst>
      <pc:sldChg chg="delSp modSp">
        <pc:chgData name="Nilakshi Gowardhan" userId="S::nilakshi.gowardhan@fairfaxasia.com::26b4446e-b2e8-4e31-8422-7edaa086689f" providerId="AD" clId="Web-{095A0371-CD71-1B4B-03D1-ADA8BD2F1256}" dt="2025-02-26T05:38:09.189" v="1229"/>
        <pc:sldMkLst>
          <pc:docMk/>
          <pc:sldMk cId="726336686" sldId="327"/>
        </pc:sldMkLst>
        <pc:spChg chg="mod">
          <ac:chgData name="Nilakshi Gowardhan" userId="S::nilakshi.gowardhan@fairfaxasia.com::26b4446e-b2e8-4e31-8422-7edaa086689f" providerId="AD" clId="Web-{095A0371-CD71-1B4B-03D1-ADA8BD2F1256}" dt="2025-02-26T05:23:16.892" v="1031" actId="1076"/>
          <ac:spMkLst>
            <pc:docMk/>
            <pc:sldMk cId="726336686" sldId="327"/>
            <ac:spMk id="4" creationId="{6CD48044-17FF-C5EA-D751-D9D04290E7F1}"/>
          </ac:spMkLst>
        </pc:spChg>
        <pc:spChg chg="mod">
          <ac:chgData name="Nilakshi Gowardhan" userId="S::nilakshi.gowardhan@fairfaxasia.com::26b4446e-b2e8-4e31-8422-7edaa086689f" providerId="AD" clId="Web-{095A0371-CD71-1B4B-03D1-ADA8BD2F1256}" dt="2025-02-26T05:27:31.292" v="1175" actId="20577"/>
          <ac:spMkLst>
            <pc:docMk/>
            <pc:sldMk cId="726336686" sldId="327"/>
            <ac:spMk id="8" creationId="{EEA8FCB6-FF9D-D225-62D1-ECE0BF312B33}"/>
          </ac:spMkLst>
        </pc:spChg>
        <pc:spChg chg="del mod">
          <ac:chgData name="Nilakshi Gowardhan" userId="S::nilakshi.gowardhan@fairfaxasia.com::26b4446e-b2e8-4e31-8422-7edaa086689f" providerId="AD" clId="Web-{095A0371-CD71-1B4B-03D1-ADA8BD2F1256}" dt="2025-02-26T05:26:22.492" v="1132"/>
          <ac:spMkLst>
            <pc:docMk/>
            <pc:sldMk cId="726336686" sldId="327"/>
            <ac:spMk id="11" creationId="{D4351635-3131-0E75-5060-13FB4E5A9A97}"/>
          </ac:spMkLst>
        </pc:spChg>
        <pc:graphicFrameChg chg="mod modGraphic">
          <ac:chgData name="Nilakshi Gowardhan" userId="S::nilakshi.gowardhan@fairfaxasia.com::26b4446e-b2e8-4e31-8422-7edaa086689f" providerId="AD" clId="Web-{095A0371-CD71-1B4B-03D1-ADA8BD2F1256}" dt="2025-02-26T05:27:03.478" v="1169"/>
          <ac:graphicFrameMkLst>
            <pc:docMk/>
            <pc:sldMk cId="726336686" sldId="327"/>
            <ac:graphicFrameMk id="5" creationId="{94448E29-47D6-DE27-F36A-6018652CAB41}"/>
          </ac:graphicFrameMkLst>
        </pc:graphicFrameChg>
        <pc:graphicFrameChg chg="mod modGraphic">
          <ac:chgData name="Nilakshi Gowardhan" userId="S::nilakshi.gowardhan@fairfaxasia.com::26b4446e-b2e8-4e31-8422-7edaa086689f" providerId="AD" clId="Web-{095A0371-CD71-1B4B-03D1-ADA8BD2F1256}" dt="2025-02-26T05:38:09.189" v="1229"/>
          <ac:graphicFrameMkLst>
            <pc:docMk/>
            <pc:sldMk cId="726336686" sldId="327"/>
            <ac:graphicFrameMk id="9" creationId="{5DEFC649-F048-A39B-9FB4-92589E24875B}"/>
          </ac:graphicFrameMkLst>
        </pc:graphicFrameChg>
        <pc:graphicFrameChg chg="del mod modGraphic">
          <ac:chgData name="Nilakshi Gowardhan" userId="S::nilakshi.gowardhan@fairfaxasia.com::26b4446e-b2e8-4e31-8422-7edaa086689f" providerId="AD" clId="Web-{095A0371-CD71-1B4B-03D1-ADA8BD2F1256}" dt="2025-02-26T05:24:22.816" v="1041"/>
          <ac:graphicFrameMkLst>
            <pc:docMk/>
            <pc:sldMk cId="726336686" sldId="327"/>
            <ac:graphicFrameMk id="12" creationId="{19C9EFEF-AC4F-7BBE-3060-42FAF20A3E72}"/>
          </ac:graphicFrameMkLst>
        </pc:graphicFrameChg>
        <pc:graphicFrameChg chg="del modGraphic">
          <ac:chgData name="Nilakshi Gowardhan" userId="S::nilakshi.gowardhan@fairfaxasia.com::26b4446e-b2e8-4e31-8422-7edaa086689f" providerId="AD" clId="Web-{095A0371-CD71-1B4B-03D1-ADA8BD2F1256}" dt="2025-02-26T05:21:04.653" v="984"/>
          <ac:graphicFrameMkLst>
            <pc:docMk/>
            <pc:sldMk cId="726336686" sldId="327"/>
            <ac:graphicFrameMk id="14" creationId="{2FD2F810-8134-E4F6-C18A-7031501D0145}"/>
          </ac:graphicFrameMkLst>
        </pc:graphicFrameChg>
      </pc:sldChg>
      <pc:sldChg chg="addSp delSp modSp">
        <pc:chgData name="Nilakshi Gowardhan" userId="S::nilakshi.gowardhan@fairfaxasia.com::26b4446e-b2e8-4e31-8422-7edaa086689f" providerId="AD" clId="Web-{095A0371-CD71-1B4B-03D1-ADA8BD2F1256}" dt="2025-02-26T05:11:12.820" v="781"/>
        <pc:sldMkLst>
          <pc:docMk/>
          <pc:sldMk cId="40785444" sldId="328"/>
        </pc:sldMkLst>
        <pc:spChg chg="add del mod">
          <ac:chgData name="Nilakshi Gowardhan" userId="S::nilakshi.gowardhan@fairfaxasia.com::26b4446e-b2e8-4e31-8422-7edaa086689f" providerId="AD" clId="Web-{095A0371-CD71-1B4B-03D1-ADA8BD2F1256}" dt="2025-02-26T05:08:32.206" v="639"/>
          <ac:spMkLst>
            <pc:docMk/>
            <pc:sldMk cId="40785444" sldId="328"/>
            <ac:spMk id="5" creationId="{04BB9CE6-1FD1-A05D-DECA-1A3F62FE8437}"/>
          </ac:spMkLst>
        </pc:spChg>
        <pc:spChg chg="mod">
          <ac:chgData name="Nilakshi Gowardhan" userId="S::nilakshi.gowardhan@fairfaxasia.com::26b4446e-b2e8-4e31-8422-7edaa086689f" providerId="AD" clId="Web-{095A0371-CD71-1B4B-03D1-ADA8BD2F1256}" dt="2025-02-26T05:06:27.170" v="631" actId="1076"/>
          <ac:spMkLst>
            <pc:docMk/>
            <pc:sldMk cId="40785444" sldId="328"/>
            <ac:spMk id="13" creationId="{60176B6D-F6E7-6E8F-A69D-DBA784094D64}"/>
          </ac:spMkLst>
        </pc:spChg>
        <pc:graphicFrameChg chg="add del mod ord modGraphic">
          <ac:chgData name="Nilakshi Gowardhan" userId="S::nilakshi.gowardhan@fairfaxasia.com::26b4446e-b2e8-4e31-8422-7edaa086689f" providerId="AD" clId="Web-{095A0371-CD71-1B4B-03D1-ADA8BD2F1256}" dt="2025-02-26T05:08:15.346" v="637"/>
          <ac:graphicFrameMkLst>
            <pc:docMk/>
            <pc:sldMk cId="40785444" sldId="328"/>
            <ac:graphicFrameMk id="6" creationId="{39A91461-477C-C211-7B6F-AE661B4A1623}"/>
          </ac:graphicFrameMkLst>
        </pc:graphicFrameChg>
        <pc:graphicFrameChg chg="del mod modGraphic">
          <ac:chgData name="Nilakshi Gowardhan" userId="S::nilakshi.gowardhan@fairfaxasia.com::26b4446e-b2e8-4e31-8422-7edaa086689f" providerId="AD" clId="Web-{095A0371-CD71-1B4B-03D1-ADA8BD2F1256}" dt="2025-02-26T05:07:25.938" v="634"/>
          <ac:graphicFrameMkLst>
            <pc:docMk/>
            <pc:sldMk cId="40785444" sldId="328"/>
            <ac:graphicFrameMk id="7" creationId="{1F05E632-83B6-C126-7CBD-76D92E68DEC1}"/>
          </ac:graphicFrameMkLst>
        </pc:graphicFrameChg>
        <pc:graphicFrameChg chg="mod modGraphic">
          <ac:chgData name="Nilakshi Gowardhan" userId="S::nilakshi.gowardhan@fairfaxasia.com::26b4446e-b2e8-4e31-8422-7edaa086689f" providerId="AD" clId="Web-{095A0371-CD71-1B4B-03D1-ADA8BD2F1256}" dt="2025-02-26T05:11:12.820" v="781"/>
          <ac:graphicFrameMkLst>
            <pc:docMk/>
            <pc:sldMk cId="40785444" sldId="328"/>
            <ac:graphicFrameMk id="10" creationId="{91B6BA8E-B6AE-E68A-971B-186666CB1E29}"/>
          </ac:graphicFrameMkLst>
        </pc:graphicFrameChg>
        <pc:graphicFrameChg chg="mod modGraphic">
          <ac:chgData name="Nilakshi Gowardhan" userId="S::nilakshi.gowardhan@fairfaxasia.com::26b4446e-b2e8-4e31-8422-7edaa086689f" providerId="AD" clId="Web-{095A0371-CD71-1B4B-03D1-ADA8BD2F1256}" dt="2025-02-26T05:10:37.663" v="765"/>
          <ac:graphicFrameMkLst>
            <pc:docMk/>
            <pc:sldMk cId="40785444" sldId="328"/>
            <ac:graphicFrameMk id="12" creationId="{79D3B61B-2C42-734B-2BBF-5350872E2C40}"/>
          </ac:graphicFrameMkLst>
        </pc:graphicFrameChg>
        <pc:graphicFrameChg chg="add mod ord modGraphic">
          <ac:chgData name="Nilakshi Gowardhan" userId="S::nilakshi.gowardhan@fairfaxasia.com::26b4446e-b2e8-4e31-8422-7edaa086689f" providerId="AD" clId="Web-{095A0371-CD71-1B4B-03D1-ADA8BD2F1256}" dt="2025-02-26T05:08:50.331" v="641" actId="1076"/>
          <ac:graphicFrameMkLst>
            <pc:docMk/>
            <pc:sldMk cId="40785444" sldId="328"/>
            <ac:graphicFrameMk id="24" creationId="{5F90DBF7-BE22-5648-E4DE-E6B35BE8DF1F}"/>
          </ac:graphicFrameMkLst>
        </pc:graphicFrameChg>
      </pc:sldChg>
      <pc:sldChg chg="addSp delSp modSp new">
        <pc:chgData name="Nilakshi Gowardhan" userId="S::nilakshi.gowardhan@fairfaxasia.com::26b4446e-b2e8-4e31-8422-7edaa086689f" providerId="AD" clId="Web-{095A0371-CD71-1B4B-03D1-ADA8BD2F1256}" dt="2025-02-26T06:08:39.252" v="1524"/>
        <pc:sldMkLst>
          <pc:docMk/>
          <pc:sldMk cId="272846578" sldId="329"/>
        </pc:sldMkLst>
        <pc:spChg chg="mod">
          <ac:chgData name="Nilakshi Gowardhan" userId="S::nilakshi.gowardhan@fairfaxasia.com::26b4446e-b2e8-4e31-8422-7edaa086689f" providerId="AD" clId="Web-{095A0371-CD71-1B4B-03D1-ADA8BD2F1256}" dt="2025-02-26T05:20:31.824" v="979" actId="1076"/>
          <ac:spMkLst>
            <pc:docMk/>
            <pc:sldMk cId="272846578" sldId="329"/>
            <ac:spMk id="2" creationId="{66499130-7034-6700-9D39-40D56565DFAF}"/>
          </ac:spMkLst>
        </pc:spChg>
        <pc:spChg chg="del">
          <ac:chgData name="Nilakshi Gowardhan" userId="S::nilakshi.gowardhan@fairfaxasia.com::26b4446e-b2e8-4e31-8422-7edaa086689f" providerId="AD" clId="Web-{095A0371-CD71-1B4B-03D1-ADA8BD2F1256}" dt="2025-02-26T05:19:57.354" v="974"/>
          <ac:spMkLst>
            <pc:docMk/>
            <pc:sldMk cId="272846578" sldId="329"/>
            <ac:spMk id="3" creationId="{2A9D2553-BB07-2627-5FDE-93FFC28F5E78}"/>
          </ac:spMkLst>
        </pc:spChg>
        <pc:spChg chg="add">
          <ac:chgData name="Nilakshi Gowardhan" userId="S::nilakshi.gowardhan@fairfaxasia.com::26b4446e-b2e8-4e31-8422-7edaa086689f" providerId="AD" clId="Web-{095A0371-CD71-1B4B-03D1-ADA8BD2F1256}" dt="2025-02-26T05:23:25.658" v="1032"/>
          <ac:spMkLst>
            <pc:docMk/>
            <pc:sldMk cId="272846578" sldId="329"/>
            <ac:spMk id="11" creationId="{9E684581-3F1F-4F33-197B-2CE3CA6E7639}"/>
          </ac:spMkLst>
        </pc:spChg>
        <pc:spChg chg="add mod">
          <ac:chgData name="Nilakshi Gowardhan" userId="S::nilakshi.gowardhan@fairfaxasia.com::26b4446e-b2e8-4e31-8422-7edaa086689f" providerId="AD" clId="Web-{095A0371-CD71-1B4B-03D1-ADA8BD2F1256}" dt="2025-02-26T05:49:05.649" v="1395" actId="1076"/>
          <ac:spMkLst>
            <pc:docMk/>
            <pc:sldMk cId="272846578" sldId="329"/>
            <ac:spMk id="14" creationId="{8CAA0398-8360-245E-1B6A-FFE0825216D4}"/>
          </ac:spMkLst>
        </pc:spChg>
        <pc:graphicFrameChg chg="add mod ord modGraphic">
          <ac:chgData name="Nilakshi Gowardhan" userId="S::nilakshi.gowardhan@fairfaxasia.com::26b4446e-b2e8-4e31-8422-7edaa086689f" providerId="AD" clId="Web-{095A0371-CD71-1B4B-03D1-ADA8BD2F1256}" dt="2025-02-26T05:22:01.343" v="1015"/>
          <ac:graphicFrameMkLst>
            <pc:docMk/>
            <pc:sldMk cId="272846578" sldId="329"/>
            <ac:graphicFrameMk id="5" creationId="{036D5BBB-5A82-1929-008D-A1C3A3733A24}"/>
          </ac:graphicFrameMkLst>
        </pc:graphicFrameChg>
        <pc:graphicFrameChg chg="add mod modGraphic">
          <ac:chgData name="Nilakshi Gowardhan" userId="S::nilakshi.gowardhan@fairfaxasia.com::26b4446e-b2e8-4e31-8422-7edaa086689f" providerId="AD" clId="Web-{095A0371-CD71-1B4B-03D1-ADA8BD2F1256}" dt="2025-02-26T06:08:39.252" v="1524"/>
          <ac:graphicFrameMkLst>
            <pc:docMk/>
            <pc:sldMk cId="272846578" sldId="329"/>
            <ac:graphicFrameMk id="7" creationId="{16D84118-EDF2-2B29-E26F-38FEB84718AD}"/>
          </ac:graphicFrameMkLst>
        </pc:graphicFrameChg>
        <pc:graphicFrameChg chg="add del mod modGraphic">
          <ac:chgData name="Nilakshi Gowardhan" userId="S::nilakshi.gowardhan@fairfaxasia.com::26b4446e-b2e8-4e31-8422-7edaa086689f" providerId="AD" clId="Web-{095A0371-CD71-1B4B-03D1-ADA8BD2F1256}" dt="2025-02-26T05:23:06.486" v="1030"/>
          <ac:graphicFrameMkLst>
            <pc:docMk/>
            <pc:sldMk cId="272846578" sldId="329"/>
            <ac:graphicFrameMk id="9" creationId="{43890818-6DF7-7E82-7F6F-41DAD9D7C6C0}"/>
          </ac:graphicFrameMkLst>
        </pc:graphicFrameChg>
        <pc:graphicFrameChg chg="add mod modGraphic">
          <ac:chgData name="Nilakshi Gowardhan" userId="S::nilakshi.gowardhan@fairfaxasia.com::26b4446e-b2e8-4e31-8422-7edaa086689f" providerId="AD" clId="Web-{095A0371-CD71-1B4B-03D1-ADA8BD2F1256}" dt="2025-02-26T05:48:59.648" v="1394" actId="1076"/>
          <ac:graphicFrameMkLst>
            <pc:docMk/>
            <pc:sldMk cId="272846578" sldId="329"/>
            <ac:graphicFrameMk id="13" creationId="{DBF3A83E-C281-5E77-CBA9-564D81AFDAF2}"/>
          </ac:graphicFrameMkLst>
        </pc:graphicFrameChg>
      </pc:sldChg>
      <pc:sldChg chg="del">
        <pc:chgData name="Nilakshi Gowardhan" userId="S::nilakshi.gowardhan@fairfaxasia.com::26b4446e-b2e8-4e31-8422-7edaa086689f" providerId="AD" clId="Web-{095A0371-CD71-1B4B-03D1-ADA8BD2F1256}" dt="2025-02-26T05:19:10.665" v="966"/>
        <pc:sldMkLst>
          <pc:docMk/>
          <pc:sldMk cId="2555386796" sldId="329"/>
        </pc:sldMkLst>
      </pc:sldChg>
    </pc:docChg>
  </pc:docChgLst>
  <pc:docChgLst>
    <pc:chgData name="Ananya Datta" userId="S::ananya.datta@fairfaxasia.com::88aad7c6-8fa0-4330-8bd1-863b171370f4" providerId="AD" clId="Web-{97A98717-C39C-1085-61B5-64E9DA70ECE0}"/>
    <pc:docChg chg="delSld modSld">
      <pc:chgData name="Ananya Datta" userId="S::ananya.datta@fairfaxasia.com::88aad7c6-8fa0-4330-8bd1-863b171370f4" providerId="AD" clId="Web-{97A98717-C39C-1085-61B5-64E9DA70ECE0}" dt="2025-02-26T10:35:20.861" v="16" actId="20577"/>
      <pc:docMkLst>
        <pc:docMk/>
      </pc:docMkLst>
      <pc:sldChg chg="modSp">
        <pc:chgData name="Ananya Datta" userId="S::ananya.datta@fairfaxasia.com::88aad7c6-8fa0-4330-8bd1-863b171370f4" providerId="AD" clId="Web-{97A98717-C39C-1085-61B5-64E9DA70ECE0}" dt="2025-02-26T10:35:20.861" v="16" actId="20577"/>
        <pc:sldMkLst>
          <pc:docMk/>
          <pc:sldMk cId="1516999600" sldId="305"/>
        </pc:sldMkLst>
        <pc:spChg chg="mod">
          <ac:chgData name="Ananya Datta" userId="S::ananya.datta@fairfaxasia.com::88aad7c6-8fa0-4330-8bd1-863b171370f4" providerId="AD" clId="Web-{97A98717-C39C-1085-61B5-64E9DA70ECE0}" dt="2025-02-26T10:35:20.861" v="16" actId="20577"/>
          <ac:spMkLst>
            <pc:docMk/>
            <pc:sldMk cId="1516999600" sldId="305"/>
            <ac:spMk id="5" creationId="{9B1689BF-8735-6548-28CD-FC132A255B29}"/>
          </ac:spMkLst>
        </pc:spChg>
      </pc:sldChg>
      <pc:sldChg chg="del">
        <pc:chgData name="Ananya Datta" userId="S::ananya.datta@fairfaxasia.com::88aad7c6-8fa0-4330-8bd1-863b171370f4" providerId="AD" clId="Web-{97A98717-C39C-1085-61B5-64E9DA70ECE0}" dt="2025-02-26T10:33:06.871" v="4"/>
        <pc:sldMkLst>
          <pc:docMk/>
          <pc:sldMk cId="1709180446" sldId="309"/>
        </pc:sldMkLst>
      </pc:sldChg>
      <pc:sldChg chg="del">
        <pc:chgData name="Ananya Datta" userId="S::ananya.datta@fairfaxasia.com::88aad7c6-8fa0-4330-8bd1-863b171370f4" providerId="AD" clId="Web-{97A98717-C39C-1085-61B5-64E9DA70ECE0}" dt="2025-02-26T10:33:07.840" v="5"/>
        <pc:sldMkLst>
          <pc:docMk/>
          <pc:sldMk cId="3986998208" sldId="311"/>
        </pc:sldMkLst>
      </pc:sldChg>
      <pc:sldChg chg="del">
        <pc:chgData name="Ananya Datta" userId="S::ananya.datta@fairfaxasia.com::88aad7c6-8fa0-4330-8bd1-863b171370f4" providerId="AD" clId="Web-{97A98717-C39C-1085-61B5-64E9DA70ECE0}" dt="2025-02-26T10:33:08.152" v="6"/>
        <pc:sldMkLst>
          <pc:docMk/>
          <pc:sldMk cId="4050281887" sldId="312"/>
        </pc:sldMkLst>
      </pc:sldChg>
      <pc:sldChg chg="del">
        <pc:chgData name="Ananya Datta" userId="S::ananya.datta@fairfaxasia.com::88aad7c6-8fa0-4330-8bd1-863b171370f4" providerId="AD" clId="Web-{97A98717-C39C-1085-61B5-64E9DA70ECE0}" dt="2025-02-26T10:33:08.590" v="7"/>
        <pc:sldMkLst>
          <pc:docMk/>
          <pc:sldMk cId="947225569" sldId="314"/>
        </pc:sldMkLst>
      </pc:sldChg>
      <pc:sldChg chg="del">
        <pc:chgData name="Ananya Datta" userId="S::ananya.datta@fairfaxasia.com::88aad7c6-8fa0-4330-8bd1-863b171370f4" providerId="AD" clId="Web-{97A98717-C39C-1085-61B5-64E9DA70ECE0}" dt="2025-02-26T10:33:10.402" v="9"/>
        <pc:sldMkLst>
          <pc:docMk/>
          <pc:sldMk cId="1550294218" sldId="316"/>
        </pc:sldMkLst>
      </pc:sldChg>
      <pc:sldChg chg="del">
        <pc:chgData name="Ananya Datta" userId="S::ananya.datta@fairfaxasia.com::88aad7c6-8fa0-4330-8bd1-863b171370f4" providerId="AD" clId="Web-{97A98717-C39C-1085-61B5-64E9DA70ECE0}" dt="2025-02-26T10:33:09.027" v="8"/>
        <pc:sldMkLst>
          <pc:docMk/>
          <pc:sldMk cId="146141912" sldId="320"/>
        </pc:sldMkLst>
      </pc:sldChg>
      <pc:sldChg chg="modSp">
        <pc:chgData name="Ananya Datta" userId="S::ananya.datta@fairfaxasia.com::88aad7c6-8fa0-4330-8bd1-863b171370f4" providerId="AD" clId="Web-{97A98717-C39C-1085-61B5-64E9DA70ECE0}" dt="2025-02-26T10:32:39.651" v="3" actId="1076"/>
        <pc:sldMkLst>
          <pc:docMk/>
          <pc:sldMk cId="272846578" sldId="329"/>
        </pc:sldMkLst>
        <pc:graphicFrameChg chg="mod">
          <ac:chgData name="Ananya Datta" userId="S::ananya.datta@fairfaxasia.com::88aad7c6-8fa0-4330-8bd1-863b171370f4" providerId="AD" clId="Web-{97A98717-C39C-1085-61B5-64E9DA70ECE0}" dt="2025-02-26T10:32:39.651" v="3" actId="1076"/>
          <ac:graphicFrameMkLst>
            <pc:docMk/>
            <pc:sldMk cId="272846578" sldId="329"/>
            <ac:graphicFrameMk id="7" creationId="{16D84118-EDF2-2B29-E26F-38FEB84718AD}"/>
          </ac:graphicFrameMkLst>
        </pc:graphicFrameChg>
        <pc:graphicFrameChg chg="mod">
          <ac:chgData name="Ananya Datta" userId="S::ananya.datta@fairfaxasia.com::88aad7c6-8fa0-4330-8bd1-863b171370f4" providerId="AD" clId="Web-{97A98717-C39C-1085-61B5-64E9DA70ECE0}" dt="2025-02-26T10:32:08.712" v="0" actId="1076"/>
          <ac:graphicFrameMkLst>
            <pc:docMk/>
            <pc:sldMk cId="272846578" sldId="329"/>
            <ac:graphicFrameMk id="9" creationId="{E476A7DF-72A6-98B0-B50F-840100A3B4FA}"/>
          </ac:graphicFrameMkLst>
        </pc:graphicFrameChg>
        <pc:graphicFrameChg chg="mod">
          <ac:chgData name="Ananya Datta" userId="S::ananya.datta@fairfaxasia.com::88aad7c6-8fa0-4330-8bd1-863b171370f4" providerId="AD" clId="Web-{97A98717-C39C-1085-61B5-64E9DA70ECE0}" dt="2025-02-26T10:32:29.354" v="2" actId="1076"/>
          <ac:graphicFrameMkLst>
            <pc:docMk/>
            <pc:sldMk cId="272846578" sldId="329"/>
            <ac:graphicFrameMk id="13" creationId="{DBF3A83E-C281-5E77-CBA9-564D81AFDAF2}"/>
          </ac:graphicFrameMkLst>
        </pc:graphicFrameChg>
      </pc:sldChg>
    </pc:docChg>
  </pc:docChgLst>
  <pc:docChgLst>
    <pc:chgData name="Ananya Datta" userId="S::ananya.datta@fairfaxasia.com::88aad7c6-8fa0-4330-8bd1-863b171370f4" providerId="AD" clId="Web-{59A23F68-42ED-1A50-692E-8E98271848C5}"/>
    <pc:docChg chg="modSld">
      <pc:chgData name="Ananya Datta" userId="S::ananya.datta@fairfaxasia.com::88aad7c6-8fa0-4330-8bd1-863b171370f4" providerId="AD" clId="Web-{59A23F68-42ED-1A50-692E-8E98271848C5}" dt="2025-02-26T06:31:02.592" v="256" actId="1076"/>
      <pc:docMkLst>
        <pc:docMk/>
      </pc:docMkLst>
      <pc:sldChg chg="addSp delSp modSp">
        <pc:chgData name="Ananya Datta" userId="S::ananya.datta@fairfaxasia.com::88aad7c6-8fa0-4330-8bd1-863b171370f4" providerId="AD" clId="Web-{59A23F68-42ED-1A50-692E-8E98271848C5}" dt="2025-02-26T06:26:23.803" v="253" actId="20577"/>
        <pc:sldMkLst>
          <pc:docMk/>
          <pc:sldMk cId="89773165" sldId="310"/>
        </pc:sldMkLst>
        <pc:spChg chg="mod">
          <ac:chgData name="Ananya Datta" userId="S::ananya.datta@fairfaxasia.com::88aad7c6-8fa0-4330-8bd1-863b171370f4" providerId="AD" clId="Web-{59A23F68-42ED-1A50-692E-8E98271848C5}" dt="2025-02-26T06:09:08.151" v="36" actId="1076"/>
          <ac:spMkLst>
            <pc:docMk/>
            <pc:sldMk cId="89773165" sldId="310"/>
            <ac:spMk id="5" creationId="{CCAD0987-D595-9D33-A24C-ED016A62A8BD}"/>
          </ac:spMkLst>
        </pc:spChg>
        <pc:spChg chg="del mod">
          <ac:chgData name="Ananya Datta" userId="S::ananya.datta@fairfaxasia.com::88aad7c6-8fa0-4330-8bd1-863b171370f4" providerId="AD" clId="Web-{59A23F68-42ED-1A50-692E-8E98271848C5}" dt="2025-02-26T06:10:13.872" v="43"/>
          <ac:spMkLst>
            <pc:docMk/>
            <pc:sldMk cId="89773165" sldId="310"/>
            <ac:spMk id="13" creationId="{630775B9-3753-DF33-4334-9918E70D89CA}"/>
          </ac:spMkLst>
        </pc:spChg>
        <pc:spChg chg="add mod">
          <ac:chgData name="Ananya Datta" userId="S::ananya.datta@fairfaxasia.com::88aad7c6-8fa0-4330-8bd1-863b171370f4" providerId="AD" clId="Web-{59A23F68-42ED-1A50-692E-8E98271848C5}" dt="2025-02-26T06:10:13.872" v="43"/>
          <ac:spMkLst>
            <pc:docMk/>
            <pc:sldMk cId="89773165" sldId="310"/>
            <ac:spMk id="1100" creationId="{38EB96DD-95E3-68B1-F4BF-099D303D90B3}"/>
          </ac:spMkLst>
        </pc:spChg>
        <pc:graphicFrameChg chg="mod modGraphic">
          <ac:chgData name="Ananya Datta" userId="S::ananya.datta@fairfaxasia.com::88aad7c6-8fa0-4330-8bd1-863b171370f4" providerId="AD" clId="Web-{59A23F68-42ED-1A50-692E-8E98271848C5}" dt="2025-02-26T06:26:23.803" v="253" actId="20577"/>
          <ac:graphicFrameMkLst>
            <pc:docMk/>
            <pc:sldMk cId="89773165" sldId="310"/>
            <ac:graphicFrameMk id="7" creationId="{7C6232C6-2D10-0E10-D9E1-9A3759D68BAF}"/>
          </ac:graphicFrameMkLst>
        </pc:graphicFrameChg>
      </pc:sldChg>
      <pc:sldChg chg="modSp">
        <pc:chgData name="Ananya Datta" userId="S::ananya.datta@fairfaxasia.com::88aad7c6-8fa0-4330-8bd1-863b171370f4" providerId="AD" clId="Web-{59A23F68-42ED-1A50-692E-8E98271848C5}" dt="2025-02-26T06:31:02.592" v="256" actId="1076"/>
        <pc:sldMkLst>
          <pc:docMk/>
          <pc:sldMk cId="558281240" sldId="313"/>
        </pc:sldMkLst>
        <pc:picChg chg="mod">
          <ac:chgData name="Ananya Datta" userId="S::ananya.datta@fairfaxasia.com::88aad7c6-8fa0-4330-8bd1-863b171370f4" providerId="AD" clId="Web-{59A23F68-42ED-1A50-692E-8E98271848C5}" dt="2025-02-26T06:31:02.592" v="256" actId="1076"/>
          <ac:picMkLst>
            <pc:docMk/>
            <pc:sldMk cId="558281240" sldId="313"/>
            <ac:picMk id="15" creationId="{D671AB75-6BEB-5492-678C-A7D9FE07D704}"/>
          </ac:picMkLst>
        </pc:picChg>
      </pc:sldChg>
      <pc:sldChg chg="addSp delSp modSp">
        <pc:chgData name="Ananya Datta" userId="S::ananya.datta@fairfaxasia.com::88aad7c6-8fa0-4330-8bd1-863b171370f4" providerId="AD" clId="Web-{59A23F68-42ED-1A50-692E-8E98271848C5}" dt="2025-02-26T06:21:07.561" v="100"/>
        <pc:sldMkLst>
          <pc:docMk/>
          <pc:sldMk cId="726336686" sldId="327"/>
        </pc:sldMkLst>
        <pc:spChg chg="mod">
          <ac:chgData name="Ananya Datta" userId="S::ananya.datta@fairfaxasia.com::88aad7c6-8fa0-4330-8bd1-863b171370f4" providerId="AD" clId="Web-{59A23F68-42ED-1A50-692E-8E98271848C5}" dt="2025-02-26T06:14:29.675" v="44" actId="1076"/>
          <ac:spMkLst>
            <pc:docMk/>
            <pc:sldMk cId="726336686" sldId="327"/>
            <ac:spMk id="4" creationId="{6CD48044-17FF-C5EA-D751-D9D04290E7F1}"/>
          </ac:spMkLst>
        </pc:spChg>
        <pc:spChg chg="mod">
          <ac:chgData name="Ananya Datta" userId="S::ananya.datta@fairfaxasia.com::88aad7c6-8fa0-4330-8bd1-863b171370f4" providerId="AD" clId="Web-{59A23F68-42ED-1A50-692E-8E98271848C5}" dt="2025-02-26T06:17:46.743" v="75" actId="1076"/>
          <ac:spMkLst>
            <pc:docMk/>
            <pc:sldMk cId="726336686" sldId="327"/>
            <ac:spMk id="7" creationId="{338FD6A0-3E9A-87AB-A38A-DAFE263703BF}"/>
          </ac:spMkLst>
        </pc:spChg>
        <pc:spChg chg="mod">
          <ac:chgData name="Ananya Datta" userId="S::ananya.datta@fairfaxasia.com::88aad7c6-8fa0-4330-8bd1-863b171370f4" providerId="AD" clId="Web-{59A23F68-42ED-1A50-692E-8E98271848C5}" dt="2025-02-26T06:18:18.697" v="80" actId="1076"/>
          <ac:spMkLst>
            <pc:docMk/>
            <pc:sldMk cId="726336686" sldId="327"/>
            <ac:spMk id="8" creationId="{EEA8FCB6-FF9D-D225-62D1-ECE0BF312B33}"/>
          </ac:spMkLst>
        </pc:spChg>
        <pc:spChg chg="del">
          <ac:chgData name="Ananya Datta" userId="S::ananya.datta@fairfaxasia.com::88aad7c6-8fa0-4330-8bd1-863b171370f4" providerId="AD" clId="Web-{59A23F68-42ED-1A50-692E-8E98271848C5}" dt="2025-02-26T06:21:07.561" v="100"/>
          <ac:spMkLst>
            <pc:docMk/>
            <pc:sldMk cId="726336686" sldId="327"/>
            <ac:spMk id="15" creationId="{C8A73EE1-0327-8FFF-21D7-C85906CB0FD1}"/>
          </ac:spMkLst>
        </pc:spChg>
        <pc:graphicFrameChg chg="add mod modGraphic">
          <ac:chgData name="Ananya Datta" userId="S::ananya.datta@fairfaxasia.com::88aad7c6-8fa0-4330-8bd1-863b171370f4" providerId="AD" clId="Web-{59A23F68-42ED-1A50-692E-8E98271848C5}" dt="2025-02-26T06:18:34.135" v="82" actId="1076"/>
          <ac:graphicFrameMkLst>
            <pc:docMk/>
            <pc:sldMk cId="726336686" sldId="327"/>
            <ac:graphicFrameMk id="6" creationId="{DA2877AF-BF18-9E72-0A1F-CD838057E69B}"/>
          </ac:graphicFrameMkLst>
        </pc:graphicFrameChg>
        <pc:graphicFrameChg chg="add mod modGraphic">
          <ac:chgData name="Ananya Datta" userId="S::ananya.datta@fairfaxasia.com::88aad7c6-8fa0-4330-8bd1-863b171370f4" providerId="AD" clId="Web-{59A23F68-42ED-1A50-692E-8E98271848C5}" dt="2025-02-26T06:17:38.024" v="74" actId="1076"/>
          <ac:graphicFrameMkLst>
            <pc:docMk/>
            <pc:sldMk cId="726336686" sldId="327"/>
            <ac:graphicFrameMk id="11" creationId="{6183277B-5E49-8C38-3615-F3DF1634A1E9}"/>
          </ac:graphicFrameMkLst>
        </pc:graphicFrameChg>
      </pc:sldChg>
      <pc:sldChg chg="addSp modSp">
        <pc:chgData name="Ananya Datta" userId="S::ananya.datta@fairfaxasia.com::88aad7c6-8fa0-4330-8bd1-863b171370f4" providerId="AD" clId="Web-{59A23F68-42ED-1A50-692E-8E98271848C5}" dt="2025-02-26T06:20:49.232" v="99" actId="1076"/>
        <pc:sldMkLst>
          <pc:docMk/>
          <pc:sldMk cId="40785444" sldId="328"/>
        </pc:sldMkLst>
        <pc:spChg chg="mod">
          <ac:chgData name="Ananya Datta" userId="S::ananya.datta@fairfaxasia.com::88aad7c6-8fa0-4330-8bd1-863b171370f4" providerId="AD" clId="Web-{59A23F68-42ED-1A50-692E-8E98271848C5}" dt="2025-02-26T06:19:37.043" v="89" actId="1076"/>
          <ac:spMkLst>
            <pc:docMk/>
            <pc:sldMk cId="40785444" sldId="328"/>
            <ac:spMk id="8" creationId="{0D976CE3-F4E8-46F0-4F15-665320C0AC1A}"/>
          </ac:spMkLst>
        </pc:spChg>
        <pc:spChg chg="mod">
          <ac:chgData name="Ananya Datta" userId="S::ananya.datta@fairfaxasia.com::88aad7c6-8fa0-4330-8bd1-863b171370f4" providerId="AD" clId="Web-{59A23F68-42ED-1A50-692E-8E98271848C5}" dt="2025-02-26T06:20:36.638" v="97" actId="20577"/>
          <ac:spMkLst>
            <pc:docMk/>
            <pc:sldMk cId="40785444" sldId="328"/>
            <ac:spMk id="13" creationId="{60176B6D-F6E7-6E8F-A69D-DBA784094D64}"/>
          </ac:spMkLst>
        </pc:spChg>
        <pc:graphicFrameChg chg="add mod modGraphic">
          <ac:chgData name="Ananya Datta" userId="S::ananya.datta@fairfaxasia.com::88aad7c6-8fa0-4330-8bd1-863b171370f4" providerId="AD" clId="Web-{59A23F68-42ED-1A50-692E-8E98271848C5}" dt="2025-02-26T06:19:47.574" v="91"/>
          <ac:graphicFrameMkLst>
            <pc:docMk/>
            <pc:sldMk cId="40785444" sldId="328"/>
            <ac:graphicFrameMk id="5" creationId="{A54095C3-4C7C-18C3-B9C9-7848F8F00E66}"/>
          </ac:graphicFrameMkLst>
        </pc:graphicFrameChg>
        <pc:graphicFrameChg chg="mod">
          <ac:chgData name="Ananya Datta" userId="S::ananya.datta@fairfaxasia.com::88aad7c6-8fa0-4330-8bd1-863b171370f4" providerId="AD" clId="Web-{59A23F68-42ED-1A50-692E-8E98271848C5}" dt="2025-02-26T06:20:49.232" v="99" actId="1076"/>
          <ac:graphicFrameMkLst>
            <pc:docMk/>
            <pc:sldMk cId="40785444" sldId="328"/>
            <ac:graphicFrameMk id="24" creationId="{5F90DBF7-BE22-5648-E4DE-E6B35BE8DF1F}"/>
          </ac:graphicFrameMkLst>
        </pc:graphicFrameChg>
      </pc:sldChg>
      <pc:sldChg chg="addSp delSp modSp">
        <pc:chgData name="Ananya Datta" userId="S::ananya.datta@fairfaxasia.com::88aad7c6-8fa0-4330-8bd1-863b171370f4" providerId="AD" clId="Web-{59A23F68-42ED-1A50-692E-8E98271848C5}" dt="2025-02-26T06:24:46.019" v="192" actId="1076"/>
        <pc:sldMkLst>
          <pc:docMk/>
          <pc:sldMk cId="272846578" sldId="329"/>
        </pc:sldMkLst>
        <pc:spChg chg="del">
          <ac:chgData name="Ananya Datta" userId="S::ananya.datta@fairfaxasia.com::88aad7c6-8fa0-4330-8bd1-863b171370f4" providerId="AD" clId="Web-{59A23F68-42ED-1A50-692E-8E98271848C5}" dt="2025-02-26T06:22:29.922" v="104"/>
          <ac:spMkLst>
            <pc:docMk/>
            <pc:sldMk cId="272846578" sldId="329"/>
            <ac:spMk id="2" creationId="{66499130-7034-6700-9D39-40D56565DFAF}"/>
          </ac:spMkLst>
        </pc:spChg>
        <pc:spChg chg="add del mod">
          <ac:chgData name="Ananya Datta" userId="S::ananya.datta@fairfaxasia.com::88aad7c6-8fa0-4330-8bd1-863b171370f4" providerId="AD" clId="Web-{59A23F68-42ED-1A50-692E-8E98271848C5}" dt="2025-02-26T06:22:34.875" v="105"/>
          <ac:spMkLst>
            <pc:docMk/>
            <pc:sldMk cId="272846578" sldId="329"/>
            <ac:spMk id="6" creationId="{DC413712-8839-A94B-8412-D2005B24F18F}"/>
          </ac:spMkLst>
        </pc:spChg>
        <pc:spChg chg="del mod">
          <ac:chgData name="Ananya Datta" userId="S::ananya.datta@fairfaxasia.com::88aad7c6-8fa0-4330-8bd1-863b171370f4" providerId="AD" clId="Web-{59A23F68-42ED-1A50-692E-8E98271848C5}" dt="2025-02-26T06:24:13.487" v="188"/>
          <ac:spMkLst>
            <pc:docMk/>
            <pc:sldMk cId="272846578" sldId="329"/>
            <ac:spMk id="14" creationId="{8CAA0398-8360-245E-1B6A-FFE0825216D4}"/>
          </ac:spMkLst>
        </pc:spChg>
        <pc:graphicFrameChg chg="mod modGraphic">
          <ac:chgData name="Ananya Datta" userId="S::ananya.datta@fairfaxasia.com::88aad7c6-8fa0-4330-8bd1-863b171370f4" providerId="AD" clId="Web-{59A23F68-42ED-1A50-692E-8E98271848C5}" dt="2025-02-26T06:24:21.097" v="189"/>
          <ac:graphicFrameMkLst>
            <pc:docMk/>
            <pc:sldMk cId="272846578" sldId="329"/>
            <ac:graphicFrameMk id="5" creationId="{036D5BBB-5A82-1929-008D-A1C3A3733A24}"/>
          </ac:graphicFrameMkLst>
        </pc:graphicFrameChg>
        <pc:graphicFrameChg chg="mod modGraphic">
          <ac:chgData name="Ananya Datta" userId="S::ananya.datta@fairfaxasia.com::88aad7c6-8fa0-4330-8bd1-863b171370f4" providerId="AD" clId="Web-{59A23F68-42ED-1A50-692E-8E98271848C5}" dt="2025-02-26T06:22:54.095" v="107" actId="1076"/>
          <ac:graphicFrameMkLst>
            <pc:docMk/>
            <pc:sldMk cId="272846578" sldId="329"/>
            <ac:graphicFrameMk id="7" creationId="{16D84118-EDF2-2B29-E26F-38FEB84718AD}"/>
          </ac:graphicFrameMkLst>
        </pc:graphicFrameChg>
        <pc:graphicFrameChg chg="add mod modGraphic">
          <ac:chgData name="Ananya Datta" userId="S::ananya.datta@fairfaxasia.com::88aad7c6-8fa0-4330-8bd1-863b171370f4" providerId="AD" clId="Web-{59A23F68-42ED-1A50-692E-8E98271848C5}" dt="2025-02-26T06:24:32.894" v="191" actId="1076"/>
          <ac:graphicFrameMkLst>
            <pc:docMk/>
            <pc:sldMk cId="272846578" sldId="329"/>
            <ac:graphicFrameMk id="9" creationId="{E476A7DF-72A6-98B0-B50F-840100A3B4FA}"/>
          </ac:graphicFrameMkLst>
        </pc:graphicFrameChg>
        <pc:graphicFrameChg chg="mod">
          <ac:chgData name="Ananya Datta" userId="S::ananya.datta@fairfaxasia.com::88aad7c6-8fa0-4330-8bd1-863b171370f4" providerId="AD" clId="Web-{59A23F68-42ED-1A50-692E-8E98271848C5}" dt="2025-02-26T06:24:46.019" v="192" actId="1076"/>
          <ac:graphicFrameMkLst>
            <pc:docMk/>
            <pc:sldMk cId="272846578" sldId="329"/>
            <ac:graphicFrameMk id="13" creationId="{DBF3A83E-C281-5E77-CBA9-564D81AFDAF2}"/>
          </ac:graphicFrameMkLst>
        </pc:graphicFrameChg>
      </pc:sldChg>
    </pc:docChg>
  </pc:docChgLst>
  <pc:docChgLst>
    <pc:chgData name="Nilakshi Gowardhan" userId="S::nilakshi.gowardhan@fairfaxasia.com::26b4446e-b2e8-4e31-8422-7edaa086689f" providerId="AD" clId="Web-{FA2A32AA-69A5-7D10-81CE-93AA33293933}"/>
    <pc:docChg chg="modSld">
      <pc:chgData name="Nilakshi Gowardhan" userId="S::nilakshi.gowardhan@fairfaxasia.com::26b4446e-b2e8-4e31-8422-7edaa086689f" providerId="AD" clId="Web-{FA2A32AA-69A5-7D10-81CE-93AA33293933}" dt="2025-02-26T10:33:11.640" v="147"/>
      <pc:docMkLst>
        <pc:docMk/>
      </pc:docMkLst>
      <pc:sldChg chg="modSp">
        <pc:chgData name="Nilakshi Gowardhan" userId="S::nilakshi.gowardhan@fairfaxasia.com::26b4446e-b2e8-4e31-8422-7edaa086689f" providerId="AD" clId="Web-{FA2A32AA-69A5-7D10-81CE-93AA33293933}" dt="2025-02-26T10:32:16.390" v="145" actId="14100"/>
        <pc:sldMkLst>
          <pc:docMk/>
          <pc:sldMk cId="1516999600" sldId="305"/>
        </pc:sldMkLst>
        <pc:spChg chg="mod">
          <ac:chgData name="Nilakshi Gowardhan" userId="S::nilakshi.gowardhan@fairfaxasia.com::26b4446e-b2e8-4e31-8422-7edaa086689f" providerId="AD" clId="Web-{FA2A32AA-69A5-7D10-81CE-93AA33293933}" dt="2025-02-26T10:32:16.390" v="145" actId="14100"/>
          <ac:spMkLst>
            <pc:docMk/>
            <pc:sldMk cId="1516999600" sldId="305"/>
            <ac:spMk id="5" creationId="{9B1689BF-8735-6548-28CD-FC132A255B29}"/>
          </ac:spMkLst>
        </pc:spChg>
      </pc:sldChg>
      <pc:sldChg chg="modSp">
        <pc:chgData name="Nilakshi Gowardhan" userId="S::nilakshi.gowardhan@fairfaxasia.com::26b4446e-b2e8-4e31-8422-7edaa086689f" providerId="AD" clId="Web-{FA2A32AA-69A5-7D10-81CE-93AA33293933}" dt="2025-02-26T10:33:11.640" v="147"/>
        <pc:sldMkLst>
          <pc:docMk/>
          <pc:sldMk cId="726336686" sldId="327"/>
        </pc:sldMkLst>
        <pc:graphicFrameChg chg="mod modGraphic">
          <ac:chgData name="Nilakshi Gowardhan" userId="S::nilakshi.gowardhan@fairfaxasia.com::26b4446e-b2e8-4e31-8422-7edaa086689f" providerId="AD" clId="Web-{FA2A32AA-69A5-7D10-81CE-93AA33293933}" dt="2025-02-26T10:33:11.640" v="147"/>
          <ac:graphicFrameMkLst>
            <pc:docMk/>
            <pc:sldMk cId="726336686" sldId="327"/>
            <ac:graphicFrameMk id="9" creationId="{5DEFC649-F048-A39B-9FB4-92589E24875B}"/>
          </ac:graphicFrameMkLst>
        </pc:graphicFrameChg>
      </pc:sldChg>
      <pc:sldChg chg="modSp">
        <pc:chgData name="Nilakshi Gowardhan" userId="S::nilakshi.gowardhan@fairfaxasia.com::26b4446e-b2e8-4e31-8422-7edaa086689f" providerId="AD" clId="Web-{FA2A32AA-69A5-7D10-81CE-93AA33293933}" dt="2025-02-26T10:30:53.812" v="144"/>
        <pc:sldMkLst>
          <pc:docMk/>
          <pc:sldMk cId="272846578" sldId="329"/>
        </pc:sldMkLst>
        <pc:graphicFrameChg chg="mod">
          <ac:chgData name="Nilakshi Gowardhan" userId="S::nilakshi.gowardhan@fairfaxasia.com::26b4446e-b2e8-4e31-8422-7edaa086689f" providerId="AD" clId="Web-{FA2A32AA-69A5-7D10-81CE-93AA33293933}" dt="2025-02-26T10:23:46.247" v="31" actId="1076"/>
          <ac:graphicFrameMkLst>
            <pc:docMk/>
            <pc:sldMk cId="272846578" sldId="329"/>
            <ac:graphicFrameMk id="5" creationId="{036D5BBB-5A82-1929-008D-A1C3A3733A24}"/>
          </ac:graphicFrameMkLst>
        </pc:graphicFrameChg>
        <pc:graphicFrameChg chg="mod modGraphic">
          <ac:chgData name="Nilakshi Gowardhan" userId="S::nilakshi.gowardhan@fairfaxasia.com::26b4446e-b2e8-4e31-8422-7edaa086689f" providerId="AD" clId="Web-{FA2A32AA-69A5-7D10-81CE-93AA33293933}" dt="2025-02-26T10:30:53.812" v="144"/>
          <ac:graphicFrameMkLst>
            <pc:docMk/>
            <pc:sldMk cId="272846578" sldId="329"/>
            <ac:graphicFrameMk id="7" creationId="{16D84118-EDF2-2B29-E26F-38FEB84718AD}"/>
          </ac:graphicFrameMkLst>
        </pc:graphicFrameChg>
        <pc:graphicFrameChg chg="mod modGraphic">
          <ac:chgData name="Nilakshi Gowardhan" userId="S::nilakshi.gowardhan@fairfaxasia.com::26b4446e-b2e8-4e31-8422-7edaa086689f" providerId="AD" clId="Web-{FA2A32AA-69A5-7D10-81CE-93AA33293933}" dt="2025-02-26T10:30:40.562" v="130"/>
          <ac:graphicFrameMkLst>
            <pc:docMk/>
            <pc:sldMk cId="272846578" sldId="329"/>
            <ac:graphicFrameMk id="13" creationId="{DBF3A83E-C281-5E77-CBA9-564D81AFDAF2}"/>
          </ac:graphicFrameMkLst>
        </pc:graphicFrameChg>
      </pc:sldChg>
    </pc:docChg>
  </pc:docChgLst>
  <pc:docChgLst>
    <pc:chgData clId="Web-{095A0371-CD71-1B4B-03D1-ADA8BD2F1256}"/>
    <pc:docChg chg="modSld">
      <pc:chgData name="" userId="" providerId="" clId="Web-{095A0371-CD71-1B4B-03D1-ADA8BD2F1256}" dt="2025-02-26T04:04:13.307" v="0" actId="20577"/>
      <pc:docMkLst>
        <pc:docMk/>
      </pc:docMkLst>
      <pc:sldChg chg="modSp">
        <pc:chgData name="" userId="" providerId="" clId="Web-{095A0371-CD71-1B4B-03D1-ADA8BD2F1256}" dt="2025-02-26T04:04:13.307" v="0" actId="20577"/>
        <pc:sldMkLst>
          <pc:docMk/>
          <pc:sldMk cId="1516999600" sldId="305"/>
        </pc:sldMkLst>
        <pc:spChg chg="mod">
          <ac:chgData name="" userId="" providerId="" clId="Web-{095A0371-CD71-1B4B-03D1-ADA8BD2F1256}" dt="2025-02-26T04:04:13.307" v="0" actId="20577"/>
          <ac:spMkLst>
            <pc:docMk/>
            <pc:sldMk cId="1516999600" sldId="305"/>
            <ac:spMk id="2" creationId="{C66F917E-922A-1054-6306-D37C378F1165}"/>
          </ac:spMkLst>
        </pc:spChg>
      </pc:sldChg>
    </pc:docChg>
  </pc:docChgLst>
  <pc:docChgLst>
    <pc:chgData name="Ananya Datta" userId="S::ananya.datta@fairfaxasia.com::88aad7c6-8fa0-4330-8bd1-863b171370f4" providerId="AD" clId="Web-{3AB584EA-9856-FEC2-9C0A-ADF7D6F89263}"/>
    <pc:docChg chg="modSld sldOrd">
      <pc:chgData name="Ananya Datta" userId="S::ananya.datta@fairfaxasia.com::88aad7c6-8fa0-4330-8bd1-863b171370f4" providerId="AD" clId="Web-{3AB584EA-9856-FEC2-9C0A-ADF7D6F89263}" dt="2025-02-26T06:02:50.506" v="521" actId="20577"/>
      <pc:docMkLst>
        <pc:docMk/>
      </pc:docMkLst>
      <pc:sldChg chg="modSp">
        <pc:chgData name="Ananya Datta" userId="S::ananya.datta@fairfaxasia.com::88aad7c6-8fa0-4330-8bd1-863b171370f4" providerId="AD" clId="Web-{3AB584EA-9856-FEC2-9C0A-ADF7D6F89263}" dt="2025-02-26T05:39:27.214" v="105" actId="20577"/>
        <pc:sldMkLst>
          <pc:docMk/>
          <pc:sldMk cId="4132634631" sldId="306"/>
        </pc:sldMkLst>
        <pc:spChg chg="mod">
          <ac:chgData name="Ananya Datta" userId="S::ananya.datta@fairfaxasia.com::88aad7c6-8fa0-4330-8bd1-863b171370f4" providerId="AD" clId="Web-{3AB584EA-9856-FEC2-9C0A-ADF7D6F89263}" dt="2025-02-26T05:39:27.214" v="105" actId="20577"/>
          <ac:spMkLst>
            <pc:docMk/>
            <pc:sldMk cId="4132634631" sldId="306"/>
            <ac:spMk id="5" creationId="{DFFF7AA9-7C16-A939-67C8-DF700FEF7D83}"/>
          </ac:spMkLst>
        </pc:spChg>
      </pc:sldChg>
      <pc:sldChg chg="addSp delSp modSp">
        <pc:chgData name="Ananya Datta" userId="S::ananya.datta@fairfaxasia.com::88aad7c6-8fa0-4330-8bd1-863b171370f4" providerId="AD" clId="Web-{3AB584EA-9856-FEC2-9C0A-ADF7D6F89263}" dt="2025-02-26T05:33:01.093" v="31" actId="1076"/>
        <pc:sldMkLst>
          <pc:docMk/>
          <pc:sldMk cId="1746520911" sldId="307"/>
        </pc:sldMkLst>
        <pc:spChg chg="mod">
          <ac:chgData name="Ananya Datta" userId="S::ananya.datta@fairfaxasia.com::88aad7c6-8fa0-4330-8bd1-863b171370f4" providerId="AD" clId="Web-{3AB584EA-9856-FEC2-9C0A-ADF7D6F89263}" dt="2025-02-26T05:33:01.093" v="31" actId="1076"/>
          <ac:spMkLst>
            <pc:docMk/>
            <pc:sldMk cId="1746520911" sldId="307"/>
            <ac:spMk id="4" creationId="{9A1E0E93-C6B0-0C8B-16D2-354982229DB1}"/>
          </ac:spMkLst>
        </pc:spChg>
        <pc:spChg chg="add del mod">
          <ac:chgData name="Ananya Datta" userId="S::ananya.datta@fairfaxasia.com::88aad7c6-8fa0-4330-8bd1-863b171370f4" providerId="AD" clId="Web-{3AB584EA-9856-FEC2-9C0A-ADF7D6F89263}" dt="2025-02-26T05:32:28.561" v="24"/>
          <ac:spMkLst>
            <pc:docMk/>
            <pc:sldMk cId="1746520911" sldId="307"/>
            <ac:spMk id="6" creationId="{375A2DC9-DDBE-963B-1BAB-FF78F04538AD}"/>
          </ac:spMkLst>
        </pc:spChg>
        <pc:picChg chg="del">
          <ac:chgData name="Ananya Datta" userId="S::ananya.datta@fairfaxasia.com::88aad7c6-8fa0-4330-8bd1-863b171370f4" providerId="AD" clId="Web-{3AB584EA-9856-FEC2-9C0A-ADF7D6F89263}" dt="2025-02-26T05:31:56.497" v="19"/>
          <ac:picMkLst>
            <pc:docMk/>
            <pc:sldMk cId="1746520911" sldId="307"/>
            <ac:picMk id="5" creationId="{7D207226-A30E-B460-3601-8BA75215004A}"/>
          </ac:picMkLst>
        </pc:picChg>
      </pc:sldChg>
      <pc:sldChg chg="modSp ord">
        <pc:chgData name="Ananya Datta" userId="S::ananya.datta@fairfaxasia.com::88aad7c6-8fa0-4330-8bd1-863b171370f4" providerId="AD" clId="Web-{3AB584EA-9856-FEC2-9C0A-ADF7D6F89263}" dt="2025-02-26T06:02:50.506" v="521" actId="20577"/>
        <pc:sldMkLst>
          <pc:docMk/>
          <pc:sldMk cId="89773165" sldId="310"/>
        </pc:sldMkLst>
        <pc:spChg chg="mod">
          <ac:chgData name="Ananya Datta" userId="S::ananya.datta@fairfaxasia.com::88aad7c6-8fa0-4330-8bd1-863b171370f4" providerId="AD" clId="Web-{3AB584EA-9856-FEC2-9C0A-ADF7D6F89263}" dt="2025-02-26T05:38:24.681" v="86" actId="20577"/>
          <ac:spMkLst>
            <pc:docMk/>
            <pc:sldMk cId="89773165" sldId="310"/>
            <ac:spMk id="2" creationId="{4A04D1FD-9CC8-4CB0-8247-CFAB90695FE8}"/>
          </ac:spMkLst>
        </pc:spChg>
        <pc:spChg chg="mod">
          <ac:chgData name="Ananya Datta" userId="S::ananya.datta@fairfaxasia.com::88aad7c6-8fa0-4330-8bd1-863b171370f4" providerId="AD" clId="Web-{3AB584EA-9856-FEC2-9C0A-ADF7D6F89263}" dt="2025-02-26T05:54:53.867" v="304" actId="20577"/>
          <ac:spMkLst>
            <pc:docMk/>
            <pc:sldMk cId="89773165" sldId="310"/>
            <ac:spMk id="13" creationId="{630775B9-3753-DF33-4334-9918E70D89CA}"/>
          </ac:spMkLst>
        </pc:spChg>
        <pc:graphicFrameChg chg="mod modGraphic">
          <ac:chgData name="Ananya Datta" userId="S::ananya.datta@fairfaxasia.com::88aad7c6-8fa0-4330-8bd1-863b171370f4" providerId="AD" clId="Web-{3AB584EA-9856-FEC2-9C0A-ADF7D6F89263}" dt="2025-02-26T06:02:50.506" v="521" actId="20577"/>
          <ac:graphicFrameMkLst>
            <pc:docMk/>
            <pc:sldMk cId="89773165" sldId="310"/>
            <ac:graphicFrameMk id="7" creationId="{7C6232C6-2D10-0E10-D9E1-9A3759D68BAF}"/>
          </ac:graphicFrameMkLst>
        </pc:graphicFrameChg>
      </pc:sldChg>
      <pc:sldChg chg="addSp delSp modSp ord">
        <pc:chgData name="Ananya Datta" userId="S::ananya.datta@fairfaxasia.com::88aad7c6-8fa0-4330-8bd1-863b171370f4" providerId="AD" clId="Web-{3AB584EA-9856-FEC2-9C0A-ADF7D6F89263}" dt="2025-02-26T05:37:34.914" v="57"/>
        <pc:sldMkLst>
          <pc:docMk/>
          <pc:sldMk cId="558281240" sldId="313"/>
        </pc:sldMkLst>
        <pc:spChg chg="mod">
          <ac:chgData name="Ananya Datta" userId="S::ananya.datta@fairfaxasia.com::88aad7c6-8fa0-4330-8bd1-863b171370f4" providerId="AD" clId="Web-{3AB584EA-9856-FEC2-9C0A-ADF7D6F89263}" dt="2025-02-26T05:30:47.714" v="18" actId="1076"/>
          <ac:spMkLst>
            <pc:docMk/>
            <pc:sldMk cId="558281240" sldId="313"/>
            <ac:spMk id="2" creationId="{B236F643-9DF2-B730-72CE-75663E4FF0DF}"/>
          </ac:spMkLst>
        </pc:spChg>
        <pc:spChg chg="add del mod">
          <ac:chgData name="Ananya Datta" userId="S::ananya.datta@fairfaxasia.com::88aad7c6-8fa0-4330-8bd1-863b171370f4" providerId="AD" clId="Web-{3AB584EA-9856-FEC2-9C0A-ADF7D6F89263}" dt="2025-02-26T05:26:40.504" v="2"/>
          <ac:spMkLst>
            <pc:docMk/>
            <pc:sldMk cId="558281240" sldId="313"/>
            <ac:spMk id="5" creationId="{AD7EADCC-5A00-7362-E428-8A0D7CEF2BFD}"/>
          </ac:spMkLst>
        </pc:spChg>
        <pc:spChg chg="del">
          <ac:chgData name="Ananya Datta" userId="S::ananya.datta@fairfaxasia.com::88aad7c6-8fa0-4330-8bd1-863b171370f4" providerId="AD" clId="Web-{3AB584EA-9856-FEC2-9C0A-ADF7D6F89263}" dt="2025-02-26T05:26:26.097" v="1"/>
          <ac:spMkLst>
            <pc:docMk/>
            <pc:sldMk cId="558281240" sldId="313"/>
            <ac:spMk id="10" creationId="{23100B74-0A1A-2AFE-B830-9D737C4E7CEF}"/>
          </ac:spMkLst>
        </pc:spChg>
        <pc:spChg chg="add del mod">
          <ac:chgData name="Ananya Datta" userId="S::ananya.datta@fairfaxasia.com::88aad7c6-8fa0-4330-8bd1-863b171370f4" providerId="AD" clId="Web-{3AB584EA-9856-FEC2-9C0A-ADF7D6F89263}" dt="2025-02-26T05:29:56.869" v="10"/>
          <ac:spMkLst>
            <pc:docMk/>
            <pc:sldMk cId="558281240" sldId="313"/>
            <ac:spMk id="11" creationId="{4F3703A2-45AB-B98D-6BAF-765574B64A51}"/>
          </ac:spMkLst>
        </pc:spChg>
        <pc:spChg chg="add del mod">
          <ac:chgData name="Ananya Datta" userId="S::ananya.datta@fairfaxasia.com::88aad7c6-8fa0-4330-8bd1-863b171370f4" providerId="AD" clId="Web-{3AB584EA-9856-FEC2-9C0A-ADF7D6F89263}" dt="2025-02-26T05:36:08.630" v="48"/>
          <ac:spMkLst>
            <pc:docMk/>
            <pc:sldMk cId="558281240" sldId="313"/>
            <ac:spMk id="14" creationId="{88E63BEB-A4FB-23E7-27D3-C3532D3DBE10}"/>
          </ac:spMkLst>
        </pc:spChg>
        <pc:picChg chg="add mod ord">
          <ac:chgData name="Ananya Datta" userId="S::ananya.datta@fairfaxasia.com::88aad7c6-8fa0-4330-8bd1-863b171370f4" providerId="AD" clId="Web-{3AB584EA-9856-FEC2-9C0A-ADF7D6F89263}" dt="2025-02-26T05:26:26.097" v="1"/>
          <ac:picMkLst>
            <pc:docMk/>
            <pc:sldMk cId="558281240" sldId="313"/>
            <ac:picMk id="6" creationId="{71AE710A-7916-EB25-642A-9022731B8826}"/>
          </ac:picMkLst>
        </pc:picChg>
        <pc:picChg chg="add del mod ord">
          <ac:chgData name="Ananya Datta" userId="S::ananya.datta@fairfaxasia.com::88aad7c6-8fa0-4330-8bd1-863b171370f4" providerId="AD" clId="Web-{3AB584EA-9856-FEC2-9C0A-ADF7D6F89263}" dt="2025-02-26T05:28:02.350" v="9"/>
          <ac:picMkLst>
            <pc:docMk/>
            <pc:sldMk cId="558281240" sldId="313"/>
            <ac:picMk id="7" creationId="{4A9BF9E7-88E7-048B-4B3B-6DC88F1F96D6}"/>
          </ac:picMkLst>
        </pc:picChg>
        <pc:picChg chg="del">
          <ac:chgData name="Ananya Datta" userId="S::ananya.datta@fairfaxasia.com::88aad7c6-8fa0-4330-8bd1-863b171370f4" providerId="AD" clId="Web-{3AB584EA-9856-FEC2-9C0A-ADF7D6F89263}" dt="2025-02-26T05:23:50.998" v="0"/>
          <ac:picMkLst>
            <pc:docMk/>
            <pc:sldMk cId="558281240" sldId="313"/>
            <ac:picMk id="8" creationId="{E99DD119-7600-69A1-0CB5-B724FCEC67DD}"/>
          </ac:picMkLst>
        </pc:picChg>
        <pc:picChg chg="add del mod ord">
          <ac:chgData name="Ananya Datta" userId="S::ananya.datta@fairfaxasia.com::88aad7c6-8fa0-4330-8bd1-863b171370f4" providerId="AD" clId="Web-{3AB584EA-9856-FEC2-9C0A-ADF7D6F89263}" dt="2025-02-26T05:34:38.315" v="47"/>
          <ac:picMkLst>
            <pc:docMk/>
            <pc:sldMk cId="558281240" sldId="313"/>
            <ac:picMk id="12" creationId="{5FC1F2DB-0302-E60D-7E3F-C58C5148EA5D}"/>
          </ac:picMkLst>
        </pc:picChg>
        <pc:picChg chg="add mod ord">
          <ac:chgData name="Ananya Datta" userId="S::ananya.datta@fairfaxasia.com::88aad7c6-8fa0-4330-8bd1-863b171370f4" providerId="AD" clId="Web-{3AB584EA-9856-FEC2-9C0A-ADF7D6F89263}" dt="2025-02-26T05:36:26.787" v="51" actId="14100"/>
          <ac:picMkLst>
            <pc:docMk/>
            <pc:sldMk cId="558281240" sldId="313"/>
            <ac:picMk id="15" creationId="{D671AB75-6BEB-5492-678C-A7D9FE07D704}"/>
          </ac:picMkLst>
        </pc:picChg>
      </pc:sldChg>
      <pc:sldChg chg="addSp delSp modSp ord">
        <pc:chgData name="Ananya Datta" userId="S::ananya.datta@fairfaxasia.com::88aad7c6-8fa0-4330-8bd1-863b171370f4" providerId="AD" clId="Web-{3AB584EA-9856-FEC2-9C0A-ADF7D6F89263}" dt="2025-02-26T05:38:52.228" v="99" actId="20577"/>
        <pc:sldMkLst>
          <pc:docMk/>
          <pc:sldMk cId="4178334263" sldId="315"/>
        </pc:sldMkLst>
        <pc:spChg chg="add del mod">
          <ac:chgData name="Ananya Datta" userId="S::ananya.datta@fairfaxasia.com::88aad7c6-8fa0-4330-8bd1-863b171370f4" providerId="AD" clId="Web-{3AB584EA-9856-FEC2-9C0A-ADF7D6F89263}" dt="2025-02-26T05:32:49.061" v="30"/>
          <ac:spMkLst>
            <pc:docMk/>
            <pc:sldMk cId="4178334263" sldId="315"/>
            <ac:spMk id="3" creationId="{357025EC-845A-4C69-6C70-CBB95D7A1C08}"/>
          </ac:spMkLst>
        </pc:spChg>
        <pc:spChg chg="add del">
          <ac:chgData name="Ananya Datta" userId="S::ananya.datta@fairfaxasia.com::88aad7c6-8fa0-4330-8bd1-863b171370f4" providerId="AD" clId="Web-{3AB584EA-9856-FEC2-9C0A-ADF7D6F89263}" dt="2025-02-26T05:32:35.045" v="27"/>
          <ac:spMkLst>
            <pc:docMk/>
            <pc:sldMk cId="4178334263" sldId="315"/>
            <ac:spMk id="6" creationId="{F939A6B6-6423-A6C8-4640-F4E5BE02A259}"/>
          </ac:spMkLst>
        </pc:spChg>
        <pc:spChg chg="add mod">
          <ac:chgData name="Ananya Datta" userId="S::ananya.datta@fairfaxasia.com::88aad7c6-8fa0-4330-8bd1-863b171370f4" providerId="AD" clId="Web-{3AB584EA-9856-FEC2-9C0A-ADF7D6F89263}" dt="2025-02-26T05:33:54.438" v="46" actId="20577"/>
          <ac:spMkLst>
            <pc:docMk/>
            <pc:sldMk cId="4178334263" sldId="315"/>
            <ac:spMk id="8" creationId="{2BF65A68-FE00-D752-B39F-FF6C5C3CF2F5}"/>
          </ac:spMkLst>
        </pc:spChg>
        <pc:spChg chg="mod">
          <ac:chgData name="Ananya Datta" userId="S::ananya.datta@fairfaxasia.com::88aad7c6-8fa0-4330-8bd1-863b171370f4" providerId="AD" clId="Web-{3AB584EA-9856-FEC2-9C0A-ADF7D6F89263}" dt="2025-02-26T05:38:52.228" v="99" actId="20577"/>
          <ac:spMkLst>
            <pc:docMk/>
            <pc:sldMk cId="4178334263" sldId="315"/>
            <ac:spMk id="33" creationId="{5D8FACD9-4906-4691-55B9-710FC59D2130}"/>
          </ac:spMkLst>
        </pc:spChg>
        <pc:picChg chg="del">
          <ac:chgData name="Ananya Datta" userId="S::ananya.datta@fairfaxasia.com::88aad7c6-8fa0-4330-8bd1-863b171370f4" providerId="AD" clId="Web-{3AB584EA-9856-FEC2-9C0A-ADF7D6F89263}" dt="2025-02-26T05:32:03.154" v="20"/>
          <ac:picMkLst>
            <pc:docMk/>
            <pc:sldMk cId="4178334263" sldId="315"/>
            <ac:picMk id="5" creationId="{CE4BCDB2-CBAD-F9D9-383F-03E873381674}"/>
          </ac:picMkLst>
        </pc:picChg>
      </pc:sldChg>
      <pc:sldChg chg="modSp">
        <pc:chgData name="Ananya Datta" userId="S::ananya.datta@fairfaxasia.com::88aad7c6-8fa0-4330-8bd1-863b171370f4" providerId="AD" clId="Web-{3AB584EA-9856-FEC2-9C0A-ADF7D6F89263}" dt="2025-02-26T05:38:10.508" v="63" actId="1076"/>
        <pc:sldMkLst>
          <pc:docMk/>
          <pc:sldMk cId="1988437062" sldId="318"/>
        </pc:sldMkLst>
        <pc:spChg chg="mod">
          <ac:chgData name="Ananya Datta" userId="S::ananya.datta@fairfaxasia.com::88aad7c6-8fa0-4330-8bd1-863b171370f4" providerId="AD" clId="Web-{3AB584EA-9856-FEC2-9C0A-ADF7D6F89263}" dt="2025-02-26T05:38:01.602" v="59" actId="1076"/>
          <ac:spMkLst>
            <pc:docMk/>
            <pc:sldMk cId="1988437062" sldId="318"/>
            <ac:spMk id="15" creationId="{F4027D16-8477-9439-2912-A02011AD8AC6}"/>
          </ac:spMkLst>
        </pc:spChg>
        <pc:spChg chg="mod">
          <ac:chgData name="Ananya Datta" userId="S::ananya.datta@fairfaxasia.com::88aad7c6-8fa0-4330-8bd1-863b171370f4" providerId="AD" clId="Web-{3AB584EA-9856-FEC2-9C0A-ADF7D6F89263}" dt="2025-02-26T05:38:10.508" v="63" actId="1076"/>
          <ac:spMkLst>
            <pc:docMk/>
            <pc:sldMk cId="1988437062" sldId="318"/>
            <ac:spMk id="28" creationId="{CC25EE42-B3D5-AD1E-48BE-54CEFF2E3D79}"/>
          </ac:spMkLst>
        </pc:spChg>
      </pc:sldChg>
      <pc:sldChg chg="ord">
        <pc:chgData name="Ananya Datta" userId="S::ananya.datta@fairfaxasia.com::88aad7c6-8fa0-4330-8bd1-863b171370f4" providerId="AD" clId="Web-{3AB584EA-9856-FEC2-9C0A-ADF7D6F89263}" dt="2025-02-26T05:37:17.304" v="55"/>
        <pc:sldMkLst>
          <pc:docMk/>
          <pc:sldMk cId="40785444" sldId="32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193BFB-9015-43DC-9DA3-6EC9C689249D}" type="doc">
      <dgm:prSet loTypeId="urn:microsoft.com/office/officeart/2005/8/layout/arrow5" loCatId="relationship" qsTypeId="urn:microsoft.com/office/officeart/2005/8/quickstyle/simple1" qsCatId="simple" csTypeId="urn:microsoft.com/office/officeart/2005/8/colors/accent6_4" csCatId="accent6" phldr="1"/>
      <dgm:spPr/>
      <dgm:t>
        <a:bodyPr/>
        <a:lstStyle/>
        <a:p>
          <a:endParaRPr lang="en-US"/>
        </a:p>
      </dgm:t>
    </dgm:pt>
    <dgm:pt modelId="{57550844-12B4-42AC-8268-133FD0942710}">
      <dgm:prSet phldrT="[Text]" phldr="0"/>
      <dgm:spPr/>
      <dgm:t>
        <a:bodyPr/>
        <a:lstStyle/>
        <a:p>
          <a:pPr rtl="0"/>
          <a:r>
            <a:rPr lang="en-US">
              <a:latin typeface="Aptos"/>
            </a:rPr>
            <a:t> </a:t>
          </a:r>
          <a:r>
            <a:rPr lang="en-US"/>
            <a:t>Helps in </a:t>
          </a:r>
          <a:r>
            <a:rPr lang="en-US" b="1"/>
            <a:t>budget planning</a:t>
          </a:r>
          <a:r>
            <a:rPr lang="en-US"/>
            <a:t> and financial analysis</a:t>
          </a:r>
        </a:p>
      </dgm:t>
    </dgm:pt>
    <dgm:pt modelId="{98FCEE42-CD79-4064-A652-E28BDBCDFE4A}" type="parTrans" cxnId="{492519A8-8971-4E3E-A12D-67C156D54D0C}">
      <dgm:prSet/>
      <dgm:spPr/>
      <dgm:t>
        <a:bodyPr/>
        <a:lstStyle/>
        <a:p>
          <a:endParaRPr lang="en-US"/>
        </a:p>
      </dgm:t>
    </dgm:pt>
    <dgm:pt modelId="{52C16379-F698-4087-800E-643080DCADF9}" type="sibTrans" cxnId="{492519A8-8971-4E3E-A12D-67C156D54D0C}">
      <dgm:prSet/>
      <dgm:spPr/>
      <dgm:t>
        <a:bodyPr/>
        <a:lstStyle/>
        <a:p>
          <a:endParaRPr lang="en-US"/>
        </a:p>
      </dgm:t>
    </dgm:pt>
    <dgm:pt modelId="{7E5CF7EE-5BFC-4DF6-9179-5B6C58FCB7BD}">
      <dgm:prSet phldrT="[Text]" phldr="0"/>
      <dgm:spPr/>
      <dgm:t>
        <a:bodyPr/>
        <a:lstStyle/>
        <a:p>
          <a:pPr rtl="0"/>
          <a:r>
            <a:rPr lang="en-US">
              <a:latin typeface="Aptos"/>
            </a:rPr>
            <a:t> </a:t>
          </a:r>
          <a:r>
            <a:rPr lang="en-US"/>
            <a:t>Monitors employee </a:t>
          </a:r>
          <a:r>
            <a:rPr lang="en-US" b="1"/>
            <a:t>performance and compensation growth</a:t>
          </a:r>
          <a:endParaRPr lang="en-US"/>
        </a:p>
      </dgm:t>
    </dgm:pt>
    <dgm:pt modelId="{D944F4AB-520A-4C75-8255-E3540182CEBD}" type="parTrans" cxnId="{0605DDEF-62C3-4BF1-9EA0-799DE436BC09}">
      <dgm:prSet/>
      <dgm:spPr/>
      <dgm:t>
        <a:bodyPr/>
        <a:lstStyle/>
        <a:p>
          <a:endParaRPr lang="en-US"/>
        </a:p>
      </dgm:t>
    </dgm:pt>
    <dgm:pt modelId="{1AAE35AC-AA09-46D9-9BB0-16D1BEC473D2}" type="sibTrans" cxnId="{0605DDEF-62C3-4BF1-9EA0-799DE436BC09}">
      <dgm:prSet/>
      <dgm:spPr/>
      <dgm:t>
        <a:bodyPr/>
        <a:lstStyle/>
        <a:p>
          <a:endParaRPr lang="en-US"/>
        </a:p>
      </dgm:t>
    </dgm:pt>
    <dgm:pt modelId="{09984B54-D060-4037-BD28-693253401EF7}" type="pres">
      <dgm:prSet presAssocID="{C6193BFB-9015-43DC-9DA3-6EC9C689249D}" presName="diagram" presStyleCnt="0">
        <dgm:presLayoutVars>
          <dgm:dir/>
          <dgm:resizeHandles val="exact"/>
        </dgm:presLayoutVars>
      </dgm:prSet>
      <dgm:spPr/>
    </dgm:pt>
    <dgm:pt modelId="{47A6DB98-E623-4798-8326-D9516E97548B}" type="pres">
      <dgm:prSet presAssocID="{57550844-12B4-42AC-8268-133FD0942710}" presName="arrow" presStyleLbl="node1" presStyleIdx="0" presStyleCnt="2">
        <dgm:presLayoutVars>
          <dgm:bulletEnabled val="1"/>
        </dgm:presLayoutVars>
      </dgm:prSet>
      <dgm:spPr/>
    </dgm:pt>
    <dgm:pt modelId="{4566F6E2-0DAB-4F51-93A4-D9D928654543}" type="pres">
      <dgm:prSet presAssocID="{7E5CF7EE-5BFC-4DF6-9179-5B6C58FCB7BD}" presName="arrow" presStyleLbl="node1" presStyleIdx="1" presStyleCnt="2">
        <dgm:presLayoutVars>
          <dgm:bulletEnabled val="1"/>
        </dgm:presLayoutVars>
      </dgm:prSet>
      <dgm:spPr/>
    </dgm:pt>
  </dgm:ptLst>
  <dgm:cxnLst>
    <dgm:cxn modelId="{FA031C4E-949A-4249-9846-DF5841892AB8}" type="presOf" srcId="{C6193BFB-9015-43DC-9DA3-6EC9C689249D}" destId="{09984B54-D060-4037-BD28-693253401EF7}" srcOrd="0" destOrd="0" presId="urn:microsoft.com/office/officeart/2005/8/layout/arrow5"/>
    <dgm:cxn modelId="{BD4F5791-0BBD-4A31-A229-025F8D7EC22A}" type="presOf" srcId="{7E5CF7EE-5BFC-4DF6-9179-5B6C58FCB7BD}" destId="{4566F6E2-0DAB-4F51-93A4-D9D928654543}" srcOrd="0" destOrd="0" presId="urn:microsoft.com/office/officeart/2005/8/layout/arrow5"/>
    <dgm:cxn modelId="{492519A8-8971-4E3E-A12D-67C156D54D0C}" srcId="{C6193BFB-9015-43DC-9DA3-6EC9C689249D}" destId="{57550844-12B4-42AC-8268-133FD0942710}" srcOrd="0" destOrd="0" parTransId="{98FCEE42-CD79-4064-A652-E28BDBCDFE4A}" sibTransId="{52C16379-F698-4087-800E-643080DCADF9}"/>
    <dgm:cxn modelId="{EEB1B5E0-E30E-4490-9FD4-098D6EDAA9E0}" type="presOf" srcId="{57550844-12B4-42AC-8268-133FD0942710}" destId="{47A6DB98-E623-4798-8326-D9516E97548B}" srcOrd="0" destOrd="0" presId="urn:microsoft.com/office/officeart/2005/8/layout/arrow5"/>
    <dgm:cxn modelId="{0605DDEF-62C3-4BF1-9EA0-799DE436BC09}" srcId="{C6193BFB-9015-43DC-9DA3-6EC9C689249D}" destId="{7E5CF7EE-5BFC-4DF6-9179-5B6C58FCB7BD}" srcOrd="1" destOrd="0" parTransId="{D944F4AB-520A-4C75-8255-E3540182CEBD}" sibTransId="{1AAE35AC-AA09-46D9-9BB0-16D1BEC473D2}"/>
    <dgm:cxn modelId="{6C57E8FA-EBE9-4EFE-AC4E-18D17B8D8B4B}" type="presParOf" srcId="{09984B54-D060-4037-BD28-693253401EF7}" destId="{47A6DB98-E623-4798-8326-D9516E97548B}" srcOrd="0" destOrd="0" presId="urn:microsoft.com/office/officeart/2005/8/layout/arrow5"/>
    <dgm:cxn modelId="{CCD1352B-97F4-41FC-9AA7-28D2A1234707}" type="presParOf" srcId="{09984B54-D060-4037-BD28-693253401EF7}" destId="{4566F6E2-0DAB-4F51-93A4-D9D928654543}"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0E88E1-975C-4A27-B62A-F7B433E6ADD2}" type="doc">
      <dgm:prSet loTypeId="urn:microsoft.com/office/officeart/2005/8/layout/pyramid2" loCatId="pyramid" qsTypeId="urn:microsoft.com/office/officeart/2005/8/quickstyle/simple1" qsCatId="simple" csTypeId="urn:microsoft.com/office/officeart/2005/8/colors/accent6_4" csCatId="accent6" phldr="1"/>
      <dgm:spPr/>
    </dgm:pt>
    <dgm:pt modelId="{94986AC4-F2B5-48B1-86C8-85A1E85981B4}">
      <dgm:prSet phldrT="[Text]" phldr="0"/>
      <dgm:spPr/>
      <dgm:t>
        <a:bodyPr/>
        <a:lstStyle/>
        <a:p>
          <a:pPr rtl="0"/>
          <a:r>
            <a:rPr lang="en-US">
              <a:latin typeface="Aptos"/>
            </a:rPr>
            <a:t> </a:t>
          </a:r>
          <a:r>
            <a:rPr lang="en-US" b="1"/>
            <a:t>Relationships</a:t>
          </a:r>
          <a:r>
            <a:rPr lang="en-US"/>
            <a:t> between costs, employees, and projects</a:t>
          </a:r>
        </a:p>
      </dgm:t>
    </dgm:pt>
    <dgm:pt modelId="{CCCC0B1D-EDF8-41AE-8E58-40ABC197865B}" type="parTrans" cxnId="{E26887C2-75BE-4CF5-80B9-642A92077794}">
      <dgm:prSet/>
      <dgm:spPr/>
    </dgm:pt>
    <dgm:pt modelId="{84BC18A8-38C3-4642-A276-53AF6557F4D5}" type="sibTrans" cxnId="{E26887C2-75BE-4CF5-80B9-642A92077794}">
      <dgm:prSet/>
      <dgm:spPr/>
    </dgm:pt>
    <dgm:pt modelId="{FDC460FD-7FD4-4B39-93F0-931EB72BBA5D}">
      <dgm:prSet phldrT="[Text]" phldr="0"/>
      <dgm:spPr/>
      <dgm:t>
        <a:bodyPr/>
        <a:lstStyle/>
        <a:p>
          <a:pPr rtl="0"/>
          <a:r>
            <a:rPr lang="en-US">
              <a:latin typeface="Aptos"/>
            </a:rPr>
            <a:t> Data</a:t>
          </a:r>
          <a:r>
            <a:rPr lang="en-US"/>
            <a:t> integrity through well-defined attributes and constraints</a:t>
          </a:r>
        </a:p>
      </dgm:t>
    </dgm:pt>
    <dgm:pt modelId="{1560C2C9-5B94-42C4-9822-FF8BD1D92A17}" type="parTrans" cxnId="{83A9F249-EF9D-4429-9BE7-A5418333B8E8}">
      <dgm:prSet/>
      <dgm:spPr/>
    </dgm:pt>
    <dgm:pt modelId="{3C2192E8-DF65-4482-8A8E-7E0AE64ACB8D}" type="sibTrans" cxnId="{83A9F249-EF9D-4429-9BE7-A5418333B8E8}">
      <dgm:prSet/>
      <dgm:spPr/>
    </dgm:pt>
    <dgm:pt modelId="{120BC3D3-AF67-40AD-933A-836FF7D4568C}">
      <dgm:prSet phldrT="[Text]" phldr="0"/>
      <dgm:spPr/>
      <dgm:t>
        <a:bodyPr/>
        <a:lstStyle/>
        <a:p>
          <a:pPr rtl="0"/>
          <a:r>
            <a:rPr lang="en-US">
              <a:latin typeface="Aptos"/>
            </a:rPr>
            <a:t> Scalability</a:t>
          </a:r>
          <a:endParaRPr lang="en-US"/>
        </a:p>
      </dgm:t>
    </dgm:pt>
    <dgm:pt modelId="{A866A2C6-85B5-4CBB-BE0D-67231B4B2227}" type="parTrans" cxnId="{44B6F611-504D-478B-95F9-7A1187DD9857}">
      <dgm:prSet/>
      <dgm:spPr/>
    </dgm:pt>
    <dgm:pt modelId="{E393723A-73EF-4740-A335-608FE7BB05DE}" type="sibTrans" cxnId="{44B6F611-504D-478B-95F9-7A1187DD9857}">
      <dgm:prSet/>
      <dgm:spPr/>
    </dgm:pt>
    <dgm:pt modelId="{1E87D7F6-AB52-4F5C-A69D-FED4E39B196A}" type="pres">
      <dgm:prSet presAssocID="{9F0E88E1-975C-4A27-B62A-F7B433E6ADD2}" presName="compositeShape" presStyleCnt="0">
        <dgm:presLayoutVars>
          <dgm:dir/>
          <dgm:resizeHandles/>
        </dgm:presLayoutVars>
      </dgm:prSet>
      <dgm:spPr/>
    </dgm:pt>
    <dgm:pt modelId="{06619514-A2E9-418F-A551-C5E859F06F81}" type="pres">
      <dgm:prSet presAssocID="{9F0E88E1-975C-4A27-B62A-F7B433E6ADD2}" presName="pyramid" presStyleLbl="node1" presStyleIdx="0" presStyleCnt="1"/>
      <dgm:spPr/>
    </dgm:pt>
    <dgm:pt modelId="{69619ED1-4D49-45B3-B8AF-756E80A49D4B}" type="pres">
      <dgm:prSet presAssocID="{9F0E88E1-975C-4A27-B62A-F7B433E6ADD2}" presName="theList" presStyleCnt="0"/>
      <dgm:spPr/>
    </dgm:pt>
    <dgm:pt modelId="{1BC52A8D-E7DD-46D9-A5FA-4855E3FF5814}" type="pres">
      <dgm:prSet presAssocID="{94986AC4-F2B5-48B1-86C8-85A1E85981B4}" presName="aNode" presStyleLbl="fgAcc1" presStyleIdx="0" presStyleCnt="3">
        <dgm:presLayoutVars>
          <dgm:bulletEnabled val="1"/>
        </dgm:presLayoutVars>
      </dgm:prSet>
      <dgm:spPr/>
    </dgm:pt>
    <dgm:pt modelId="{6C469AC1-8201-4CFE-8022-2D7E815FE605}" type="pres">
      <dgm:prSet presAssocID="{94986AC4-F2B5-48B1-86C8-85A1E85981B4}" presName="aSpace" presStyleCnt="0"/>
      <dgm:spPr/>
    </dgm:pt>
    <dgm:pt modelId="{BD5A2808-0A81-4684-81A7-B6523D2D4D48}" type="pres">
      <dgm:prSet presAssocID="{FDC460FD-7FD4-4B39-93F0-931EB72BBA5D}" presName="aNode" presStyleLbl="fgAcc1" presStyleIdx="1" presStyleCnt="3">
        <dgm:presLayoutVars>
          <dgm:bulletEnabled val="1"/>
        </dgm:presLayoutVars>
      </dgm:prSet>
      <dgm:spPr/>
    </dgm:pt>
    <dgm:pt modelId="{01E567D6-598F-4DE9-A444-EDE83CCE3540}" type="pres">
      <dgm:prSet presAssocID="{FDC460FD-7FD4-4B39-93F0-931EB72BBA5D}" presName="aSpace" presStyleCnt="0"/>
      <dgm:spPr/>
    </dgm:pt>
    <dgm:pt modelId="{FE2A2B9B-8EA6-46B2-B37E-A225B1636B34}" type="pres">
      <dgm:prSet presAssocID="{120BC3D3-AF67-40AD-933A-836FF7D4568C}" presName="aNode" presStyleLbl="fgAcc1" presStyleIdx="2" presStyleCnt="3">
        <dgm:presLayoutVars>
          <dgm:bulletEnabled val="1"/>
        </dgm:presLayoutVars>
      </dgm:prSet>
      <dgm:spPr/>
    </dgm:pt>
    <dgm:pt modelId="{A4E9D52B-3E69-4085-AA42-9E3B463A2FBC}" type="pres">
      <dgm:prSet presAssocID="{120BC3D3-AF67-40AD-933A-836FF7D4568C}" presName="aSpace" presStyleCnt="0"/>
      <dgm:spPr/>
    </dgm:pt>
  </dgm:ptLst>
  <dgm:cxnLst>
    <dgm:cxn modelId="{44B6F611-504D-478B-95F9-7A1187DD9857}" srcId="{9F0E88E1-975C-4A27-B62A-F7B433E6ADD2}" destId="{120BC3D3-AF67-40AD-933A-836FF7D4568C}" srcOrd="2" destOrd="0" parTransId="{A866A2C6-85B5-4CBB-BE0D-67231B4B2227}" sibTransId="{E393723A-73EF-4740-A335-608FE7BB05DE}"/>
    <dgm:cxn modelId="{E4CF7E31-54B7-47B3-A416-AD35F3E12A52}" type="presOf" srcId="{FDC460FD-7FD4-4B39-93F0-931EB72BBA5D}" destId="{BD5A2808-0A81-4684-81A7-B6523D2D4D48}" srcOrd="0" destOrd="0" presId="urn:microsoft.com/office/officeart/2005/8/layout/pyramid2"/>
    <dgm:cxn modelId="{83A9F249-EF9D-4429-9BE7-A5418333B8E8}" srcId="{9F0E88E1-975C-4A27-B62A-F7B433E6ADD2}" destId="{FDC460FD-7FD4-4B39-93F0-931EB72BBA5D}" srcOrd="1" destOrd="0" parTransId="{1560C2C9-5B94-42C4-9822-FF8BD1D92A17}" sibTransId="{3C2192E8-DF65-4482-8A8E-7E0AE64ACB8D}"/>
    <dgm:cxn modelId="{B6ADE6B1-8834-40BA-8777-53F9FD7FA537}" type="presOf" srcId="{9F0E88E1-975C-4A27-B62A-F7B433E6ADD2}" destId="{1E87D7F6-AB52-4F5C-A69D-FED4E39B196A}" srcOrd="0" destOrd="0" presId="urn:microsoft.com/office/officeart/2005/8/layout/pyramid2"/>
    <dgm:cxn modelId="{E26887C2-75BE-4CF5-80B9-642A92077794}" srcId="{9F0E88E1-975C-4A27-B62A-F7B433E6ADD2}" destId="{94986AC4-F2B5-48B1-86C8-85A1E85981B4}" srcOrd="0" destOrd="0" parTransId="{CCCC0B1D-EDF8-41AE-8E58-40ABC197865B}" sibTransId="{84BC18A8-38C3-4642-A276-53AF6557F4D5}"/>
    <dgm:cxn modelId="{C548BADF-217C-4E5D-B5B3-DF6450347D55}" type="presOf" srcId="{94986AC4-F2B5-48B1-86C8-85A1E85981B4}" destId="{1BC52A8D-E7DD-46D9-A5FA-4855E3FF5814}" srcOrd="0" destOrd="0" presId="urn:microsoft.com/office/officeart/2005/8/layout/pyramid2"/>
    <dgm:cxn modelId="{262124E6-7E4D-41B8-BAA2-16C30BA47B1B}" type="presOf" srcId="{120BC3D3-AF67-40AD-933A-836FF7D4568C}" destId="{FE2A2B9B-8EA6-46B2-B37E-A225B1636B34}" srcOrd="0" destOrd="0" presId="urn:microsoft.com/office/officeart/2005/8/layout/pyramid2"/>
    <dgm:cxn modelId="{E445B786-033B-4DBA-9750-98CBF8905013}" type="presParOf" srcId="{1E87D7F6-AB52-4F5C-A69D-FED4E39B196A}" destId="{06619514-A2E9-418F-A551-C5E859F06F81}" srcOrd="0" destOrd="0" presId="urn:microsoft.com/office/officeart/2005/8/layout/pyramid2"/>
    <dgm:cxn modelId="{69D78E14-77EC-4C46-A305-775E7AF0CBC2}" type="presParOf" srcId="{1E87D7F6-AB52-4F5C-A69D-FED4E39B196A}" destId="{69619ED1-4D49-45B3-B8AF-756E80A49D4B}" srcOrd="1" destOrd="0" presId="urn:microsoft.com/office/officeart/2005/8/layout/pyramid2"/>
    <dgm:cxn modelId="{0C426590-F267-42CF-8F48-3C5DBA988B05}" type="presParOf" srcId="{69619ED1-4D49-45B3-B8AF-756E80A49D4B}" destId="{1BC52A8D-E7DD-46D9-A5FA-4855E3FF5814}" srcOrd="0" destOrd="0" presId="urn:microsoft.com/office/officeart/2005/8/layout/pyramid2"/>
    <dgm:cxn modelId="{5972BC10-2F6D-4AE0-9C1C-E9E1B1F1D4B7}" type="presParOf" srcId="{69619ED1-4D49-45B3-B8AF-756E80A49D4B}" destId="{6C469AC1-8201-4CFE-8022-2D7E815FE605}" srcOrd="1" destOrd="0" presId="urn:microsoft.com/office/officeart/2005/8/layout/pyramid2"/>
    <dgm:cxn modelId="{B48F0074-F8C8-449F-A544-E4A15372DEAA}" type="presParOf" srcId="{69619ED1-4D49-45B3-B8AF-756E80A49D4B}" destId="{BD5A2808-0A81-4684-81A7-B6523D2D4D48}" srcOrd="2" destOrd="0" presId="urn:microsoft.com/office/officeart/2005/8/layout/pyramid2"/>
    <dgm:cxn modelId="{DD664BF8-960F-4597-AA3C-79299D435351}" type="presParOf" srcId="{69619ED1-4D49-45B3-B8AF-756E80A49D4B}" destId="{01E567D6-598F-4DE9-A444-EDE83CCE3540}" srcOrd="3" destOrd="0" presId="urn:microsoft.com/office/officeart/2005/8/layout/pyramid2"/>
    <dgm:cxn modelId="{9357210A-D878-4DE1-9DD6-64CE5C879660}" type="presParOf" srcId="{69619ED1-4D49-45B3-B8AF-756E80A49D4B}" destId="{FE2A2B9B-8EA6-46B2-B37E-A225B1636B34}" srcOrd="4" destOrd="0" presId="urn:microsoft.com/office/officeart/2005/8/layout/pyramid2"/>
    <dgm:cxn modelId="{0B806307-492F-4993-9FAB-4695B6B1C2C5}" type="presParOf" srcId="{69619ED1-4D49-45B3-B8AF-756E80A49D4B}" destId="{A4E9D52B-3E69-4085-AA42-9E3B463A2FBC}" srcOrd="5" destOrd="0" presId="urn:microsoft.com/office/officeart/2005/8/layout/pyramid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2" qsCatId="simple" csTypeId="urn:microsoft.com/office/officeart/2005/8/colors/accent6_4" csCatId="accent6" phldr="1"/>
      <dgm:spPr/>
      <dgm:t>
        <a:bodyPr/>
        <a:lstStyle/>
        <a:p>
          <a:endParaRPr lang="en-US"/>
        </a:p>
      </dgm:t>
    </dgm:pt>
    <dgm:pt modelId="{A8C03FBB-4A75-4460-AEA6-DEAEB9C61496}">
      <dgm:prSet phldrT="[Text]" phldr="0"/>
      <dgm:spPr/>
      <dgm:t>
        <a:bodyPr/>
        <a:lstStyle/>
        <a:p>
          <a:pPr>
            <a:defRPr b="1"/>
          </a:pPr>
          <a:r>
            <a:rPr lang="en-US" b="1">
              <a:latin typeface="Aptos ExtraBold"/>
            </a:rPr>
            <a:t>P1</a:t>
          </a:r>
        </a:p>
      </dgm:t>
    </dgm:pt>
    <dgm:pt modelId="{4E972F7F-4B1B-47AA-A25B-1FFC561F1C76}" type="parTrans" cxnId="{D3D81948-D963-4D1E-AE16-9705EAF510FC}">
      <dgm:prSet/>
      <dgm:spPr/>
      <dgm:t>
        <a:bodyPr/>
        <a:lstStyle/>
        <a:p>
          <a:endParaRPr lang="en-US"/>
        </a:p>
      </dgm:t>
    </dgm:pt>
    <dgm:pt modelId="{67361508-930A-4A23-8CFC-BB56DA645C3C}" type="sibTrans" cxnId="{D3D81948-D963-4D1E-AE16-9705EAF510FC}">
      <dgm:prSet/>
      <dgm:spPr/>
      <dgm:t>
        <a:bodyPr/>
        <a:lstStyle/>
        <a:p>
          <a:endParaRPr lang="en-US"/>
        </a:p>
      </dgm:t>
    </dgm:pt>
    <dgm:pt modelId="{5E71F362-34DF-4EEC-92A3-0EFE450E05E4}">
      <dgm:prSet phldrT="[Text]" phldr="0"/>
      <dgm:spPr/>
      <dgm:t>
        <a:bodyPr/>
        <a:lstStyle/>
        <a:p>
          <a:r>
            <a:rPr lang="en-US">
              <a:latin typeface="Aptos ExtraBold"/>
            </a:rPr>
            <a:t> </a:t>
          </a:r>
          <a:r>
            <a:rPr lang="en-US" b="1">
              <a:latin typeface="Aptos ExtraBold"/>
            </a:rPr>
            <a:t>Current Date:</a:t>
          </a:r>
          <a:r>
            <a:rPr lang="en-US">
              <a:latin typeface="Aptos ExtraBold"/>
            </a:rPr>
            <a:t> </a:t>
          </a:r>
          <a:r>
            <a:rPr lang="en-US">
              <a:latin typeface="Aptos"/>
            </a:rPr>
            <a:t>01-01-2025</a:t>
          </a:r>
        </a:p>
      </dgm:t>
    </dgm:pt>
    <dgm:pt modelId="{8E5EE4D1-908E-455C-B8B3-281AD42DEC9A}" type="parTrans" cxnId="{B99CA6C9-28D1-4DDB-B8EC-AED73AD115CA}">
      <dgm:prSet/>
      <dgm:spPr/>
      <dgm:t>
        <a:bodyPr/>
        <a:lstStyle/>
        <a:p>
          <a:endParaRPr lang="en-US"/>
        </a:p>
      </dgm:t>
    </dgm:pt>
    <dgm:pt modelId="{B208B24A-E9FD-40A9-B764-FB7C2B7ED8B9}" type="sibTrans" cxnId="{B99CA6C9-28D1-4DDB-B8EC-AED73AD115CA}">
      <dgm:prSet/>
      <dgm:spPr/>
      <dgm:t>
        <a:bodyPr/>
        <a:lstStyle/>
        <a:p>
          <a:endParaRPr lang="en-US"/>
        </a:p>
      </dgm:t>
    </dgm:pt>
    <dgm:pt modelId="{91969DED-4CB8-4A14-A50B-3F7B848E46B5}">
      <dgm:prSet phldrT="[Text]" phldr="0"/>
      <dgm:spPr/>
      <dgm:t>
        <a:bodyPr/>
        <a:lstStyle/>
        <a:p>
          <a:pPr>
            <a:defRPr b="1"/>
          </a:pPr>
          <a:r>
            <a:rPr lang="en-US" b="1">
              <a:latin typeface="Aptos ExtraBold"/>
            </a:rPr>
            <a:t>P2</a:t>
          </a:r>
        </a:p>
      </dgm:t>
    </dgm:pt>
    <dgm:pt modelId="{441CD73D-85E1-42A6-BCF8-362A3247E2F3}" type="parTrans" cxnId="{537F2ED0-8BD0-4AD5-B60D-89B660EDA1AC}">
      <dgm:prSet/>
      <dgm:spPr/>
      <dgm:t>
        <a:bodyPr/>
        <a:lstStyle/>
        <a:p>
          <a:endParaRPr lang="en-US"/>
        </a:p>
      </dgm:t>
    </dgm:pt>
    <dgm:pt modelId="{81CA8AA2-C0C3-4381-BA8B-413EDD578B83}" type="sibTrans" cxnId="{537F2ED0-8BD0-4AD5-B60D-89B660EDA1AC}">
      <dgm:prSet/>
      <dgm:spPr/>
      <dgm:t>
        <a:bodyPr/>
        <a:lstStyle/>
        <a:p>
          <a:endParaRPr lang="en-US"/>
        </a:p>
      </dgm:t>
    </dgm:pt>
    <dgm:pt modelId="{8A04F340-E8E1-4146-9905-E7ADCAEAABD7}">
      <dgm:prSet phldrT="[Text]" phldr="0"/>
      <dgm:spPr/>
      <dgm:t>
        <a:bodyPr/>
        <a:lstStyle/>
        <a:p>
          <a:r>
            <a:rPr lang="en-US" b="1">
              <a:latin typeface="Aptos"/>
            </a:rPr>
            <a:t>Master: </a:t>
          </a:r>
          <a:r>
            <a:rPr lang="en-US"/>
            <a:t>Project | Category | Asset Breakdown</a:t>
          </a:r>
        </a:p>
      </dgm:t>
    </dgm:pt>
    <dgm:pt modelId="{4EBD5EC2-45ED-4ED6-8376-97D155A911AE}" type="parTrans" cxnId="{E636BFFB-0404-4D4B-B3F0-C64FDFD9DDEF}">
      <dgm:prSet/>
      <dgm:spPr/>
      <dgm:t>
        <a:bodyPr/>
        <a:lstStyle/>
        <a:p>
          <a:endParaRPr lang="en-US"/>
        </a:p>
      </dgm:t>
    </dgm:pt>
    <dgm:pt modelId="{F9CD2A04-6A34-4104-A971-391788B88F55}" type="sibTrans" cxnId="{E636BFFB-0404-4D4B-B3F0-C64FDFD9DDEF}">
      <dgm:prSet/>
      <dgm:spPr/>
      <dgm:t>
        <a:bodyPr/>
        <a:lstStyle/>
        <a:p>
          <a:endParaRPr lang="en-US"/>
        </a:p>
      </dgm:t>
    </dgm:pt>
    <dgm:pt modelId="{15D9E855-E36C-408D-BFE2-CA63EFCA92D6}">
      <dgm:prSet phldr="0"/>
      <dgm:spPr/>
      <dgm:t>
        <a:bodyPr/>
        <a:lstStyle/>
        <a:p>
          <a:pPr>
            <a:defRPr b="1"/>
          </a:pPr>
          <a:r>
            <a:rPr lang="en-US">
              <a:latin typeface="Aptos ExtraBold"/>
            </a:rPr>
            <a:t>P5</a:t>
          </a:r>
        </a:p>
      </dgm:t>
    </dgm:pt>
    <dgm:pt modelId="{78372C81-C92E-4805-B935-E1FC56508555}" type="parTrans" cxnId="{7C189C60-B83D-4239-8042-E587FC99EC2A}">
      <dgm:prSet/>
      <dgm:spPr/>
      <dgm:t>
        <a:bodyPr/>
        <a:lstStyle/>
        <a:p>
          <a:endParaRPr lang="en-US"/>
        </a:p>
      </dgm:t>
    </dgm:pt>
    <dgm:pt modelId="{CB259C36-D84F-4FD9-845A-F49BC7A64A1D}" type="sibTrans" cxnId="{7C189C60-B83D-4239-8042-E587FC99EC2A}">
      <dgm:prSet/>
      <dgm:spPr/>
      <dgm:t>
        <a:bodyPr/>
        <a:lstStyle/>
        <a:p>
          <a:endParaRPr lang="en-US"/>
        </a:p>
      </dgm:t>
    </dgm:pt>
    <dgm:pt modelId="{39FA6B86-A243-4ED5-A1B1-D3286E3092D3}">
      <dgm:prSet phldr="0"/>
      <dgm:spPr/>
      <dgm:t>
        <a:bodyPr/>
        <a:lstStyle/>
        <a:p>
          <a:r>
            <a:rPr lang="en-US" b="1">
              <a:latin typeface="Aptos"/>
            </a:rPr>
            <a:t> </a:t>
          </a:r>
          <a:r>
            <a:rPr lang="en-US" b="1">
              <a:latin typeface="Aptos ExtraBold"/>
            </a:rPr>
            <a:t>Categories:</a:t>
          </a:r>
          <a:r>
            <a:rPr lang="en-US"/>
            <a:t> Infra &amp; Hardware | Software | Others</a:t>
          </a:r>
        </a:p>
      </dgm:t>
    </dgm:pt>
    <dgm:pt modelId="{B747327F-26C7-4EAC-B3B3-75F71E57CB2A}" type="parTrans" cxnId="{AE153F63-70D9-441A-994B-4F6DCB6EBA62}">
      <dgm:prSet/>
      <dgm:spPr/>
      <dgm:t>
        <a:bodyPr/>
        <a:lstStyle/>
        <a:p>
          <a:endParaRPr lang="en-US"/>
        </a:p>
      </dgm:t>
    </dgm:pt>
    <dgm:pt modelId="{5E759704-3E59-4B3D-AD83-FB7D73ADFFE1}" type="sibTrans" cxnId="{AE153F63-70D9-441A-994B-4F6DCB6EBA62}">
      <dgm:prSet/>
      <dgm:spPr/>
      <dgm:t>
        <a:bodyPr/>
        <a:lstStyle/>
        <a:p>
          <a:endParaRPr lang="en-US"/>
        </a:p>
      </dgm:t>
    </dgm:pt>
    <dgm:pt modelId="{504AEB94-1CAA-446A-A192-30275771ABBE}">
      <dgm:prSet phldr="0"/>
      <dgm:spPr/>
      <dgm:t>
        <a:bodyPr/>
        <a:lstStyle/>
        <a:p>
          <a:pPr>
            <a:defRPr b="1"/>
          </a:pPr>
          <a:r>
            <a:rPr lang="en-US" b="1">
              <a:latin typeface="Aptos"/>
            </a:rPr>
            <a:t>P6</a:t>
          </a:r>
          <a:endParaRPr lang="en-US" b="1"/>
        </a:p>
      </dgm:t>
    </dgm:pt>
    <dgm:pt modelId="{CA50F7D4-FC3C-4E5C-A578-E4D76A42D9E4}" type="parTrans" cxnId="{D75F786B-EBB9-4ADE-A2C8-5059BA3EB3B7}">
      <dgm:prSet/>
      <dgm:spPr/>
      <dgm:t>
        <a:bodyPr/>
        <a:lstStyle/>
        <a:p>
          <a:endParaRPr lang="en-US"/>
        </a:p>
      </dgm:t>
    </dgm:pt>
    <dgm:pt modelId="{38F84425-6BEF-4679-A604-D0453F9CD74B}" type="sibTrans" cxnId="{D75F786B-EBB9-4ADE-A2C8-5059BA3EB3B7}">
      <dgm:prSet/>
      <dgm:spPr/>
      <dgm:t>
        <a:bodyPr/>
        <a:lstStyle/>
        <a:p>
          <a:endParaRPr lang="en-US"/>
        </a:p>
      </dgm:t>
    </dgm:pt>
    <dgm:pt modelId="{C7BD0450-C2B3-4F60-A151-B66743AE2117}">
      <dgm:prSet phldr="0"/>
      <dgm:spPr/>
      <dgm:t>
        <a:bodyPr/>
        <a:lstStyle/>
        <a:p>
          <a:r>
            <a:rPr lang="en-US"/>
            <a:t> Employee salary &amp; appraisal</a:t>
          </a:r>
        </a:p>
      </dgm:t>
    </dgm:pt>
    <dgm:pt modelId="{729A8549-F28A-4175-9A7D-6AC033A0EF47}" type="parTrans" cxnId="{9825E1C2-D8C7-4445-913C-4F96A9AF02D3}">
      <dgm:prSet/>
      <dgm:spPr/>
      <dgm:t>
        <a:bodyPr/>
        <a:lstStyle/>
        <a:p>
          <a:endParaRPr lang="en-US"/>
        </a:p>
      </dgm:t>
    </dgm:pt>
    <dgm:pt modelId="{9F7F4B90-8784-47BC-B3D4-A807A6EFF0FB}" type="sibTrans" cxnId="{9825E1C2-D8C7-4445-913C-4F96A9AF02D3}">
      <dgm:prSet/>
      <dgm:spPr/>
      <dgm:t>
        <a:bodyPr/>
        <a:lstStyle/>
        <a:p>
          <a:endParaRPr lang="en-US"/>
        </a:p>
      </dgm:t>
    </dgm:pt>
    <dgm:pt modelId="{F809F7F5-996B-48B6-8EFF-2BA1CDA359FF}">
      <dgm:prSet phldr="0"/>
      <dgm:spPr/>
      <dgm:t>
        <a:bodyPr/>
        <a:lstStyle/>
        <a:p>
          <a:pPr>
            <a:defRPr b="1"/>
          </a:pPr>
          <a:r>
            <a:rPr lang="en-US" b="0">
              <a:latin typeface="Aptos ExtraBold"/>
            </a:rPr>
            <a:t>P3</a:t>
          </a:r>
        </a:p>
      </dgm:t>
    </dgm:pt>
    <dgm:pt modelId="{8D3495ED-0108-4426-8DDC-187D961224F1}" type="parTrans" cxnId="{E8A74C84-C763-404F-914B-968127206678}">
      <dgm:prSet/>
      <dgm:spPr/>
      <dgm:t>
        <a:bodyPr/>
        <a:lstStyle/>
        <a:p>
          <a:endParaRPr lang="en-US"/>
        </a:p>
      </dgm:t>
    </dgm:pt>
    <dgm:pt modelId="{B0EA2F87-E93C-43FF-8B83-0F7916CA88AA}" type="sibTrans" cxnId="{E8A74C84-C763-404F-914B-968127206678}">
      <dgm:prSet/>
      <dgm:spPr/>
      <dgm:t>
        <a:bodyPr/>
        <a:lstStyle/>
        <a:p>
          <a:endParaRPr lang="en-US"/>
        </a:p>
      </dgm:t>
    </dgm:pt>
    <dgm:pt modelId="{08961E61-7AF0-47BE-8387-F2621C3F2A1C}">
      <dgm:prSet phldr="0"/>
      <dgm:spPr/>
      <dgm:t>
        <a:bodyPr/>
        <a:lstStyle/>
        <a:p>
          <a:pPr>
            <a:defRPr b="1"/>
          </a:pPr>
          <a:r>
            <a:rPr lang="en-US" b="1">
              <a:latin typeface="Aptos ExtraBold"/>
              <a:ea typeface="Calibri"/>
              <a:cs typeface="Calibri"/>
            </a:rPr>
            <a:t>P4</a:t>
          </a:r>
        </a:p>
      </dgm:t>
    </dgm:pt>
    <dgm:pt modelId="{2D59408C-B263-4010-A91D-257BAC9CF60A}" type="parTrans" cxnId="{A004C2D4-156F-428C-8FB0-0522C8233393}">
      <dgm:prSet/>
      <dgm:spPr/>
    </dgm:pt>
    <dgm:pt modelId="{B02F0205-C4B7-443D-B0FB-5EF7FAB2A64C}" type="sibTrans" cxnId="{A004C2D4-156F-428C-8FB0-0522C8233393}">
      <dgm:prSet/>
      <dgm:spPr/>
    </dgm:pt>
    <dgm:pt modelId="{4F50BF48-9E6C-4BA5-A06C-889C7398E200}">
      <dgm:prSet phldr="0"/>
      <dgm:spPr/>
      <dgm:t>
        <a:bodyPr/>
        <a:lstStyle/>
        <a:p>
          <a:r>
            <a:rPr lang="en-US" b="0">
              <a:latin typeface="Calibri"/>
              <a:ea typeface="Calibri"/>
              <a:cs typeface="Calibri"/>
            </a:rPr>
            <a:t>All project starts in 2024</a:t>
          </a:r>
        </a:p>
      </dgm:t>
    </dgm:pt>
    <dgm:pt modelId="{4104990C-C41E-4C75-904D-2621B9D2899E}" type="parTrans" cxnId="{F2226907-9C53-42B1-8E8E-26F1F0AC55D0}">
      <dgm:prSet/>
      <dgm:spPr/>
    </dgm:pt>
    <dgm:pt modelId="{F778D6E8-0356-40E9-9842-15C1930B09F0}" type="sibTrans" cxnId="{F2226907-9C53-42B1-8E8E-26F1F0AC55D0}">
      <dgm:prSet/>
      <dgm:spPr/>
    </dgm:pt>
    <dgm:pt modelId="{87C46E9C-21F4-4665-B746-A06A0BC94BEB}">
      <dgm:prSet phldr="0"/>
      <dgm:spPr/>
      <dgm:t>
        <a:bodyPr/>
        <a:lstStyle/>
        <a:p>
          <a:r>
            <a:rPr lang="en-US" b="1">
              <a:latin typeface="Aptos"/>
            </a:rPr>
            <a:t>Assets</a:t>
          </a:r>
          <a:r>
            <a:rPr lang="en-US">
              <a:latin typeface="Aptos"/>
            </a:rPr>
            <a:t>: Jira | Tableau | Office365 | Laptop | Workspace Costs</a:t>
          </a:r>
        </a:p>
      </dgm:t>
    </dgm:pt>
    <dgm:pt modelId="{954F214A-78B4-42CD-BD1D-6248587FD358}" type="parTrans" cxnId="{B88EBCA5-B372-4CDA-8FC5-E6C5B0F769F8}">
      <dgm:prSet/>
      <dgm:spPr/>
    </dgm:pt>
    <dgm:pt modelId="{0D4F7B1F-4866-4CEF-AC10-7075D8C73E2A}" type="sibTrans" cxnId="{B88EBCA5-B372-4CDA-8FC5-E6C5B0F769F8}">
      <dgm:prSet/>
      <dgm:spPr/>
    </dgm:pt>
    <dgm:pt modelId="{FB2797D5-5334-4561-96F9-BABE73AC41BD}">
      <dgm:prSet phldr="0"/>
      <dgm:spPr/>
      <dgm:t>
        <a:bodyPr/>
        <a:lstStyle/>
        <a:p>
          <a:pPr>
            <a:defRPr b="1"/>
          </a:pPr>
          <a:r>
            <a:rPr lang="en-US" b="0">
              <a:latin typeface="Aptos ExtraBold"/>
            </a:rPr>
            <a:t>P7</a:t>
          </a:r>
        </a:p>
      </dgm:t>
    </dgm:pt>
    <dgm:pt modelId="{6E6F91B1-3198-4ED1-A26A-E36727041A9A}" type="parTrans" cxnId="{DEE3904C-73EF-473C-A3B8-C50E35282486}">
      <dgm:prSet/>
      <dgm:spPr/>
    </dgm:pt>
    <dgm:pt modelId="{17889DC7-1647-446B-9264-DFD02C820541}" type="sibTrans" cxnId="{DEE3904C-73EF-473C-A3B8-C50E35282486}">
      <dgm:prSet/>
      <dgm:spPr/>
    </dgm:pt>
    <dgm:pt modelId="{99060B2C-2200-423B-8227-13902E670EFB}">
      <dgm:prSet phldr="0"/>
      <dgm:spPr/>
      <dgm:t>
        <a:bodyPr/>
        <a:lstStyle/>
        <a:p>
          <a:pPr rtl="0"/>
          <a:r>
            <a:rPr lang="en-US" b="0">
              <a:latin typeface="Aptos ExtraBold"/>
            </a:rPr>
            <a:t>Employee Roles:</a:t>
          </a:r>
          <a:r>
            <a:rPr lang="en-US" b="0">
              <a:latin typeface="Aptos"/>
            </a:rPr>
            <a:t> Data Engineer | Data Analysts</a:t>
          </a:r>
        </a:p>
      </dgm:t>
    </dgm:pt>
    <dgm:pt modelId="{5A5DF46B-2221-4B8A-A267-492061FF63DE}" type="parTrans" cxnId="{4B8978CD-C5EE-4D5D-B9E7-11C644CE18C6}">
      <dgm:prSet/>
      <dgm:spPr/>
    </dgm:pt>
    <dgm:pt modelId="{B097FDFF-F701-4D4D-A53D-3F4405368985}" type="sibTrans" cxnId="{4B8978CD-C5EE-4D5D-B9E7-11C644CE18C6}">
      <dgm:prSet/>
      <dgm:spPr/>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6">
            <a:alpha val="90000"/>
            <a:tint val="55000"/>
            <a:hueOff val="0"/>
            <a:satOff val="0"/>
            <a:lumOff val="0"/>
            <a:alphaOff val="0"/>
          </a:schemeClr>
        </a:solidFill>
        <a:ln w="12700" cap="flat" cmpd="sng" algn="ctr">
          <a:solidFill>
            <a:schemeClr val="accent6">
              <a:alpha val="90000"/>
              <a:tint val="55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7">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7"/>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7"/>
      <dgm:spPr>
        <a:noFill/>
        <a:ln w="6350" cap="flat" cmpd="sng" algn="ctr">
          <a:solidFill>
            <a:schemeClr val="accent6">
              <a:shade val="90000"/>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7"/>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7">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7"/>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7"/>
      <dgm:spPr>
        <a:noFill/>
        <a:ln w="6350" cap="flat" cmpd="sng" algn="ctr">
          <a:solidFill>
            <a:schemeClr val="accent6">
              <a:shade val="90000"/>
              <a:hueOff val="121323"/>
              <a:satOff val="2390"/>
              <a:lumOff val="797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7"/>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E3C147FC-D9B4-41EB-AEE3-57E9F89D91C6}" type="pres">
      <dgm:prSet presAssocID="{F809F7F5-996B-48B6-8EFF-2BA1CDA359FF}" presName="composite" presStyleCnt="0"/>
      <dgm:spPr/>
    </dgm:pt>
    <dgm:pt modelId="{4797E517-BE8B-4FA1-B31A-3B967B848A4B}" type="pres">
      <dgm:prSet presAssocID="{F809F7F5-996B-48B6-8EFF-2BA1CDA359FF}" presName="L1TextContainer" presStyleLbl="revTx" presStyleIdx="2" presStyleCnt="7">
        <dgm:presLayoutVars>
          <dgm:chMax val="1"/>
          <dgm:chPref val="1"/>
          <dgm:bulletEnabled val="1"/>
        </dgm:presLayoutVars>
      </dgm:prSet>
      <dgm:spPr/>
    </dgm:pt>
    <dgm:pt modelId="{681B6D27-9471-48CD-BECC-1D07208B1423}" type="pres">
      <dgm:prSet presAssocID="{F809F7F5-996B-48B6-8EFF-2BA1CDA359FF}" presName="L2TextContainerWrapper" presStyleCnt="0">
        <dgm:presLayoutVars>
          <dgm:chMax val="0"/>
          <dgm:chPref val="0"/>
          <dgm:bulletEnabled val="1"/>
        </dgm:presLayoutVars>
      </dgm:prSet>
      <dgm:spPr/>
    </dgm:pt>
    <dgm:pt modelId="{0C566248-2A3A-4A06-BC45-F28E5682E5F5}" type="pres">
      <dgm:prSet presAssocID="{F809F7F5-996B-48B6-8EFF-2BA1CDA359FF}" presName="L2TextContainer" presStyleLbl="bgAcc1" presStyleIdx="2" presStyleCnt="7"/>
      <dgm:spPr/>
    </dgm:pt>
    <dgm:pt modelId="{BC48F3BA-B15C-44BE-A382-1A22E029E045}" type="pres">
      <dgm:prSet presAssocID="{F809F7F5-996B-48B6-8EFF-2BA1CDA359FF}" presName="FlexibleEmptyPlaceHolder" presStyleCnt="0"/>
      <dgm:spPr/>
    </dgm:pt>
    <dgm:pt modelId="{05BD7FAB-6797-41E6-B533-54B33F417DE7}" type="pres">
      <dgm:prSet presAssocID="{F809F7F5-996B-48B6-8EFF-2BA1CDA359FF}" presName="ConnectLine" presStyleLbl="sibTrans1D1" presStyleIdx="2" presStyleCnt="7"/>
      <dgm:spPr>
        <a:noFill/>
        <a:ln w="6350" cap="flat" cmpd="sng" algn="ctr">
          <a:solidFill>
            <a:schemeClr val="accent6">
              <a:shade val="90000"/>
              <a:hueOff val="242646"/>
              <a:satOff val="4781"/>
              <a:lumOff val="15941"/>
              <a:alphaOff val="0"/>
            </a:schemeClr>
          </a:solidFill>
          <a:prstDash val="dash"/>
          <a:miter lim="800000"/>
        </a:ln>
        <a:effectLst/>
      </dgm:spPr>
    </dgm:pt>
    <dgm:pt modelId="{548D90A9-F820-46DD-9C4E-6360C387FC10}" type="pres">
      <dgm:prSet presAssocID="{F809F7F5-996B-48B6-8EFF-2BA1CDA359FF}" presName="ConnectorPoint" presStyleLbl="alignNode1" presStyleIdx="2" presStyleCnt="7"/>
      <dgm:spPr/>
    </dgm:pt>
    <dgm:pt modelId="{6835D59A-F05C-469E-BAE1-CA8A3BC95009}" type="pres">
      <dgm:prSet presAssocID="{F809F7F5-996B-48B6-8EFF-2BA1CDA359FF}" presName="EmptyPlaceHolder" presStyleCnt="0"/>
      <dgm:spPr/>
    </dgm:pt>
    <dgm:pt modelId="{777A2BD4-9584-4662-9AB4-C428BA9D0B04}" type="pres">
      <dgm:prSet presAssocID="{B0EA2F87-E93C-43FF-8B83-0F7916CA88AA}" presName="spaceBetweenRectangles" presStyleCnt="0"/>
      <dgm:spPr/>
    </dgm:pt>
    <dgm:pt modelId="{EFAA1F71-C442-4113-A896-A7054891C741}" type="pres">
      <dgm:prSet presAssocID="{08961E61-7AF0-47BE-8387-F2621C3F2A1C}" presName="composite" presStyleCnt="0"/>
      <dgm:spPr/>
    </dgm:pt>
    <dgm:pt modelId="{4E18598D-53CC-4605-B30C-F841A01573AD}" type="pres">
      <dgm:prSet presAssocID="{08961E61-7AF0-47BE-8387-F2621C3F2A1C}" presName="L1TextContainer" presStyleLbl="revTx" presStyleIdx="3" presStyleCnt="7">
        <dgm:presLayoutVars>
          <dgm:chMax val="1"/>
          <dgm:chPref val="1"/>
          <dgm:bulletEnabled val="1"/>
        </dgm:presLayoutVars>
      </dgm:prSet>
      <dgm:spPr/>
    </dgm:pt>
    <dgm:pt modelId="{E316717E-E56C-4F61-AE38-9FD6AFDF0670}" type="pres">
      <dgm:prSet presAssocID="{08961E61-7AF0-47BE-8387-F2621C3F2A1C}" presName="L2TextContainerWrapper" presStyleCnt="0">
        <dgm:presLayoutVars>
          <dgm:chMax val="0"/>
          <dgm:chPref val="0"/>
          <dgm:bulletEnabled val="1"/>
        </dgm:presLayoutVars>
      </dgm:prSet>
      <dgm:spPr/>
    </dgm:pt>
    <dgm:pt modelId="{BDBC86E8-A643-4C1B-8E40-8F632242EB03}" type="pres">
      <dgm:prSet presAssocID="{08961E61-7AF0-47BE-8387-F2621C3F2A1C}" presName="L2TextContainer" presStyleLbl="bgAcc1" presStyleIdx="3" presStyleCnt="7"/>
      <dgm:spPr/>
    </dgm:pt>
    <dgm:pt modelId="{C859E478-AC2A-4F79-A015-6116A5B8E770}" type="pres">
      <dgm:prSet presAssocID="{08961E61-7AF0-47BE-8387-F2621C3F2A1C}" presName="FlexibleEmptyPlaceHolder" presStyleCnt="0"/>
      <dgm:spPr/>
    </dgm:pt>
    <dgm:pt modelId="{FC624653-067A-4841-933A-31EB0DB0434C}" type="pres">
      <dgm:prSet presAssocID="{08961E61-7AF0-47BE-8387-F2621C3F2A1C}" presName="ConnectLine" presStyleLbl="sibTrans1D1" presStyleIdx="3" presStyleCnt="7"/>
      <dgm:spPr>
        <a:noFill/>
        <a:ln w="6350" cap="flat" cmpd="sng" algn="ctr">
          <a:solidFill>
            <a:schemeClr val="accent6">
              <a:shade val="90000"/>
              <a:hueOff val="363969"/>
              <a:satOff val="7171"/>
              <a:lumOff val="23911"/>
              <a:alphaOff val="0"/>
            </a:schemeClr>
          </a:solidFill>
          <a:prstDash val="dash"/>
          <a:miter lim="800000"/>
        </a:ln>
        <a:effectLst/>
      </dgm:spPr>
    </dgm:pt>
    <dgm:pt modelId="{F144B7F9-21FB-4F20-88FD-017275D748E8}" type="pres">
      <dgm:prSet presAssocID="{08961E61-7AF0-47BE-8387-F2621C3F2A1C}" presName="ConnectorPoint" presStyleLbl="alignNode1" presStyleIdx="3" presStyleCnt="7"/>
      <dgm:spPr/>
    </dgm:pt>
    <dgm:pt modelId="{FF643C19-F478-4421-BA5E-93ADC51D74BC}" type="pres">
      <dgm:prSet presAssocID="{08961E61-7AF0-47BE-8387-F2621C3F2A1C}" presName="EmptyPlaceHolder" presStyleCnt="0"/>
      <dgm:spPr/>
    </dgm:pt>
    <dgm:pt modelId="{B6EAE6F8-54E1-416D-BE36-FA42B4021FB0}" type="pres">
      <dgm:prSet presAssocID="{B02F0205-C4B7-443D-B0FB-5EF7FAB2A64C}" presName="spaceBetweenRectangles" presStyleCnt="0"/>
      <dgm:spPr/>
    </dgm:pt>
    <dgm:pt modelId="{A475222C-CAC0-4E23-9382-871F2398A990}" type="pres">
      <dgm:prSet presAssocID="{15D9E855-E36C-408D-BFE2-CA63EFCA92D6}" presName="composite" presStyleCnt="0"/>
      <dgm:spPr/>
    </dgm:pt>
    <dgm:pt modelId="{4E077663-2365-4FEE-8442-A6E2830A7C54}" type="pres">
      <dgm:prSet presAssocID="{15D9E855-E36C-408D-BFE2-CA63EFCA92D6}" presName="L1TextContainer" presStyleLbl="revTx" presStyleIdx="4" presStyleCnt="7">
        <dgm:presLayoutVars>
          <dgm:chMax val="1"/>
          <dgm:chPref val="1"/>
          <dgm:bulletEnabled val="1"/>
        </dgm:presLayoutVars>
      </dgm:prSet>
      <dgm:spPr/>
    </dgm:pt>
    <dgm:pt modelId="{A86C720F-2EC5-4FEF-B042-592454749DD0}" type="pres">
      <dgm:prSet presAssocID="{15D9E855-E36C-408D-BFE2-CA63EFCA92D6}" presName="L2TextContainerWrapper" presStyleCnt="0">
        <dgm:presLayoutVars>
          <dgm:chMax val="0"/>
          <dgm:chPref val="0"/>
          <dgm:bulletEnabled val="1"/>
        </dgm:presLayoutVars>
      </dgm:prSet>
      <dgm:spPr/>
    </dgm:pt>
    <dgm:pt modelId="{EC451CAD-5F13-4474-966F-4C2DFE47D2E4}" type="pres">
      <dgm:prSet presAssocID="{15D9E855-E36C-408D-BFE2-CA63EFCA92D6}" presName="L2TextContainer" presStyleLbl="bgAcc1" presStyleIdx="4" presStyleCnt="7"/>
      <dgm:spPr/>
    </dgm:pt>
    <dgm:pt modelId="{3589C95E-2429-45FF-A5BA-CA55772E1E07}" type="pres">
      <dgm:prSet presAssocID="{15D9E855-E36C-408D-BFE2-CA63EFCA92D6}" presName="FlexibleEmptyPlaceHolder" presStyleCnt="0"/>
      <dgm:spPr/>
    </dgm:pt>
    <dgm:pt modelId="{0054B056-9D52-4FDA-AE48-EA92759AB2CF}" type="pres">
      <dgm:prSet presAssocID="{15D9E855-E36C-408D-BFE2-CA63EFCA92D6}" presName="ConnectLine" presStyleLbl="sibTrans1D1" presStyleIdx="4" presStyleCnt="7"/>
      <dgm:spPr>
        <a:noFill/>
        <a:ln w="6350" cap="flat" cmpd="sng" algn="ctr">
          <a:solidFill>
            <a:schemeClr val="accent6">
              <a:shade val="90000"/>
              <a:hueOff val="242646"/>
              <a:satOff val="4781"/>
              <a:lumOff val="15941"/>
              <a:alphaOff val="0"/>
            </a:schemeClr>
          </a:solidFill>
          <a:prstDash val="dash"/>
          <a:miter lim="800000"/>
        </a:ln>
        <a:effectLst/>
      </dgm:spPr>
    </dgm:pt>
    <dgm:pt modelId="{334BCE71-12C9-4492-85F9-787E9C2472D7}" type="pres">
      <dgm:prSet presAssocID="{15D9E855-E36C-408D-BFE2-CA63EFCA92D6}" presName="ConnectorPoint" presStyleLbl="alignNode1" presStyleIdx="4" presStyleCnt="7"/>
      <dgm:spPr/>
    </dgm:pt>
    <dgm:pt modelId="{8AA33E66-EBED-4E1E-B313-6C069EDC595E}" type="pres">
      <dgm:prSet presAssocID="{15D9E855-E36C-408D-BFE2-CA63EFCA92D6}" presName="EmptyPlaceHolder" presStyleCnt="0"/>
      <dgm:spPr/>
    </dgm:pt>
    <dgm:pt modelId="{E1F502D0-363F-4425-B38C-C62B642EAF54}" type="pres">
      <dgm:prSet presAssocID="{CB259C36-D84F-4FD9-845A-F49BC7A64A1D}" presName="spaceBetweenRectangles" presStyleCnt="0"/>
      <dgm:spPr/>
    </dgm:pt>
    <dgm:pt modelId="{844A8BC5-E5B6-49FD-AFB7-94BD84563CAC}" type="pres">
      <dgm:prSet presAssocID="{504AEB94-1CAA-446A-A192-30275771ABBE}" presName="composite" presStyleCnt="0"/>
      <dgm:spPr/>
    </dgm:pt>
    <dgm:pt modelId="{B61B649F-2B78-4E78-A50D-989976CCF570}" type="pres">
      <dgm:prSet presAssocID="{504AEB94-1CAA-446A-A192-30275771ABBE}" presName="L1TextContainer" presStyleLbl="revTx" presStyleIdx="5" presStyleCnt="7">
        <dgm:presLayoutVars>
          <dgm:chMax val="1"/>
          <dgm:chPref val="1"/>
          <dgm:bulletEnabled val="1"/>
        </dgm:presLayoutVars>
      </dgm:prSet>
      <dgm:spPr/>
    </dgm:pt>
    <dgm:pt modelId="{E2C71AE8-CF8D-4025-AE6E-179D1FD24246}" type="pres">
      <dgm:prSet presAssocID="{504AEB94-1CAA-446A-A192-30275771ABBE}" presName="L2TextContainerWrapper" presStyleCnt="0">
        <dgm:presLayoutVars>
          <dgm:chMax val="0"/>
          <dgm:chPref val="0"/>
          <dgm:bulletEnabled val="1"/>
        </dgm:presLayoutVars>
      </dgm:prSet>
      <dgm:spPr/>
    </dgm:pt>
    <dgm:pt modelId="{0C555AA3-3276-4075-8871-3F68671A4C07}" type="pres">
      <dgm:prSet presAssocID="{504AEB94-1CAA-446A-A192-30275771ABBE}" presName="L2TextContainer" presStyleLbl="bgAcc1" presStyleIdx="5" presStyleCnt="7"/>
      <dgm:spPr/>
    </dgm:pt>
    <dgm:pt modelId="{B473FA1A-2020-44A6-89DE-44ADDF4AA038}" type="pres">
      <dgm:prSet presAssocID="{504AEB94-1CAA-446A-A192-30275771ABBE}" presName="FlexibleEmptyPlaceHolder" presStyleCnt="0"/>
      <dgm:spPr/>
    </dgm:pt>
    <dgm:pt modelId="{8C2DA9DA-33A0-43A8-A61C-B928969C9274}" type="pres">
      <dgm:prSet presAssocID="{504AEB94-1CAA-446A-A192-30275771ABBE}" presName="ConnectLine" presStyleLbl="sibTrans1D1" presStyleIdx="5" presStyleCnt="7"/>
      <dgm:spPr>
        <a:noFill/>
        <a:ln w="6350" cap="flat" cmpd="sng" algn="ctr">
          <a:solidFill>
            <a:schemeClr val="accent6">
              <a:shade val="90000"/>
              <a:hueOff val="121323"/>
              <a:satOff val="2390"/>
              <a:lumOff val="7970"/>
              <a:alphaOff val="0"/>
            </a:schemeClr>
          </a:solidFill>
          <a:prstDash val="dash"/>
          <a:miter lim="800000"/>
        </a:ln>
        <a:effectLst/>
      </dgm:spPr>
    </dgm:pt>
    <dgm:pt modelId="{BCD13164-6ED9-4693-B516-B45C886DAE00}" type="pres">
      <dgm:prSet presAssocID="{504AEB94-1CAA-446A-A192-30275771ABBE}" presName="ConnectorPoint" presStyleLbl="alignNode1" presStyleIdx="5" presStyleCnt="7"/>
      <dgm:spPr/>
    </dgm:pt>
    <dgm:pt modelId="{22A7E8C6-2674-4178-A73B-85449A7B2EE0}" type="pres">
      <dgm:prSet presAssocID="{504AEB94-1CAA-446A-A192-30275771ABBE}" presName="EmptyPlaceHolder" presStyleCnt="0"/>
      <dgm:spPr/>
    </dgm:pt>
    <dgm:pt modelId="{F7D68736-3697-434A-A46A-EC6BC9F50B45}" type="pres">
      <dgm:prSet presAssocID="{38F84425-6BEF-4679-A604-D0453F9CD74B}" presName="spaceBetweenRectangles" presStyleCnt="0"/>
      <dgm:spPr/>
    </dgm:pt>
    <dgm:pt modelId="{326FC279-82B7-4373-9809-7F334201B5C6}" type="pres">
      <dgm:prSet presAssocID="{FB2797D5-5334-4561-96F9-BABE73AC41BD}" presName="composite" presStyleCnt="0"/>
      <dgm:spPr/>
    </dgm:pt>
    <dgm:pt modelId="{0970B795-CE54-43A8-8DD9-74A1F6D4CD3B}" type="pres">
      <dgm:prSet presAssocID="{FB2797D5-5334-4561-96F9-BABE73AC41BD}" presName="L1TextContainer" presStyleLbl="revTx" presStyleIdx="6" presStyleCnt="7">
        <dgm:presLayoutVars>
          <dgm:chMax val="1"/>
          <dgm:chPref val="1"/>
          <dgm:bulletEnabled val="1"/>
        </dgm:presLayoutVars>
      </dgm:prSet>
      <dgm:spPr/>
    </dgm:pt>
    <dgm:pt modelId="{2D3D7DC1-753D-4D26-91DE-FD19CBDD4217}" type="pres">
      <dgm:prSet presAssocID="{FB2797D5-5334-4561-96F9-BABE73AC41BD}" presName="L2TextContainerWrapper" presStyleCnt="0">
        <dgm:presLayoutVars>
          <dgm:chMax val="0"/>
          <dgm:chPref val="0"/>
          <dgm:bulletEnabled val="1"/>
        </dgm:presLayoutVars>
      </dgm:prSet>
      <dgm:spPr/>
    </dgm:pt>
    <dgm:pt modelId="{93F030F3-A594-44CE-8993-DFD62BA6BFCF}" type="pres">
      <dgm:prSet presAssocID="{FB2797D5-5334-4561-96F9-BABE73AC41BD}" presName="L2TextContainer" presStyleLbl="bgAcc1" presStyleIdx="6" presStyleCnt="7"/>
      <dgm:spPr/>
    </dgm:pt>
    <dgm:pt modelId="{CD6D8744-5BA8-404B-AE41-8202985A60E3}" type="pres">
      <dgm:prSet presAssocID="{FB2797D5-5334-4561-96F9-BABE73AC41BD}" presName="FlexibleEmptyPlaceHolder" presStyleCnt="0"/>
      <dgm:spPr/>
    </dgm:pt>
    <dgm:pt modelId="{D6C120BE-30BD-4E17-A038-B7E9478F2A1F}" type="pres">
      <dgm:prSet presAssocID="{FB2797D5-5334-4561-96F9-BABE73AC41BD}" presName="ConnectLine" presStyleLbl="sibTrans1D1" presStyleIdx="6" presStyleCnt="7"/>
      <dgm:spPr>
        <a:noFill/>
        <a:ln w="6350" cap="flat" cmpd="sng" algn="ctr">
          <a:solidFill>
            <a:schemeClr val="accent6">
              <a:shade val="90000"/>
              <a:hueOff val="181984"/>
              <a:satOff val="3585"/>
              <a:lumOff val="11955"/>
              <a:alphaOff val="0"/>
            </a:schemeClr>
          </a:solidFill>
          <a:prstDash val="dash"/>
          <a:miter lim="800000"/>
        </a:ln>
        <a:effectLst/>
      </dgm:spPr>
    </dgm:pt>
    <dgm:pt modelId="{1F54863E-DDD2-4718-A127-FD30FDB89528}" type="pres">
      <dgm:prSet presAssocID="{FB2797D5-5334-4561-96F9-BABE73AC41BD}" presName="ConnectorPoint" presStyleLbl="alignNode1" presStyleIdx="6" presStyleCnt="7"/>
      <dgm:spPr/>
    </dgm:pt>
    <dgm:pt modelId="{B099C8FC-EBEF-4881-8710-9369F3A29F48}" type="pres">
      <dgm:prSet presAssocID="{FB2797D5-5334-4561-96F9-BABE73AC41BD}" presName="EmptyPlaceHolder" presStyleCnt="0"/>
      <dgm:spPr/>
    </dgm:pt>
  </dgm:ptLst>
  <dgm:cxnLst>
    <dgm:cxn modelId="{BC7A4500-0F9D-4082-B195-A4F7210DBB8A}" type="presOf" srcId="{08961E61-7AF0-47BE-8387-F2621C3F2A1C}" destId="{4E18598D-53CC-4605-B30C-F841A01573AD}" srcOrd="0" destOrd="0" presId="urn:microsoft.com/office/officeart/2016/7/layout/BasicTimeline"/>
    <dgm:cxn modelId="{7B159604-E144-47E1-8F90-A86F942A37C2}" type="presOf" srcId="{504AEB94-1CAA-446A-A192-30275771ABBE}" destId="{B61B649F-2B78-4E78-A50D-989976CCF570}" srcOrd="0" destOrd="0" presId="urn:microsoft.com/office/officeart/2016/7/layout/BasicTimeline"/>
    <dgm:cxn modelId="{F2226907-9C53-42B1-8E8E-26F1F0AC55D0}" srcId="{08961E61-7AF0-47BE-8387-F2621C3F2A1C}" destId="{4F50BF48-9E6C-4BA5-A06C-889C7398E200}" srcOrd="0" destOrd="0" parTransId="{4104990C-C41E-4C75-904D-2621B9D2899E}" sibTransId="{F778D6E8-0356-40E9-9842-15C1930B09F0}"/>
    <dgm:cxn modelId="{7C189C60-B83D-4239-8042-E587FC99EC2A}" srcId="{A66480AC-C0DE-4E5E-9ECD-9AE37E3FCB79}" destId="{15D9E855-E36C-408D-BFE2-CA63EFCA92D6}" srcOrd="4" destOrd="0" parTransId="{78372C81-C92E-4805-B935-E1FC56508555}" sibTransId="{CB259C36-D84F-4FD9-845A-F49BC7A64A1D}"/>
    <dgm:cxn modelId="{CA908C42-86CC-4807-BCC0-EE718DBD8A28}" type="presOf" srcId="{91969DED-4CB8-4A14-A50B-3F7B848E46B5}" destId="{60D0713D-AF69-4AF8-B071-F65622790886}" srcOrd="0" destOrd="0" presId="urn:microsoft.com/office/officeart/2016/7/layout/BasicTimeline"/>
    <dgm:cxn modelId="{AE153F63-70D9-441A-994B-4F6DCB6EBA62}" srcId="{15D9E855-E36C-408D-BFE2-CA63EFCA92D6}" destId="{39FA6B86-A243-4ED5-A1B1-D3286E3092D3}" srcOrd="0" destOrd="0" parTransId="{B747327F-26C7-4EAC-B3B3-75F71E57CB2A}" sibTransId="{5E759704-3E59-4B3D-AD83-FB7D73ADFFE1}"/>
    <dgm:cxn modelId="{D3D81948-D963-4D1E-AE16-9705EAF510FC}" srcId="{A66480AC-C0DE-4E5E-9ECD-9AE37E3FCB79}" destId="{A8C03FBB-4A75-4460-AEA6-DEAEB9C61496}" srcOrd="0" destOrd="0" parTransId="{4E972F7F-4B1B-47AA-A25B-1FFC561F1C76}" sibTransId="{67361508-930A-4A23-8CFC-BB56DA645C3C}"/>
    <dgm:cxn modelId="{D75F786B-EBB9-4ADE-A2C8-5059BA3EB3B7}" srcId="{A66480AC-C0DE-4E5E-9ECD-9AE37E3FCB79}" destId="{504AEB94-1CAA-446A-A192-30275771ABBE}" srcOrd="5" destOrd="0" parTransId="{CA50F7D4-FC3C-4E5C-A578-E4D76A42D9E4}" sibTransId="{38F84425-6BEF-4679-A604-D0453F9CD74B}"/>
    <dgm:cxn modelId="{DEE3904C-73EF-473C-A3B8-C50E35282486}" srcId="{A66480AC-C0DE-4E5E-9ECD-9AE37E3FCB79}" destId="{FB2797D5-5334-4561-96F9-BABE73AC41BD}" srcOrd="6" destOrd="0" parTransId="{6E6F91B1-3198-4ED1-A26A-E36727041A9A}" sibTransId="{17889DC7-1647-446B-9264-DFD02C820541}"/>
    <dgm:cxn modelId="{E8A74C84-C763-404F-914B-968127206678}" srcId="{A66480AC-C0DE-4E5E-9ECD-9AE37E3FCB79}" destId="{F809F7F5-996B-48B6-8EFF-2BA1CDA359FF}" srcOrd="2" destOrd="0" parTransId="{8D3495ED-0108-4426-8DDC-187D961224F1}" sibTransId="{B0EA2F87-E93C-43FF-8B83-0F7916CA88AA}"/>
    <dgm:cxn modelId="{8AB4B89A-CFA6-468B-AD88-264F76F1215D}" type="presOf" srcId="{99060B2C-2200-423B-8227-13902E670EFB}" destId="{93F030F3-A594-44CE-8993-DFD62BA6BFCF}" srcOrd="0" destOrd="0" presId="urn:microsoft.com/office/officeart/2016/7/layout/BasicTimeline"/>
    <dgm:cxn modelId="{3016D09C-6A96-48C1-B36F-DC87A6E96FBE}" type="presOf" srcId="{15D9E855-E36C-408D-BFE2-CA63EFCA92D6}" destId="{4E077663-2365-4FEE-8442-A6E2830A7C54}" srcOrd="0" destOrd="0" presId="urn:microsoft.com/office/officeart/2016/7/layout/BasicTimeline"/>
    <dgm:cxn modelId="{B88EBCA5-B372-4CDA-8FC5-E6C5B0F769F8}" srcId="{504AEB94-1CAA-446A-A192-30275771ABBE}" destId="{87C46E9C-21F4-4665-B746-A06A0BC94BEB}" srcOrd="0" destOrd="0" parTransId="{954F214A-78B4-42CD-BD1D-6248587FD358}" sibTransId="{0D4F7B1F-4866-4CEF-AC10-7075D8C73E2A}"/>
    <dgm:cxn modelId="{870BEDA5-2216-4A80-87A7-550638FDF76E}" type="presOf" srcId="{C7BD0450-C2B3-4F60-A151-B66743AE2117}" destId="{0C566248-2A3A-4A06-BC45-F28E5682E5F5}" srcOrd="0" destOrd="0" presId="urn:microsoft.com/office/officeart/2016/7/layout/BasicTimeline"/>
    <dgm:cxn modelId="{AF449AAB-3C6C-4539-A970-23E4872AE275}" type="presOf" srcId="{5E71F362-34DF-4EEC-92A3-0EFE450E05E4}" destId="{BA29120C-7C6B-4F62-9079-4AD528BC0744}" srcOrd="0" destOrd="0" presId="urn:microsoft.com/office/officeart/2016/7/layout/BasicTimeline"/>
    <dgm:cxn modelId="{598278AD-5B23-47B8-BD55-DA8912D5DA0B}" type="presOf" srcId="{39FA6B86-A243-4ED5-A1B1-D3286E3092D3}" destId="{EC451CAD-5F13-4474-966F-4C2DFE47D2E4}" srcOrd="0" destOrd="0" presId="urn:microsoft.com/office/officeart/2016/7/layout/BasicTimeline"/>
    <dgm:cxn modelId="{0457D5B0-0EA2-4177-AF93-A13900C0DA15}" type="presOf" srcId="{4F50BF48-9E6C-4BA5-A06C-889C7398E200}" destId="{BDBC86E8-A643-4C1B-8E40-8F632242EB03}" srcOrd="0" destOrd="0" presId="urn:microsoft.com/office/officeart/2016/7/layout/BasicTimeline"/>
    <dgm:cxn modelId="{AD0BB1BC-9ADF-42A2-972F-74337083DC75}" type="presOf" srcId="{F809F7F5-996B-48B6-8EFF-2BA1CDA359FF}" destId="{4797E517-BE8B-4FA1-B31A-3B967B848A4B}" srcOrd="0" destOrd="0" presId="urn:microsoft.com/office/officeart/2016/7/layout/BasicTimeline"/>
    <dgm:cxn modelId="{FE4665C2-2ACA-4B9C-B4D2-890A6B5E4A8E}" type="presOf" srcId="{A8C03FBB-4A75-4460-AEA6-DEAEB9C61496}" destId="{FE5C7F33-9326-49FB-89A3-8A20163AD994}" srcOrd="0" destOrd="0" presId="urn:microsoft.com/office/officeart/2016/7/layout/BasicTimeline"/>
    <dgm:cxn modelId="{9825E1C2-D8C7-4445-913C-4F96A9AF02D3}" srcId="{F809F7F5-996B-48B6-8EFF-2BA1CDA359FF}" destId="{C7BD0450-C2B3-4F60-A151-B66743AE2117}" srcOrd="0" destOrd="0" parTransId="{729A8549-F28A-4175-9A7D-6AC033A0EF47}" sibTransId="{9F7F4B90-8784-47BC-B3D4-A807A6EFF0FB}"/>
    <dgm:cxn modelId="{B99CA6C9-28D1-4DDB-B8EC-AED73AD115CA}" srcId="{A8C03FBB-4A75-4460-AEA6-DEAEB9C61496}" destId="{5E71F362-34DF-4EEC-92A3-0EFE450E05E4}" srcOrd="0" destOrd="0" parTransId="{8E5EE4D1-908E-455C-B8B3-281AD42DEC9A}" sibTransId="{B208B24A-E9FD-40A9-B764-FB7C2B7ED8B9}"/>
    <dgm:cxn modelId="{B7F21DCC-F890-4E45-AF9C-7E5D8336C4BF}" type="presOf" srcId="{FB2797D5-5334-4561-96F9-BABE73AC41BD}" destId="{0970B795-CE54-43A8-8DD9-74A1F6D4CD3B}" srcOrd="0" destOrd="0" presId="urn:microsoft.com/office/officeart/2016/7/layout/BasicTimeline"/>
    <dgm:cxn modelId="{4B8978CD-C5EE-4D5D-B9E7-11C644CE18C6}" srcId="{FB2797D5-5334-4561-96F9-BABE73AC41BD}" destId="{99060B2C-2200-423B-8227-13902E670EFB}" srcOrd="0" destOrd="0" parTransId="{5A5DF46B-2221-4B8A-A267-492061FF63DE}" sibTransId="{B097FDFF-F701-4D4D-A53D-3F4405368985}"/>
    <dgm:cxn modelId="{537F2ED0-8BD0-4AD5-B60D-89B660EDA1AC}" srcId="{A66480AC-C0DE-4E5E-9ECD-9AE37E3FCB79}" destId="{91969DED-4CB8-4A14-A50B-3F7B848E46B5}" srcOrd="1" destOrd="0" parTransId="{441CD73D-85E1-42A6-BCF8-362A3247E2F3}" sibTransId="{81CA8AA2-C0C3-4381-BA8B-413EDD578B83}"/>
    <dgm:cxn modelId="{A004C2D4-156F-428C-8FB0-0522C8233393}" srcId="{A66480AC-C0DE-4E5E-9ECD-9AE37E3FCB79}" destId="{08961E61-7AF0-47BE-8387-F2621C3F2A1C}" srcOrd="3" destOrd="0" parTransId="{2D59408C-B263-4010-A91D-257BAC9CF60A}" sibTransId="{B02F0205-C4B7-443D-B0FB-5EF7FAB2A64C}"/>
    <dgm:cxn modelId="{403E30EA-CA23-4A5A-9D22-DF82F93CFF08}" type="presOf" srcId="{A66480AC-C0DE-4E5E-9ECD-9AE37E3FCB79}" destId="{9FFA803F-EA25-49D8-A073-96E9747E345F}" srcOrd="0" destOrd="0" presId="urn:microsoft.com/office/officeart/2016/7/layout/BasicTimeline"/>
    <dgm:cxn modelId="{C26A96F7-1AB5-4E8C-A788-BC24BCCE9DF5}" type="presOf" srcId="{8A04F340-E8E1-4146-9905-E7ADCAEAABD7}" destId="{DADAA0C9-3E42-4088-8622-30E9F6EA139A}" srcOrd="0" destOrd="0" presId="urn:microsoft.com/office/officeart/2016/7/layout/BasicTimeline"/>
    <dgm:cxn modelId="{8D7762F8-C899-430E-A89A-AE44F7CDF9C4}" type="presOf" srcId="{87C46E9C-21F4-4665-B746-A06A0BC94BEB}" destId="{0C555AA3-3276-4075-8871-3F68671A4C07}"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1A074FE2-1870-4853-A39C-6AF1A2EB1E45}" type="presParOf" srcId="{9FFA803F-EA25-49D8-A073-96E9747E345F}" destId="{EE0E6265-BE99-48D1-8879-DB5A75D6D78E}" srcOrd="0" destOrd="0" presId="urn:microsoft.com/office/officeart/2016/7/layout/BasicTimeline"/>
    <dgm:cxn modelId="{790A9BE0-719F-4F13-AA85-FA37196C22CD}" type="presParOf" srcId="{9FFA803F-EA25-49D8-A073-96E9747E345F}" destId="{BDA8F949-88B8-486D-9E41-ABA1463A8926}" srcOrd="1" destOrd="0" presId="urn:microsoft.com/office/officeart/2016/7/layout/BasicTimeline"/>
    <dgm:cxn modelId="{8F4DB69B-742D-4B80-AE72-414282BE3B66}" type="presParOf" srcId="{BDA8F949-88B8-486D-9E41-ABA1463A8926}" destId="{A41AEE8D-8763-4311-BB07-B499A93D76EA}" srcOrd="0" destOrd="0" presId="urn:microsoft.com/office/officeart/2016/7/layout/BasicTimeline"/>
    <dgm:cxn modelId="{895CBAF4-4702-4CE0-8290-26F5CAACEC39}" type="presParOf" srcId="{A41AEE8D-8763-4311-BB07-B499A93D76EA}" destId="{FE5C7F33-9326-49FB-89A3-8A20163AD994}" srcOrd="0" destOrd="0" presId="urn:microsoft.com/office/officeart/2016/7/layout/BasicTimeline"/>
    <dgm:cxn modelId="{F5026BD7-105E-427E-91B9-50E330F4184D}" type="presParOf" srcId="{A41AEE8D-8763-4311-BB07-B499A93D76EA}" destId="{C51067AB-548D-47E7-B9DD-C7A4C9600F8C}" srcOrd="1" destOrd="0" presId="urn:microsoft.com/office/officeart/2016/7/layout/BasicTimeline"/>
    <dgm:cxn modelId="{DED60AFB-452B-48A3-9A55-C1B37886B56C}" type="presParOf" srcId="{C51067AB-548D-47E7-B9DD-C7A4C9600F8C}" destId="{BA29120C-7C6B-4F62-9079-4AD528BC0744}" srcOrd="0" destOrd="0" presId="urn:microsoft.com/office/officeart/2016/7/layout/BasicTimeline"/>
    <dgm:cxn modelId="{F4AC5A77-8380-418E-ACA2-3DB6287141A0}" type="presParOf" srcId="{C51067AB-548D-47E7-B9DD-C7A4C9600F8C}" destId="{617B6CDA-9351-44EF-9011-41758FE93851}" srcOrd="1" destOrd="0" presId="urn:microsoft.com/office/officeart/2016/7/layout/BasicTimeline"/>
    <dgm:cxn modelId="{C5AF5B49-9E99-4366-AAFF-56CE5C1F8F4C}" type="presParOf" srcId="{A41AEE8D-8763-4311-BB07-B499A93D76EA}" destId="{A95DB80B-444A-4D69-B205-3A801BB8524A}" srcOrd="2" destOrd="0" presId="urn:microsoft.com/office/officeart/2016/7/layout/BasicTimeline"/>
    <dgm:cxn modelId="{4F3DD408-98E9-4168-B9EF-D9F3BD41714B}" type="presParOf" srcId="{A41AEE8D-8763-4311-BB07-B499A93D76EA}" destId="{FA19A0AA-8B0B-4AA8-A80D-08CFFDD3F112}" srcOrd="3" destOrd="0" presId="urn:microsoft.com/office/officeart/2016/7/layout/BasicTimeline"/>
    <dgm:cxn modelId="{3FEFF9F4-FED1-413B-ABEC-B3F50130D0A4}" type="presParOf" srcId="{A41AEE8D-8763-4311-BB07-B499A93D76EA}" destId="{C298CC98-EF08-4D23-94A2-F58DEE6D7DE4}" srcOrd="4" destOrd="0" presId="urn:microsoft.com/office/officeart/2016/7/layout/BasicTimeline"/>
    <dgm:cxn modelId="{AD0223C8-5C49-4F98-BC3E-6115BA37BB02}" type="presParOf" srcId="{BDA8F949-88B8-486D-9E41-ABA1463A8926}" destId="{F3D981F8-7433-4E93-99E6-2B447306B973}" srcOrd="1" destOrd="0" presId="urn:microsoft.com/office/officeart/2016/7/layout/BasicTimeline"/>
    <dgm:cxn modelId="{3073AF81-7B13-42D5-8111-6B5F0A084C3C}" type="presParOf" srcId="{BDA8F949-88B8-486D-9E41-ABA1463A8926}" destId="{7D29DFA7-018B-45C9-AC1C-5CFC82FEE150}" srcOrd="2" destOrd="0" presId="urn:microsoft.com/office/officeart/2016/7/layout/BasicTimeline"/>
    <dgm:cxn modelId="{4F25B157-701C-4803-8816-867615E1AA94}" type="presParOf" srcId="{7D29DFA7-018B-45C9-AC1C-5CFC82FEE150}" destId="{60D0713D-AF69-4AF8-B071-F65622790886}" srcOrd="0" destOrd="0" presId="urn:microsoft.com/office/officeart/2016/7/layout/BasicTimeline"/>
    <dgm:cxn modelId="{C7AA3610-CE00-4C00-BCEE-62D1174E9D81}" type="presParOf" srcId="{7D29DFA7-018B-45C9-AC1C-5CFC82FEE150}" destId="{5DAA1547-FEA7-4F69-96D3-0E3A07601B1E}" srcOrd="1" destOrd="0" presId="urn:microsoft.com/office/officeart/2016/7/layout/BasicTimeline"/>
    <dgm:cxn modelId="{A3E8B87A-4972-417F-A83F-C7AFE3335E8B}" type="presParOf" srcId="{5DAA1547-FEA7-4F69-96D3-0E3A07601B1E}" destId="{DADAA0C9-3E42-4088-8622-30E9F6EA139A}" srcOrd="0" destOrd="0" presId="urn:microsoft.com/office/officeart/2016/7/layout/BasicTimeline"/>
    <dgm:cxn modelId="{45F8C032-07D9-4878-AB6B-2B79F1691B6E}" type="presParOf" srcId="{5DAA1547-FEA7-4F69-96D3-0E3A07601B1E}" destId="{D2E61EE0-F306-43AF-AFF9-74A14B9CF379}" srcOrd="1" destOrd="0" presId="urn:microsoft.com/office/officeart/2016/7/layout/BasicTimeline"/>
    <dgm:cxn modelId="{1BCA181C-4142-46AF-9FAD-DDD5BF71F253}" type="presParOf" srcId="{7D29DFA7-018B-45C9-AC1C-5CFC82FEE150}" destId="{DBD74D6B-057A-432C-9067-BF618C19EB2A}" srcOrd="2" destOrd="0" presId="urn:microsoft.com/office/officeart/2016/7/layout/BasicTimeline"/>
    <dgm:cxn modelId="{F1D87800-0361-4FBC-B7FC-AE56B129FFA1}" type="presParOf" srcId="{7D29DFA7-018B-45C9-AC1C-5CFC82FEE150}" destId="{0F979253-FD39-4920-BFCA-78C564B167EA}" srcOrd="3" destOrd="0" presId="urn:microsoft.com/office/officeart/2016/7/layout/BasicTimeline"/>
    <dgm:cxn modelId="{54087F8E-9D41-4CBF-BAA5-AF9AB15BCA61}" type="presParOf" srcId="{7D29DFA7-018B-45C9-AC1C-5CFC82FEE150}" destId="{C9B4B298-E04C-4317-856D-E345FE5EC64B}" srcOrd="4" destOrd="0" presId="urn:microsoft.com/office/officeart/2016/7/layout/BasicTimeline"/>
    <dgm:cxn modelId="{D328E25A-4973-42DB-ABBA-CF5040C24DAF}" type="presParOf" srcId="{BDA8F949-88B8-486D-9E41-ABA1463A8926}" destId="{9B636147-AF19-40E0-BE7D-3BE8148CC024}" srcOrd="3" destOrd="0" presId="urn:microsoft.com/office/officeart/2016/7/layout/BasicTimeline"/>
    <dgm:cxn modelId="{35490AD4-3359-4EFA-B365-F6279B14A82A}" type="presParOf" srcId="{BDA8F949-88B8-486D-9E41-ABA1463A8926}" destId="{E3C147FC-D9B4-41EB-AEE3-57E9F89D91C6}" srcOrd="4" destOrd="0" presId="urn:microsoft.com/office/officeart/2016/7/layout/BasicTimeline"/>
    <dgm:cxn modelId="{4DBC01FE-8418-4250-B23F-46CBB291F053}" type="presParOf" srcId="{E3C147FC-D9B4-41EB-AEE3-57E9F89D91C6}" destId="{4797E517-BE8B-4FA1-B31A-3B967B848A4B}" srcOrd="0" destOrd="0" presId="urn:microsoft.com/office/officeart/2016/7/layout/BasicTimeline"/>
    <dgm:cxn modelId="{7BA5BFAA-9338-4D1B-9D81-27A6184F03AC}" type="presParOf" srcId="{E3C147FC-D9B4-41EB-AEE3-57E9F89D91C6}" destId="{681B6D27-9471-48CD-BECC-1D07208B1423}" srcOrd="1" destOrd="0" presId="urn:microsoft.com/office/officeart/2016/7/layout/BasicTimeline"/>
    <dgm:cxn modelId="{05776C2E-C3ED-4368-BABF-20C3A1D359D8}" type="presParOf" srcId="{681B6D27-9471-48CD-BECC-1D07208B1423}" destId="{0C566248-2A3A-4A06-BC45-F28E5682E5F5}" srcOrd="0" destOrd="0" presId="urn:microsoft.com/office/officeart/2016/7/layout/BasicTimeline"/>
    <dgm:cxn modelId="{4D2FC81A-14C5-44CD-B75B-13C5B234E636}" type="presParOf" srcId="{681B6D27-9471-48CD-BECC-1D07208B1423}" destId="{BC48F3BA-B15C-44BE-A382-1A22E029E045}" srcOrd="1" destOrd="0" presId="urn:microsoft.com/office/officeart/2016/7/layout/BasicTimeline"/>
    <dgm:cxn modelId="{39B56613-4F79-44FF-BE56-6EC22376CD15}" type="presParOf" srcId="{E3C147FC-D9B4-41EB-AEE3-57E9F89D91C6}" destId="{05BD7FAB-6797-41E6-B533-54B33F417DE7}" srcOrd="2" destOrd="0" presId="urn:microsoft.com/office/officeart/2016/7/layout/BasicTimeline"/>
    <dgm:cxn modelId="{53A23217-8E29-493A-8BD3-0B19D375964F}" type="presParOf" srcId="{E3C147FC-D9B4-41EB-AEE3-57E9F89D91C6}" destId="{548D90A9-F820-46DD-9C4E-6360C387FC10}" srcOrd="3" destOrd="0" presId="urn:microsoft.com/office/officeart/2016/7/layout/BasicTimeline"/>
    <dgm:cxn modelId="{13D5C6CB-969A-4137-B071-5CED6AF5E26E}" type="presParOf" srcId="{E3C147FC-D9B4-41EB-AEE3-57E9F89D91C6}" destId="{6835D59A-F05C-469E-BAE1-CA8A3BC95009}" srcOrd="4" destOrd="0" presId="urn:microsoft.com/office/officeart/2016/7/layout/BasicTimeline"/>
    <dgm:cxn modelId="{F568B797-DB90-4F75-80A4-93C0644E19E1}" type="presParOf" srcId="{BDA8F949-88B8-486D-9E41-ABA1463A8926}" destId="{777A2BD4-9584-4662-9AB4-C428BA9D0B04}" srcOrd="5" destOrd="0" presId="urn:microsoft.com/office/officeart/2016/7/layout/BasicTimeline"/>
    <dgm:cxn modelId="{AA313F6D-46FE-45A6-AA57-A33AEFB09ECE}" type="presParOf" srcId="{BDA8F949-88B8-486D-9E41-ABA1463A8926}" destId="{EFAA1F71-C442-4113-A896-A7054891C741}" srcOrd="6" destOrd="0" presId="urn:microsoft.com/office/officeart/2016/7/layout/BasicTimeline"/>
    <dgm:cxn modelId="{ACCB3EA7-E548-47F2-99F1-1C93001B3570}" type="presParOf" srcId="{EFAA1F71-C442-4113-A896-A7054891C741}" destId="{4E18598D-53CC-4605-B30C-F841A01573AD}" srcOrd="0" destOrd="0" presId="urn:microsoft.com/office/officeart/2016/7/layout/BasicTimeline"/>
    <dgm:cxn modelId="{22C4C6DC-11C9-43F0-A0F4-319B28D92F6E}" type="presParOf" srcId="{EFAA1F71-C442-4113-A896-A7054891C741}" destId="{E316717E-E56C-4F61-AE38-9FD6AFDF0670}" srcOrd="1" destOrd="0" presId="urn:microsoft.com/office/officeart/2016/7/layout/BasicTimeline"/>
    <dgm:cxn modelId="{1D29092F-E689-417F-897F-908DCA9ED6C1}" type="presParOf" srcId="{E316717E-E56C-4F61-AE38-9FD6AFDF0670}" destId="{BDBC86E8-A643-4C1B-8E40-8F632242EB03}" srcOrd="0" destOrd="0" presId="urn:microsoft.com/office/officeart/2016/7/layout/BasicTimeline"/>
    <dgm:cxn modelId="{9B7A0AD5-9C74-4A29-B4C0-5C23AC99E4AB}" type="presParOf" srcId="{E316717E-E56C-4F61-AE38-9FD6AFDF0670}" destId="{C859E478-AC2A-4F79-A015-6116A5B8E770}" srcOrd="1" destOrd="0" presId="urn:microsoft.com/office/officeart/2016/7/layout/BasicTimeline"/>
    <dgm:cxn modelId="{DEAFCFFA-4818-4A81-B43D-9A4EE7190F2A}" type="presParOf" srcId="{EFAA1F71-C442-4113-A896-A7054891C741}" destId="{FC624653-067A-4841-933A-31EB0DB0434C}" srcOrd="2" destOrd="0" presId="urn:microsoft.com/office/officeart/2016/7/layout/BasicTimeline"/>
    <dgm:cxn modelId="{96DD7770-3A9E-4171-A5E5-B0549944E413}" type="presParOf" srcId="{EFAA1F71-C442-4113-A896-A7054891C741}" destId="{F144B7F9-21FB-4F20-88FD-017275D748E8}" srcOrd="3" destOrd="0" presId="urn:microsoft.com/office/officeart/2016/7/layout/BasicTimeline"/>
    <dgm:cxn modelId="{7E330DD4-1EAA-4AAA-9DEB-E6D6D7D6DF21}" type="presParOf" srcId="{EFAA1F71-C442-4113-A896-A7054891C741}" destId="{FF643C19-F478-4421-BA5E-93ADC51D74BC}" srcOrd="4" destOrd="0" presId="urn:microsoft.com/office/officeart/2016/7/layout/BasicTimeline"/>
    <dgm:cxn modelId="{673D273D-09EA-43A9-9604-FA23A14D34DC}" type="presParOf" srcId="{BDA8F949-88B8-486D-9E41-ABA1463A8926}" destId="{B6EAE6F8-54E1-416D-BE36-FA42B4021FB0}" srcOrd="7" destOrd="0" presId="urn:microsoft.com/office/officeart/2016/7/layout/BasicTimeline"/>
    <dgm:cxn modelId="{A9992A8A-AF86-4A58-A8F9-D8182C398512}" type="presParOf" srcId="{BDA8F949-88B8-486D-9E41-ABA1463A8926}" destId="{A475222C-CAC0-4E23-9382-871F2398A990}" srcOrd="8" destOrd="0" presId="urn:microsoft.com/office/officeart/2016/7/layout/BasicTimeline"/>
    <dgm:cxn modelId="{24F55D42-DB15-46EC-BD5F-D2D7435BBFA7}" type="presParOf" srcId="{A475222C-CAC0-4E23-9382-871F2398A990}" destId="{4E077663-2365-4FEE-8442-A6E2830A7C54}" srcOrd="0" destOrd="0" presId="urn:microsoft.com/office/officeart/2016/7/layout/BasicTimeline"/>
    <dgm:cxn modelId="{108587E7-6260-4F04-A247-5C8439A20B49}" type="presParOf" srcId="{A475222C-CAC0-4E23-9382-871F2398A990}" destId="{A86C720F-2EC5-4FEF-B042-592454749DD0}" srcOrd="1" destOrd="0" presId="urn:microsoft.com/office/officeart/2016/7/layout/BasicTimeline"/>
    <dgm:cxn modelId="{DD635383-3612-47FD-BAA4-CBACA3F21D31}" type="presParOf" srcId="{A86C720F-2EC5-4FEF-B042-592454749DD0}" destId="{EC451CAD-5F13-4474-966F-4C2DFE47D2E4}" srcOrd="0" destOrd="0" presId="urn:microsoft.com/office/officeart/2016/7/layout/BasicTimeline"/>
    <dgm:cxn modelId="{41F5891F-A249-4E21-8959-77C4AA474A6D}" type="presParOf" srcId="{A86C720F-2EC5-4FEF-B042-592454749DD0}" destId="{3589C95E-2429-45FF-A5BA-CA55772E1E07}" srcOrd="1" destOrd="0" presId="urn:microsoft.com/office/officeart/2016/7/layout/BasicTimeline"/>
    <dgm:cxn modelId="{0E0D07FB-2139-4768-ACF7-8373400A0EB2}" type="presParOf" srcId="{A475222C-CAC0-4E23-9382-871F2398A990}" destId="{0054B056-9D52-4FDA-AE48-EA92759AB2CF}" srcOrd="2" destOrd="0" presId="urn:microsoft.com/office/officeart/2016/7/layout/BasicTimeline"/>
    <dgm:cxn modelId="{859592E5-13CF-430C-A6B5-3AA48287C462}" type="presParOf" srcId="{A475222C-CAC0-4E23-9382-871F2398A990}" destId="{334BCE71-12C9-4492-85F9-787E9C2472D7}" srcOrd="3" destOrd="0" presId="urn:microsoft.com/office/officeart/2016/7/layout/BasicTimeline"/>
    <dgm:cxn modelId="{BDE8F8F7-DE6F-4318-B04C-B05A647A2C4C}" type="presParOf" srcId="{A475222C-CAC0-4E23-9382-871F2398A990}" destId="{8AA33E66-EBED-4E1E-B313-6C069EDC595E}" srcOrd="4" destOrd="0" presId="urn:microsoft.com/office/officeart/2016/7/layout/BasicTimeline"/>
    <dgm:cxn modelId="{7793BB81-353C-4745-AC2D-01756BCDFB7C}" type="presParOf" srcId="{BDA8F949-88B8-486D-9E41-ABA1463A8926}" destId="{E1F502D0-363F-4425-B38C-C62B642EAF54}" srcOrd="9" destOrd="0" presId="urn:microsoft.com/office/officeart/2016/7/layout/BasicTimeline"/>
    <dgm:cxn modelId="{132409EB-A97D-44DB-B5E0-49321FC894EA}" type="presParOf" srcId="{BDA8F949-88B8-486D-9E41-ABA1463A8926}" destId="{844A8BC5-E5B6-49FD-AFB7-94BD84563CAC}" srcOrd="10" destOrd="0" presId="urn:microsoft.com/office/officeart/2016/7/layout/BasicTimeline"/>
    <dgm:cxn modelId="{2E4208E8-C68A-4403-B3C8-D6C3FB87D862}" type="presParOf" srcId="{844A8BC5-E5B6-49FD-AFB7-94BD84563CAC}" destId="{B61B649F-2B78-4E78-A50D-989976CCF570}" srcOrd="0" destOrd="0" presId="urn:microsoft.com/office/officeart/2016/7/layout/BasicTimeline"/>
    <dgm:cxn modelId="{1DAE79AA-3728-46C2-A069-AF1B61308B09}" type="presParOf" srcId="{844A8BC5-E5B6-49FD-AFB7-94BD84563CAC}" destId="{E2C71AE8-CF8D-4025-AE6E-179D1FD24246}" srcOrd="1" destOrd="0" presId="urn:microsoft.com/office/officeart/2016/7/layout/BasicTimeline"/>
    <dgm:cxn modelId="{F1B24D25-80CC-48A1-978C-3409DEF56D0C}" type="presParOf" srcId="{E2C71AE8-CF8D-4025-AE6E-179D1FD24246}" destId="{0C555AA3-3276-4075-8871-3F68671A4C07}" srcOrd="0" destOrd="0" presId="urn:microsoft.com/office/officeart/2016/7/layout/BasicTimeline"/>
    <dgm:cxn modelId="{1669F075-81B4-48F7-B067-CD59DB4B775D}" type="presParOf" srcId="{E2C71AE8-CF8D-4025-AE6E-179D1FD24246}" destId="{B473FA1A-2020-44A6-89DE-44ADDF4AA038}" srcOrd="1" destOrd="0" presId="urn:microsoft.com/office/officeart/2016/7/layout/BasicTimeline"/>
    <dgm:cxn modelId="{C951258E-389C-48D1-8B21-46AFCDD98CE1}" type="presParOf" srcId="{844A8BC5-E5B6-49FD-AFB7-94BD84563CAC}" destId="{8C2DA9DA-33A0-43A8-A61C-B928969C9274}" srcOrd="2" destOrd="0" presId="urn:microsoft.com/office/officeart/2016/7/layout/BasicTimeline"/>
    <dgm:cxn modelId="{BE73911C-646F-4D56-A5C5-0FB3E12EA155}" type="presParOf" srcId="{844A8BC5-E5B6-49FD-AFB7-94BD84563CAC}" destId="{BCD13164-6ED9-4693-B516-B45C886DAE00}" srcOrd="3" destOrd="0" presId="urn:microsoft.com/office/officeart/2016/7/layout/BasicTimeline"/>
    <dgm:cxn modelId="{125ABB35-172C-4A08-89C1-78311AD31B2C}" type="presParOf" srcId="{844A8BC5-E5B6-49FD-AFB7-94BD84563CAC}" destId="{22A7E8C6-2674-4178-A73B-85449A7B2EE0}" srcOrd="4" destOrd="0" presId="urn:microsoft.com/office/officeart/2016/7/layout/BasicTimeline"/>
    <dgm:cxn modelId="{6D158596-DAC1-459D-8759-FCE3533084C4}" type="presParOf" srcId="{BDA8F949-88B8-486D-9E41-ABA1463A8926}" destId="{F7D68736-3697-434A-A46A-EC6BC9F50B45}" srcOrd="11" destOrd="0" presId="urn:microsoft.com/office/officeart/2016/7/layout/BasicTimeline"/>
    <dgm:cxn modelId="{A9D07D42-8028-4572-BD94-00B85BA9CDCF}" type="presParOf" srcId="{BDA8F949-88B8-486D-9E41-ABA1463A8926}" destId="{326FC279-82B7-4373-9809-7F334201B5C6}" srcOrd="12" destOrd="0" presId="urn:microsoft.com/office/officeart/2016/7/layout/BasicTimeline"/>
    <dgm:cxn modelId="{2D77514C-DE37-4048-91AE-404991FEA3FD}" type="presParOf" srcId="{326FC279-82B7-4373-9809-7F334201B5C6}" destId="{0970B795-CE54-43A8-8DD9-74A1F6D4CD3B}" srcOrd="0" destOrd="0" presId="urn:microsoft.com/office/officeart/2016/7/layout/BasicTimeline"/>
    <dgm:cxn modelId="{33C53388-C4EF-464A-927C-BA436E660351}" type="presParOf" srcId="{326FC279-82B7-4373-9809-7F334201B5C6}" destId="{2D3D7DC1-753D-4D26-91DE-FD19CBDD4217}" srcOrd="1" destOrd="0" presId="urn:microsoft.com/office/officeart/2016/7/layout/BasicTimeline"/>
    <dgm:cxn modelId="{ADBA83FE-1B2E-48C7-80DB-A9F1E3318695}" type="presParOf" srcId="{2D3D7DC1-753D-4D26-91DE-FD19CBDD4217}" destId="{93F030F3-A594-44CE-8993-DFD62BA6BFCF}" srcOrd="0" destOrd="0" presId="urn:microsoft.com/office/officeart/2016/7/layout/BasicTimeline"/>
    <dgm:cxn modelId="{3332262F-9FAF-4789-A381-6947E0130889}" type="presParOf" srcId="{2D3D7DC1-753D-4D26-91DE-FD19CBDD4217}" destId="{CD6D8744-5BA8-404B-AE41-8202985A60E3}" srcOrd="1" destOrd="0" presId="urn:microsoft.com/office/officeart/2016/7/layout/BasicTimeline"/>
    <dgm:cxn modelId="{E2A51D6C-4C76-4332-9E33-62284D1F8092}" type="presParOf" srcId="{326FC279-82B7-4373-9809-7F334201B5C6}" destId="{D6C120BE-30BD-4E17-A038-B7E9478F2A1F}" srcOrd="2" destOrd="0" presId="urn:microsoft.com/office/officeart/2016/7/layout/BasicTimeline"/>
    <dgm:cxn modelId="{DEFE537E-3B21-41C5-854F-0AF52C9F76CE}" type="presParOf" srcId="{326FC279-82B7-4373-9809-7F334201B5C6}" destId="{1F54863E-DDD2-4718-A127-FD30FDB89528}" srcOrd="3" destOrd="0" presId="urn:microsoft.com/office/officeart/2016/7/layout/BasicTimeline"/>
    <dgm:cxn modelId="{790238D7-2B8C-4A31-9BA6-B722340CB48C}" type="presParOf" srcId="{326FC279-82B7-4373-9809-7F334201B5C6}" destId="{B099C8FC-EBEF-4881-8710-9369F3A29F4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A6DB98-E623-4798-8326-D9516E97548B}">
      <dsp:nvSpPr>
        <dsp:cNvPr id="0" name=""/>
        <dsp:cNvSpPr/>
      </dsp:nvSpPr>
      <dsp:spPr>
        <a:xfrm rot="16200000">
          <a:off x="869" y="721068"/>
          <a:ext cx="2431705" cy="2431705"/>
        </a:xfrm>
        <a:prstGeom prst="downArrow">
          <a:avLst>
            <a:gd name="adj1" fmla="val 50000"/>
            <a:gd name="adj2" fmla="val 35000"/>
          </a:avLst>
        </a:prstGeom>
        <a:solidFill>
          <a:schemeClr val="accent6">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latin typeface="Aptos"/>
            </a:rPr>
            <a:t> </a:t>
          </a:r>
          <a:r>
            <a:rPr lang="en-US" sz="1600" kern="1200"/>
            <a:t>Helps in </a:t>
          </a:r>
          <a:r>
            <a:rPr lang="en-US" sz="1600" b="1" kern="1200"/>
            <a:t>budget planning</a:t>
          </a:r>
          <a:r>
            <a:rPr lang="en-US" sz="1600" kern="1200"/>
            <a:t> and financial analysis</a:t>
          </a:r>
        </a:p>
      </dsp:txBody>
      <dsp:txXfrm rot="5400000">
        <a:off x="869" y="1328994"/>
        <a:ext cx="2006157" cy="1215853"/>
      </dsp:txXfrm>
    </dsp:sp>
    <dsp:sp modelId="{4566F6E2-0DAB-4F51-93A4-D9D928654543}">
      <dsp:nvSpPr>
        <dsp:cNvPr id="0" name=""/>
        <dsp:cNvSpPr/>
      </dsp:nvSpPr>
      <dsp:spPr>
        <a:xfrm rot="5400000">
          <a:off x="2623396" y="721068"/>
          <a:ext cx="2431705" cy="2431705"/>
        </a:xfrm>
        <a:prstGeom prst="downArrow">
          <a:avLst>
            <a:gd name="adj1" fmla="val 50000"/>
            <a:gd name="adj2" fmla="val 35000"/>
          </a:avLst>
        </a:prstGeom>
        <a:solidFill>
          <a:schemeClr val="accent6">
            <a:shade val="50000"/>
            <a:hueOff val="345033"/>
            <a:satOff val="39661"/>
            <a:lumOff val="374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a:latin typeface="Aptos"/>
            </a:rPr>
            <a:t> </a:t>
          </a:r>
          <a:r>
            <a:rPr lang="en-US" sz="1600" kern="1200"/>
            <a:t>Monitors employee </a:t>
          </a:r>
          <a:r>
            <a:rPr lang="en-US" sz="1600" b="1" kern="1200"/>
            <a:t>performance and compensation growth</a:t>
          </a:r>
          <a:endParaRPr lang="en-US" sz="1600" kern="1200"/>
        </a:p>
      </dsp:txBody>
      <dsp:txXfrm rot="-5400000">
        <a:off x="3048944" y="1328994"/>
        <a:ext cx="2006157" cy="12158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19514-A2E9-418F-A551-C5E859F06F81}">
      <dsp:nvSpPr>
        <dsp:cNvPr id="0" name=""/>
        <dsp:cNvSpPr/>
      </dsp:nvSpPr>
      <dsp:spPr>
        <a:xfrm>
          <a:off x="182879" y="0"/>
          <a:ext cx="3657600" cy="3657600"/>
        </a:xfrm>
        <a:prstGeom prst="triangle">
          <a:avLst/>
        </a:prstGeom>
        <a:solidFill>
          <a:schemeClr val="accent6">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C52A8D-E7DD-46D9-A5FA-4855E3FF5814}">
      <dsp:nvSpPr>
        <dsp:cNvPr id="0" name=""/>
        <dsp:cNvSpPr/>
      </dsp:nvSpPr>
      <dsp:spPr>
        <a:xfrm>
          <a:off x="2011680" y="367724"/>
          <a:ext cx="2377440" cy="865822"/>
        </a:xfrm>
        <a:prstGeom prst="roundRect">
          <a:avLst/>
        </a:prstGeom>
        <a:solidFill>
          <a:schemeClr val="lt1">
            <a:alpha val="90000"/>
            <a:hueOff val="0"/>
            <a:satOff val="0"/>
            <a:lumOff val="0"/>
            <a:alphaOff val="0"/>
          </a:schemeClr>
        </a:solidFill>
        <a:ln w="12700" cap="flat" cmpd="sng" algn="ctr">
          <a:solidFill>
            <a:schemeClr val="accent6">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Aptos"/>
            </a:rPr>
            <a:t> </a:t>
          </a:r>
          <a:r>
            <a:rPr lang="en-US" sz="1500" b="1" kern="1200"/>
            <a:t>Relationships</a:t>
          </a:r>
          <a:r>
            <a:rPr lang="en-US" sz="1500" kern="1200"/>
            <a:t> between costs, employees, and projects</a:t>
          </a:r>
        </a:p>
      </dsp:txBody>
      <dsp:txXfrm>
        <a:off x="2053946" y="409990"/>
        <a:ext cx="2292908" cy="781290"/>
      </dsp:txXfrm>
    </dsp:sp>
    <dsp:sp modelId="{BD5A2808-0A81-4684-81A7-B6523D2D4D48}">
      <dsp:nvSpPr>
        <dsp:cNvPr id="0" name=""/>
        <dsp:cNvSpPr/>
      </dsp:nvSpPr>
      <dsp:spPr>
        <a:xfrm>
          <a:off x="2011680" y="1341774"/>
          <a:ext cx="2377440" cy="865822"/>
        </a:xfrm>
        <a:prstGeom prst="roundRect">
          <a:avLst/>
        </a:prstGeom>
        <a:solidFill>
          <a:schemeClr val="lt1">
            <a:alpha val="90000"/>
            <a:hueOff val="0"/>
            <a:satOff val="0"/>
            <a:lumOff val="0"/>
            <a:alphaOff val="0"/>
          </a:schemeClr>
        </a:solidFill>
        <a:ln w="12700" cap="flat" cmpd="sng" algn="ctr">
          <a:solidFill>
            <a:schemeClr val="accent6">
              <a:shade val="50000"/>
              <a:hueOff val="230022"/>
              <a:satOff val="26441"/>
              <a:lumOff val="249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Aptos"/>
            </a:rPr>
            <a:t> Data</a:t>
          </a:r>
          <a:r>
            <a:rPr lang="en-US" sz="1500" kern="1200"/>
            <a:t> integrity through well-defined attributes and constraints</a:t>
          </a:r>
        </a:p>
      </dsp:txBody>
      <dsp:txXfrm>
        <a:off x="2053946" y="1384040"/>
        <a:ext cx="2292908" cy="781290"/>
      </dsp:txXfrm>
    </dsp:sp>
    <dsp:sp modelId="{FE2A2B9B-8EA6-46B2-B37E-A225B1636B34}">
      <dsp:nvSpPr>
        <dsp:cNvPr id="0" name=""/>
        <dsp:cNvSpPr/>
      </dsp:nvSpPr>
      <dsp:spPr>
        <a:xfrm>
          <a:off x="2011680" y="2315825"/>
          <a:ext cx="2377440" cy="865822"/>
        </a:xfrm>
        <a:prstGeom prst="roundRect">
          <a:avLst/>
        </a:prstGeom>
        <a:solidFill>
          <a:schemeClr val="lt1">
            <a:alpha val="90000"/>
            <a:hueOff val="0"/>
            <a:satOff val="0"/>
            <a:lumOff val="0"/>
            <a:alphaOff val="0"/>
          </a:schemeClr>
        </a:solidFill>
        <a:ln w="12700" cap="flat" cmpd="sng" algn="ctr">
          <a:solidFill>
            <a:schemeClr val="accent6">
              <a:shade val="50000"/>
              <a:hueOff val="230022"/>
              <a:satOff val="26441"/>
              <a:lumOff val="249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Aptos"/>
            </a:rPr>
            <a:t> Scalability</a:t>
          </a:r>
          <a:endParaRPr lang="en-US" sz="1500" kern="1200"/>
        </a:p>
      </dsp:txBody>
      <dsp:txXfrm>
        <a:off x="2053946" y="2358091"/>
        <a:ext cx="2292908" cy="7812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508511"/>
          <a:ext cx="8297904" cy="0"/>
        </a:xfrm>
        <a:prstGeom prst="line">
          <a:avLst/>
        </a:prstGeom>
        <a:solidFill>
          <a:schemeClr val="accent6">
            <a:alpha val="90000"/>
            <a:tint val="55000"/>
            <a:hueOff val="0"/>
            <a:satOff val="0"/>
            <a:lumOff val="0"/>
            <a:alphaOff val="0"/>
          </a:schemeClr>
        </a:solidFill>
        <a:ln w="12700" cap="flat" cmpd="sng" algn="ctr">
          <a:solidFill>
            <a:schemeClr val="accent6">
              <a:alpha val="90000"/>
              <a:tint val="55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12394" y="1620140"/>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a:latin typeface="Aptos ExtraBold"/>
            </a:rPr>
            <a:t>P1</a:t>
          </a:r>
        </a:p>
      </dsp:txBody>
      <dsp:txXfrm>
        <a:off x="112394" y="1620140"/>
        <a:ext cx="1629436" cy="340923"/>
      </dsp:txXfrm>
    </dsp:sp>
    <dsp:sp modelId="{BA29120C-7C6B-4F62-9079-4AD528BC0744}">
      <dsp:nvSpPr>
        <dsp:cNvPr id="0" name=""/>
        <dsp:cNvSpPr/>
      </dsp:nvSpPr>
      <dsp:spPr>
        <a:xfrm>
          <a:off x="1296" y="324424"/>
          <a:ext cx="1851631" cy="610852"/>
        </a:xfrm>
        <a:prstGeom prst="roundRect">
          <a:avLst/>
        </a:prstGeom>
        <a:solidFill>
          <a:schemeClr val="lt1">
            <a:alpha val="90000"/>
            <a:hueOff val="0"/>
            <a:satOff val="0"/>
            <a:lumOff val="0"/>
            <a:alphaOff val="0"/>
          </a:schemeClr>
        </a:solidFill>
        <a:ln w="12700" cap="flat" cmpd="sng" algn="ctr">
          <a:solidFill>
            <a:schemeClr val="accent6">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latin typeface="Aptos ExtraBold"/>
            </a:rPr>
            <a:t> </a:t>
          </a:r>
          <a:r>
            <a:rPr lang="en-US" sz="1200" b="1" kern="1200">
              <a:latin typeface="Aptos ExtraBold"/>
            </a:rPr>
            <a:t>Current Date:</a:t>
          </a:r>
          <a:r>
            <a:rPr lang="en-US" sz="1200" kern="1200">
              <a:latin typeface="Aptos ExtraBold"/>
            </a:rPr>
            <a:t> </a:t>
          </a:r>
          <a:r>
            <a:rPr lang="en-US" sz="1200" kern="1200">
              <a:latin typeface="Aptos"/>
            </a:rPr>
            <a:t>01-01-2025</a:t>
          </a:r>
        </a:p>
      </dsp:txBody>
      <dsp:txXfrm>
        <a:off x="31115" y="354243"/>
        <a:ext cx="1791993" cy="551214"/>
      </dsp:txXfrm>
    </dsp:sp>
    <dsp:sp modelId="{A95DB80B-444A-4D69-B205-3A801BB8524A}">
      <dsp:nvSpPr>
        <dsp:cNvPr id="0" name=""/>
        <dsp:cNvSpPr/>
      </dsp:nvSpPr>
      <dsp:spPr>
        <a:xfrm>
          <a:off x="927112" y="935276"/>
          <a:ext cx="0" cy="573234"/>
        </a:xfrm>
        <a:prstGeom prst="line">
          <a:avLst/>
        </a:prstGeom>
        <a:noFill/>
        <a:ln w="6350" cap="flat" cmpd="sng" algn="ctr">
          <a:solidFill>
            <a:schemeClr val="accent6">
              <a:shade val="90000"/>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186340" y="1055957"/>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latin typeface="Aptos ExtraBold"/>
            </a:rPr>
            <a:t>P2</a:t>
          </a:r>
        </a:p>
      </dsp:txBody>
      <dsp:txXfrm>
        <a:off x="1186340" y="1055957"/>
        <a:ext cx="1629436" cy="340923"/>
      </dsp:txXfrm>
    </dsp:sp>
    <dsp:sp modelId="{FA19A0AA-8B0B-4AA8-A80D-08CFFDD3F112}">
      <dsp:nvSpPr>
        <dsp:cNvPr id="0" name=""/>
        <dsp:cNvSpPr/>
      </dsp:nvSpPr>
      <dsp:spPr>
        <a:xfrm>
          <a:off x="904484" y="1485883"/>
          <a:ext cx="45255" cy="45255"/>
        </a:xfrm>
        <a:prstGeom prst="ellipse">
          <a:avLst/>
        </a:prstGeom>
        <a:solidFill>
          <a:schemeClr val="accent6">
            <a:shade val="50000"/>
            <a:hueOff val="0"/>
            <a:satOff val="0"/>
            <a:lumOff val="0"/>
            <a:alphaOff val="0"/>
          </a:schemeClr>
        </a:solidFill>
        <a:ln w="12700" cap="flat" cmpd="sng" algn="ctr">
          <a:solidFill>
            <a:schemeClr val="accent6">
              <a:shade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ADAA0C9-3E42-4088-8622-30E9F6EA139A}">
      <dsp:nvSpPr>
        <dsp:cNvPr id="0" name=""/>
        <dsp:cNvSpPr/>
      </dsp:nvSpPr>
      <dsp:spPr>
        <a:xfrm>
          <a:off x="1075243" y="2081745"/>
          <a:ext cx="1851631" cy="803753"/>
        </a:xfrm>
        <a:prstGeom prst="roundRect">
          <a:avLst/>
        </a:prstGeom>
        <a:solidFill>
          <a:schemeClr val="lt1">
            <a:alpha val="90000"/>
            <a:hueOff val="0"/>
            <a:satOff val="0"/>
            <a:lumOff val="0"/>
            <a:alphaOff val="0"/>
          </a:schemeClr>
        </a:solidFill>
        <a:ln w="12700" cap="flat" cmpd="sng" algn="ctr">
          <a:solidFill>
            <a:schemeClr val="accent6">
              <a:shade val="50000"/>
              <a:hueOff val="98581"/>
              <a:satOff val="11332"/>
              <a:lumOff val="107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Master: </a:t>
          </a:r>
          <a:r>
            <a:rPr lang="en-US" sz="1200" kern="1200"/>
            <a:t>Project | Category | Asset Breakdown</a:t>
          </a:r>
        </a:p>
      </dsp:txBody>
      <dsp:txXfrm>
        <a:off x="1114479" y="2120981"/>
        <a:ext cx="1773159" cy="725281"/>
      </dsp:txXfrm>
    </dsp:sp>
    <dsp:sp modelId="{DBD74D6B-057A-432C-9067-BF618C19EB2A}">
      <dsp:nvSpPr>
        <dsp:cNvPr id="0" name=""/>
        <dsp:cNvSpPr/>
      </dsp:nvSpPr>
      <dsp:spPr>
        <a:xfrm>
          <a:off x="2001058" y="1508510"/>
          <a:ext cx="0" cy="573234"/>
        </a:xfrm>
        <a:prstGeom prst="line">
          <a:avLst/>
        </a:prstGeom>
        <a:noFill/>
        <a:ln w="6350" cap="flat" cmpd="sng" algn="ctr">
          <a:solidFill>
            <a:schemeClr val="accent6">
              <a:shade val="90000"/>
              <a:hueOff val="121323"/>
              <a:satOff val="2390"/>
              <a:lumOff val="797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97E517-BE8B-4FA1-B31A-3B967B848A4B}">
      <dsp:nvSpPr>
        <dsp:cNvPr id="0" name=""/>
        <dsp:cNvSpPr/>
      </dsp:nvSpPr>
      <dsp:spPr>
        <a:xfrm>
          <a:off x="2260287" y="1620140"/>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0" kern="1200">
              <a:latin typeface="Aptos ExtraBold"/>
            </a:rPr>
            <a:t>P3</a:t>
          </a:r>
        </a:p>
      </dsp:txBody>
      <dsp:txXfrm>
        <a:off x="2260287" y="1620140"/>
        <a:ext cx="1629436" cy="340923"/>
      </dsp:txXfrm>
    </dsp:sp>
    <dsp:sp modelId="{0F979253-FD39-4920-BFCA-78C564B167EA}">
      <dsp:nvSpPr>
        <dsp:cNvPr id="0" name=""/>
        <dsp:cNvSpPr/>
      </dsp:nvSpPr>
      <dsp:spPr>
        <a:xfrm>
          <a:off x="1978431" y="1485883"/>
          <a:ext cx="45255" cy="45255"/>
        </a:xfrm>
        <a:prstGeom prst="ellipse">
          <a:avLst/>
        </a:prstGeom>
        <a:solidFill>
          <a:schemeClr val="accent6">
            <a:shade val="50000"/>
            <a:hueOff val="98581"/>
            <a:satOff val="11332"/>
            <a:lumOff val="10703"/>
            <a:alphaOff val="0"/>
          </a:schemeClr>
        </a:solidFill>
        <a:ln w="12700" cap="flat" cmpd="sng" algn="ctr">
          <a:solidFill>
            <a:schemeClr val="accent6">
              <a:shade val="50000"/>
              <a:hueOff val="98581"/>
              <a:satOff val="11332"/>
              <a:lumOff val="1070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C566248-2A3A-4A06-BC45-F28E5682E5F5}">
      <dsp:nvSpPr>
        <dsp:cNvPr id="0" name=""/>
        <dsp:cNvSpPr/>
      </dsp:nvSpPr>
      <dsp:spPr>
        <a:xfrm>
          <a:off x="2149189" y="324424"/>
          <a:ext cx="1851631" cy="610852"/>
        </a:xfrm>
        <a:prstGeom prst="roundRect">
          <a:avLst/>
        </a:prstGeom>
        <a:solidFill>
          <a:schemeClr val="lt1">
            <a:alpha val="90000"/>
            <a:hueOff val="0"/>
            <a:satOff val="0"/>
            <a:lumOff val="0"/>
            <a:alphaOff val="0"/>
          </a:schemeClr>
        </a:solidFill>
        <a:ln w="12700" cap="flat" cmpd="sng" algn="ctr">
          <a:solidFill>
            <a:schemeClr val="accent6">
              <a:shade val="50000"/>
              <a:hueOff val="197162"/>
              <a:satOff val="22663"/>
              <a:lumOff val="214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 Employee salary &amp; appraisal</a:t>
          </a:r>
        </a:p>
      </dsp:txBody>
      <dsp:txXfrm>
        <a:off x="2179008" y="354243"/>
        <a:ext cx="1791993" cy="551214"/>
      </dsp:txXfrm>
    </dsp:sp>
    <dsp:sp modelId="{05BD7FAB-6797-41E6-B533-54B33F417DE7}">
      <dsp:nvSpPr>
        <dsp:cNvPr id="0" name=""/>
        <dsp:cNvSpPr/>
      </dsp:nvSpPr>
      <dsp:spPr>
        <a:xfrm>
          <a:off x="3075005" y="935276"/>
          <a:ext cx="0" cy="573234"/>
        </a:xfrm>
        <a:prstGeom prst="line">
          <a:avLst/>
        </a:prstGeom>
        <a:noFill/>
        <a:ln w="6350" cap="flat" cmpd="sng" algn="ctr">
          <a:solidFill>
            <a:schemeClr val="accent6">
              <a:shade val="90000"/>
              <a:hueOff val="242646"/>
              <a:satOff val="4781"/>
              <a:lumOff val="15941"/>
              <a:alphaOff val="0"/>
            </a:schemeClr>
          </a:solidFill>
          <a:prstDash val="dash"/>
          <a:miter lim="800000"/>
        </a:ln>
        <a:effectLst/>
      </dsp:spPr>
      <dsp:style>
        <a:lnRef idx="1">
          <a:scrgbClr r="0" g="0" b="0"/>
        </a:lnRef>
        <a:fillRef idx="0">
          <a:scrgbClr r="0" g="0" b="0"/>
        </a:fillRef>
        <a:effectRef idx="0">
          <a:scrgbClr r="0" g="0" b="0"/>
        </a:effectRef>
        <a:fontRef idx="minor"/>
      </dsp:style>
    </dsp:sp>
    <dsp:sp modelId="{4E18598D-53CC-4605-B30C-F841A01573AD}">
      <dsp:nvSpPr>
        <dsp:cNvPr id="0" name=""/>
        <dsp:cNvSpPr/>
      </dsp:nvSpPr>
      <dsp:spPr>
        <a:xfrm>
          <a:off x="3334233" y="1055957"/>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latin typeface="Aptos ExtraBold"/>
              <a:ea typeface="Calibri"/>
              <a:cs typeface="Calibri"/>
            </a:rPr>
            <a:t>P4</a:t>
          </a:r>
        </a:p>
      </dsp:txBody>
      <dsp:txXfrm>
        <a:off x="3334233" y="1055957"/>
        <a:ext cx="1629436" cy="340923"/>
      </dsp:txXfrm>
    </dsp:sp>
    <dsp:sp modelId="{548D90A9-F820-46DD-9C4E-6360C387FC10}">
      <dsp:nvSpPr>
        <dsp:cNvPr id="0" name=""/>
        <dsp:cNvSpPr/>
      </dsp:nvSpPr>
      <dsp:spPr>
        <a:xfrm>
          <a:off x="3052377" y="1485883"/>
          <a:ext cx="45255" cy="45255"/>
        </a:xfrm>
        <a:prstGeom prst="ellipse">
          <a:avLst/>
        </a:prstGeom>
        <a:solidFill>
          <a:schemeClr val="accent6">
            <a:shade val="50000"/>
            <a:hueOff val="197162"/>
            <a:satOff val="22663"/>
            <a:lumOff val="21405"/>
            <a:alphaOff val="0"/>
          </a:schemeClr>
        </a:solidFill>
        <a:ln w="12700" cap="flat" cmpd="sng" algn="ctr">
          <a:solidFill>
            <a:schemeClr val="accent6">
              <a:shade val="50000"/>
              <a:hueOff val="197162"/>
              <a:satOff val="22663"/>
              <a:lumOff val="2140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DBC86E8-A643-4C1B-8E40-8F632242EB03}">
      <dsp:nvSpPr>
        <dsp:cNvPr id="0" name=""/>
        <dsp:cNvSpPr/>
      </dsp:nvSpPr>
      <dsp:spPr>
        <a:xfrm>
          <a:off x="3223136" y="2081745"/>
          <a:ext cx="1851631" cy="514402"/>
        </a:xfrm>
        <a:prstGeom prst="roundRect">
          <a:avLst/>
        </a:prstGeom>
        <a:solidFill>
          <a:schemeClr val="lt1">
            <a:alpha val="90000"/>
            <a:hueOff val="0"/>
            <a:satOff val="0"/>
            <a:lumOff val="0"/>
            <a:alphaOff val="0"/>
          </a:schemeClr>
        </a:solidFill>
        <a:ln w="12700" cap="flat" cmpd="sng" algn="ctr">
          <a:solidFill>
            <a:schemeClr val="accent6">
              <a:shade val="50000"/>
              <a:hueOff val="295743"/>
              <a:satOff val="33995"/>
              <a:lumOff val="321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0" kern="1200">
              <a:latin typeface="Calibri"/>
              <a:ea typeface="Calibri"/>
              <a:cs typeface="Calibri"/>
            </a:rPr>
            <a:t>All project starts in 2024</a:t>
          </a:r>
        </a:p>
      </dsp:txBody>
      <dsp:txXfrm>
        <a:off x="3248247" y="2106856"/>
        <a:ext cx="1801409" cy="464180"/>
      </dsp:txXfrm>
    </dsp:sp>
    <dsp:sp modelId="{FC624653-067A-4841-933A-31EB0DB0434C}">
      <dsp:nvSpPr>
        <dsp:cNvPr id="0" name=""/>
        <dsp:cNvSpPr/>
      </dsp:nvSpPr>
      <dsp:spPr>
        <a:xfrm>
          <a:off x="4148952" y="1508510"/>
          <a:ext cx="0" cy="573234"/>
        </a:xfrm>
        <a:prstGeom prst="line">
          <a:avLst/>
        </a:prstGeom>
        <a:noFill/>
        <a:ln w="6350" cap="flat" cmpd="sng" algn="ctr">
          <a:solidFill>
            <a:schemeClr val="accent6">
              <a:shade val="90000"/>
              <a:hueOff val="363969"/>
              <a:satOff val="7171"/>
              <a:lumOff val="23911"/>
              <a:alphaOff val="0"/>
            </a:schemeClr>
          </a:solidFill>
          <a:prstDash val="dash"/>
          <a:miter lim="800000"/>
        </a:ln>
        <a:effectLst/>
      </dsp:spPr>
      <dsp:style>
        <a:lnRef idx="1">
          <a:scrgbClr r="0" g="0" b="0"/>
        </a:lnRef>
        <a:fillRef idx="0">
          <a:scrgbClr r="0" g="0" b="0"/>
        </a:fillRef>
        <a:effectRef idx="0">
          <a:scrgbClr r="0" g="0" b="0"/>
        </a:effectRef>
        <a:fontRef idx="minor"/>
      </dsp:style>
    </dsp:sp>
    <dsp:sp modelId="{4E077663-2365-4FEE-8442-A6E2830A7C54}">
      <dsp:nvSpPr>
        <dsp:cNvPr id="0" name=""/>
        <dsp:cNvSpPr/>
      </dsp:nvSpPr>
      <dsp:spPr>
        <a:xfrm>
          <a:off x="4408180" y="1620140"/>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latin typeface="Aptos ExtraBold"/>
            </a:rPr>
            <a:t>P5</a:t>
          </a:r>
        </a:p>
      </dsp:txBody>
      <dsp:txXfrm>
        <a:off x="4408180" y="1620140"/>
        <a:ext cx="1629436" cy="340923"/>
      </dsp:txXfrm>
    </dsp:sp>
    <dsp:sp modelId="{F144B7F9-21FB-4F20-88FD-017275D748E8}">
      <dsp:nvSpPr>
        <dsp:cNvPr id="0" name=""/>
        <dsp:cNvSpPr/>
      </dsp:nvSpPr>
      <dsp:spPr>
        <a:xfrm>
          <a:off x="4126324" y="1485883"/>
          <a:ext cx="45255" cy="45255"/>
        </a:xfrm>
        <a:prstGeom prst="ellipse">
          <a:avLst/>
        </a:prstGeom>
        <a:solidFill>
          <a:schemeClr val="accent6">
            <a:shade val="50000"/>
            <a:hueOff val="295743"/>
            <a:satOff val="33995"/>
            <a:lumOff val="32108"/>
            <a:alphaOff val="0"/>
          </a:schemeClr>
        </a:solidFill>
        <a:ln w="12700" cap="flat" cmpd="sng" algn="ctr">
          <a:solidFill>
            <a:schemeClr val="accent6">
              <a:shade val="50000"/>
              <a:hueOff val="295743"/>
              <a:satOff val="33995"/>
              <a:lumOff val="3210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C451CAD-5F13-4474-966F-4C2DFE47D2E4}">
      <dsp:nvSpPr>
        <dsp:cNvPr id="0" name=""/>
        <dsp:cNvSpPr/>
      </dsp:nvSpPr>
      <dsp:spPr>
        <a:xfrm>
          <a:off x="4297082" y="131523"/>
          <a:ext cx="1851631" cy="803753"/>
        </a:xfrm>
        <a:prstGeom prst="roundRect">
          <a:avLst/>
        </a:prstGeom>
        <a:solidFill>
          <a:schemeClr val="lt1">
            <a:alpha val="90000"/>
            <a:hueOff val="0"/>
            <a:satOff val="0"/>
            <a:lumOff val="0"/>
            <a:alphaOff val="0"/>
          </a:schemeClr>
        </a:solidFill>
        <a:ln w="12700" cap="flat" cmpd="sng" algn="ctr">
          <a:solidFill>
            <a:schemeClr val="accent6">
              <a:shade val="50000"/>
              <a:hueOff val="295743"/>
              <a:satOff val="33995"/>
              <a:lumOff val="321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 </a:t>
          </a:r>
          <a:r>
            <a:rPr lang="en-US" sz="1200" b="1" kern="1200">
              <a:latin typeface="Aptos ExtraBold"/>
            </a:rPr>
            <a:t>Categories:</a:t>
          </a:r>
          <a:r>
            <a:rPr lang="en-US" sz="1200" kern="1200"/>
            <a:t> Infra &amp; Hardware | Software | Others</a:t>
          </a:r>
        </a:p>
      </dsp:txBody>
      <dsp:txXfrm>
        <a:off x="4336318" y="170759"/>
        <a:ext cx="1773159" cy="725281"/>
      </dsp:txXfrm>
    </dsp:sp>
    <dsp:sp modelId="{0054B056-9D52-4FDA-AE48-EA92759AB2CF}">
      <dsp:nvSpPr>
        <dsp:cNvPr id="0" name=""/>
        <dsp:cNvSpPr/>
      </dsp:nvSpPr>
      <dsp:spPr>
        <a:xfrm>
          <a:off x="5222898" y="935276"/>
          <a:ext cx="0" cy="573234"/>
        </a:xfrm>
        <a:prstGeom prst="line">
          <a:avLst/>
        </a:prstGeom>
        <a:noFill/>
        <a:ln w="6350" cap="flat" cmpd="sng" algn="ctr">
          <a:solidFill>
            <a:schemeClr val="accent6">
              <a:shade val="90000"/>
              <a:hueOff val="242646"/>
              <a:satOff val="4781"/>
              <a:lumOff val="15941"/>
              <a:alphaOff val="0"/>
            </a:schemeClr>
          </a:solidFill>
          <a:prstDash val="dash"/>
          <a:miter lim="800000"/>
        </a:ln>
        <a:effectLst/>
      </dsp:spPr>
      <dsp:style>
        <a:lnRef idx="1">
          <a:scrgbClr r="0" g="0" b="0"/>
        </a:lnRef>
        <a:fillRef idx="0">
          <a:scrgbClr r="0" g="0" b="0"/>
        </a:fillRef>
        <a:effectRef idx="0">
          <a:scrgbClr r="0" g="0" b="0"/>
        </a:effectRef>
        <a:fontRef idx="minor"/>
      </dsp:style>
    </dsp:sp>
    <dsp:sp modelId="{B61B649F-2B78-4E78-A50D-989976CCF570}">
      <dsp:nvSpPr>
        <dsp:cNvPr id="0" name=""/>
        <dsp:cNvSpPr/>
      </dsp:nvSpPr>
      <dsp:spPr>
        <a:xfrm>
          <a:off x="5482126" y="1055957"/>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b="1" kern="1200">
              <a:latin typeface="Aptos"/>
            </a:rPr>
            <a:t>P6</a:t>
          </a:r>
          <a:endParaRPr lang="en-US" sz="1400" b="1" kern="1200"/>
        </a:p>
      </dsp:txBody>
      <dsp:txXfrm>
        <a:off x="5482126" y="1055957"/>
        <a:ext cx="1629436" cy="340923"/>
      </dsp:txXfrm>
    </dsp:sp>
    <dsp:sp modelId="{334BCE71-12C9-4492-85F9-787E9C2472D7}">
      <dsp:nvSpPr>
        <dsp:cNvPr id="0" name=""/>
        <dsp:cNvSpPr/>
      </dsp:nvSpPr>
      <dsp:spPr>
        <a:xfrm>
          <a:off x="5200270" y="1485883"/>
          <a:ext cx="45255" cy="45255"/>
        </a:xfrm>
        <a:prstGeom prst="ellipse">
          <a:avLst/>
        </a:prstGeom>
        <a:solidFill>
          <a:schemeClr val="accent6">
            <a:shade val="50000"/>
            <a:hueOff val="295743"/>
            <a:satOff val="33995"/>
            <a:lumOff val="32108"/>
            <a:alphaOff val="0"/>
          </a:schemeClr>
        </a:solidFill>
        <a:ln w="12700" cap="flat" cmpd="sng" algn="ctr">
          <a:solidFill>
            <a:schemeClr val="accent6">
              <a:shade val="50000"/>
              <a:hueOff val="295743"/>
              <a:satOff val="33995"/>
              <a:lumOff val="3210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C555AA3-3276-4075-8871-3F68671A4C07}">
      <dsp:nvSpPr>
        <dsp:cNvPr id="0" name=""/>
        <dsp:cNvSpPr/>
      </dsp:nvSpPr>
      <dsp:spPr>
        <a:xfrm>
          <a:off x="5371029" y="2081745"/>
          <a:ext cx="1851631" cy="803753"/>
        </a:xfrm>
        <a:prstGeom prst="roundRect">
          <a:avLst/>
        </a:prstGeom>
        <a:solidFill>
          <a:schemeClr val="lt1">
            <a:alpha val="90000"/>
            <a:hueOff val="0"/>
            <a:satOff val="0"/>
            <a:lumOff val="0"/>
            <a:alphaOff val="0"/>
          </a:schemeClr>
        </a:solidFill>
        <a:ln w="12700" cap="flat" cmpd="sng" algn="ctr">
          <a:solidFill>
            <a:schemeClr val="accent6">
              <a:shade val="50000"/>
              <a:hueOff val="197162"/>
              <a:satOff val="22663"/>
              <a:lumOff val="214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Assets</a:t>
          </a:r>
          <a:r>
            <a:rPr lang="en-US" sz="1200" kern="1200">
              <a:latin typeface="Aptos"/>
            </a:rPr>
            <a:t>: Jira | Tableau | Office365 | Laptop | Workspace Costs</a:t>
          </a:r>
        </a:p>
      </dsp:txBody>
      <dsp:txXfrm>
        <a:off x="5410265" y="2120981"/>
        <a:ext cx="1773159" cy="725281"/>
      </dsp:txXfrm>
    </dsp:sp>
    <dsp:sp modelId="{8C2DA9DA-33A0-43A8-A61C-B928969C9274}">
      <dsp:nvSpPr>
        <dsp:cNvPr id="0" name=""/>
        <dsp:cNvSpPr/>
      </dsp:nvSpPr>
      <dsp:spPr>
        <a:xfrm>
          <a:off x="6296845" y="1508510"/>
          <a:ext cx="0" cy="573234"/>
        </a:xfrm>
        <a:prstGeom prst="line">
          <a:avLst/>
        </a:prstGeom>
        <a:noFill/>
        <a:ln w="6350" cap="flat" cmpd="sng" algn="ctr">
          <a:solidFill>
            <a:schemeClr val="accent6">
              <a:shade val="90000"/>
              <a:hueOff val="121323"/>
              <a:satOff val="2390"/>
              <a:lumOff val="7970"/>
              <a:alphaOff val="0"/>
            </a:schemeClr>
          </a:solidFill>
          <a:prstDash val="dash"/>
          <a:miter lim="800000"/>
        </a:ln>
        <a:effectLst/>
      </dsp:spPr>
      <dsp:style>
        <a:lnRef idx="1">
          <a:scrgbClr r="0" g="0" b="0"/>
        </a:lnRef>
        <a:fillRef idx="0">
          <a:scrgbClr r="0" g="0" b="0"/>
        </a:fillRef>
        <a:effectRef idx="0">
          <a:scrgbClr r="0" g="0" b="0"/>
        </a:effectRef>
        <a:fontRef idx="minor"/>
      </dsp:style>
    </dsp:sp>
    <dsp:sp modelId="{0970B795-CE54-43A8-8DD9-74A1F6D4CD3B}">
      <dsp:nvSpPr>
        <dsp:cNvPr id="0" name=""/>
        <dsp:cNvSpPr/>
      </dsp:nvSpPr>
      <dsp:spPr>
        <a:xfrm>
          <a:off x="6556073" y="1620140"/>
          <a:ext cx="1629436" cy="340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0" kern="1200">
              <a:latin typeface="Aptos ExtraBold"/>
            </a:rPr>
            <a:t>P7</a:t>
          </a:r>
        </a:p>
      </dsp:txBody>
      <dsp:txXfrm>
        <a:off x="6556073" y="1620140"/>
        <a:ext cx="1629436" cy="340923"/>
      </dsp:txXfrm>
    </dsp:sp>
    <dsp:sp modelId="{BCD13164-6ED9-4693-B516-B45C886DAE00}">
      <dsp:nvSpPr>
        <dsp:cNvPr id="0" name=""/>
        <dsp:cNvSpPr/>
      </dsp:nvSpPr>
      <dsp:spPr>
        <a:xfrm>
          <a:off x="6274217" y="1485883"/>
          <a:ext cx="45255" cy="45255"/>
        </a:xfrm>
        <a:prstGeom prst="ellipse">
          <a:avLst/>
        </a:prstGeom>
        <a:solidFill>
          <a:schemeClr val="accent6">
            <a:shade val="50000"/>
            <a:hueOff val="197162"/>
            <a:satOff val="22663"/>
            <a:lumOff val="21405"/>
            <a:alphaOff val="0"/>
          </a:schemeClr>
        </a:solidFill>
        <a:ln w="12700" cap="flat" cmpd="sng" algn="ctr">
          <a:solidFill>
            <a:schemeClr val="accent6">
              <a:shade val="50000"/>
              <a:hueOff val="197162"/>
              <a:satOff val="22663"/>
              <a:lumOff val="2140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3F030F3-A594-44CE-8993-DFD62BA6BFCF}">
      <dsp:nvSpPr>
        <dsp:cNvPr id="0" name=""/>
        <dsp:cNvSpPr/>
      </dsp:nvSpPr>
      <dsp:spPr>
        <a:xfrm>
          <a:off x="6444975" y="131523"/>
          <a:ext cx="1851631" cy="803753"/>
        </a:xfrm>
        <a:prstGeom prst="roundRect">
          <a:avLst/>
        </a:prstGeom>
        <a:solidFill>
          <a:schemeClr val="lt1">
            <a:alpha val="90000"/>
            <a:hueOff val="0"/>
            <a:satOff val="0"/>
            <a:lumOff val="0"/>
            <a:alphaOff val="0"/>
          </a:schemeClr>
        </a:solidFill>
        <a:ln w="12700" cap="flat" cmpd="sng" algn="ctr">
          <a:solidFill>
            <a:schemeClr val="accent6">
              <a:shade val="50000"/>
              <a:hueOff val="98581"/>
              <a:satOff val="11332"/>
              <a:lumOff val="107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rtl="0">
            <a:lnSpc>
              <a:spcPct val="90000"/>
            </a:lnSpc>
            <a:spcBef>
              <a:spcPct val="0"/>
            </a:spcBef>
            <a:spcAft>
              <a:spcPct val="35000"/>
            </a:spcAft>
            <a:buNone/>
          </a:pPr>
          <a:r>
            <a:rPr lang="en-US" sz="1200" b="0" kern="1200">
              <a:latin typeface="Aptos ExtraBold"/>
            </a:rPr>
            <a:t>Employee Roles:</a:t>
          </a:r>
          <a:r>
            <a:rPr lang="en-US" sz="1200" b="0" kern="1200">
              <a:latin typeface="Aptos"/>
            </a:rPr>
            <a:t> Data Engineer | Data Analysts</a:t>
          </a:r>
        </a:p>
      </dsp:txBody>
      <dsp:txXfrm>
        <a:off x="6484211" y="170759"/>
        <a:ext cx="1773159" cy="725281"/>
      </dsp:txXfrm>
    </dsp:sp>
    <dsp:sp modelId="{D6C120BE-30BD-4E17-A038-B7E9478F2A1F}">
      <dsp:nvSpPr>
        <dsp:cNvPr id="0" name=""/>
        <dsp:cNvSpPr/>
      </dsp:nvSpPr>
      <dsp:spPr>
        <a:xfrm>
          <a:off x="7370791" y="935276"/>
          <a:ext cx="0" cy="573234"/>
        </a:xfrm>
        <a:prstGeom prst="line">
          <a:avLst/>
        </a:prstGeom>
        <a:noFill/>
        <a:ln w="6350" cap="flat" cmpd="sng" algn="ctr">
          <a:solidFill>
            <a:schemeClr val="accent6">
              <a:shade val="90000"/>
              <a:hueOff val="181984"/>
              <a:satOff val="3585"/>
              <a:lumOff val="11955"/>
              <a:alphaOff val="0"/>
            </a:schemeClr>
          </a:solidFill>
          <a:prstDash val="dash"/>
          <a:miter lim="800000"/>
        </a:ln>
        <a:effectLst/>
      </dsp:spPr>
      <dsp:style>
        <a:lnRef idx="1">
          <a:scrgbClr r="0" g="0" b="0"/>
        </a:lnRef>
        <a:fillRef idx="0">
          <a:scrgbClr r="0" g="0" b="0"/>
        </a:fillRef>
        <a:effectRef idx="0">
          <a:scrgbClr r="0" g="0" b="0"/>
        </a:effectRef>
        <a:fontRef idx="minor"/>
      </dsp:style>
    </dsp:sp>
    <dsp:sp modelId="{1F54863E-DDD2-4718-A127-FD30FDB89528}">
      <dsp:nvSpPr>
        <dsp:cNvPr id="0" name=""/>
        <dsp:cNvSpPr/>
      </dsp:nvSpPr>
      <dsp:spPr>
        <a:xfrm>
          <a:off x="7348163" y="1485883"/>
          <a:ext cx="45255" cy="45255"/>
        </a:xfrm>
        <a:prstGeom prst="ellipse">
          <a:avLst/>
        </a:prstGeom>
        <a:solidFill>
          <a:schemeClr val="accent6">
            <a:shade val="50000"/>
            <a:hueOff val="98581"/>
            <a:satOff val="11332"/>
            <a:lumOff val="10703"/>
            <a:alphaOff val="0"/>
          </a:schemeClr>
        </a:solidFill>
        <a:ln w="12700" cap="flat" cmpd="sng" algn="ctr">
          <a:solidFill>
            <a:schemeClr val="accent6">
              <a:shade val="50000"/>
              <a:hueOff val="98581"/>
              <a:satOff val="11332"/>
              <a:lumOff val="1070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2/26/2025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2/26/2025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r>
              <a:rPr lang="en-US"/>
              <a:t>Group A</a:t>
            </a:r>
            <a:br>
              <a:rPr lang="en-US"/>
            </a:br>
            <a:endParaRPr lang="en-US"/>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36192"/>
            <a:ext cx="10479215" cy="4480560"/>
          </a:xfrm>
        </p:spPr>
        <p:txBody>
          <a:bodyPr vert="horz" lIns="0" tIns="0" rIns="0" bIns="0" rtlCol="0" anchor="t">
            <a:noAutofit/>
          </a:bodyPr>
          <a:lstStyle/>
          <a:p>
            <a:r>
              <a:rPr lang="en-US"/>
              <a:t>Feb'25 Data Modelling</a:t>
            </a:r>
            <a:br>
              <a:rPr lang="en-US"/>
            </a:br>
            <a:r>
              <a:rPr lang="en-US"/>
              <a:t>presentation</a:t>
            </a:r>
          </a:p>
          <a:p>
            <a:endParaRPr lang="en-US"/>
          </a:p>
        </p:txBody>
      </p:sp>
      <p:sp>
        <p:nvSpPr>
          <p:cNvPr id="5" name="Title 1">
            <a:extLst>
              <a:ext uri="{FF2B5EF4-FFF2-40B4-BE49-F238E27FC236}">
                <a16:creationId xmlns:a16="http://schemas.microsoft.com/office/drawing/2014/main" id="{9B1689BF-8735-6548-28CD-FC132A255B29}"/>
              </a:ext>
            </a:extLst>
          </p:cNvPr>
          <p:cNvSpPr txBox="1">
            <a:spLocks/>
          </p:cNvSpPr>
          <p:nvPr/>
        </p:nvSpPr>
        <p:spPr>
          <a:xfrm>
            <a:off x="845406" y="5730405"/>
            <a:ext cx="10464647" cy="73031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ZA" sz="2000" b="1" kern="1200" cap="all" spc="300" baseline="0">
                <a:solidFill>
                  <a:schemeClr val="bg1">
                    <a:lumMod val="95000"/>
                  </a:schemeClr>
                </a:solidFill>
                <a:latin typeface="+mj-lt"/>
                <a:ea typeface="+mj-ea"/>
                <a:cs typeface="+mj-cs"/>
              </a:defRPr>
            </a:lvl1pPr>
          </a:lstStyle>
          <a:p>
            <a:r>
              <a:rPr lang="en-US"/>
              <a:t>ANANYA | DEVANG | HARSHNIL | Nilakshi | </a:t>
            </a:r>
            <a:r>
              <a:rPr lang="en-US" err="1"/>
              <a:t>poonam</a:t>
            </a:r>
            <a:r>
              <a:rPr lang="en-US"/>
              <a:t> | RIYAN | raj |</a:t>
            </a:r>
            <a:r>
              <a:rPr lang="en-US" err="1"/>
              <a:t>shailesh</a:t>
            </a:r>
            <a:endParaRPr lang="en-US"/>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841248" y="841248"/>
            <a:ext cx="10479024" cy="557784"/>
          </a:xfrm>
        </p:spPr>
        <p:txBody>
          <a:bodyPr/>
          <a:lstStyle/>
          <a:p>
            <a:r>
              <a:rPr lang="en-US"/>
              <a:t>Agenda</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41248" y="1445387"/>
            <a:ext cx="6881495" cy="4571365"/>
          </a:xfrm>
        </p:spPr>
        <p:txBody>
          <a:bodyPr vert="horz" lIns="0" tIns="0" rIns="0" bIns="0" rtlCol="0" anchor="t">
            <a:normAutofit/>
          </a:bodyPr>
          <a:lstStyle/>
          <a:p>
            <a:pPr marL="347345" indent="-347345"/>
            <a:r>
              <a:rPr lang="en-US"/>
              <a:t>Introduction</a:t>
            </a:r>
          </a:p>
          <a:p>
            <a:pPr marL="347345" indent="-347345"/>
            <a:r>
              <a:rPr lang="en-US"/>
              <a:t>Our Considerations</a:t>
            </a:r>
          </a:p>
          <a:p>
            <a:pPr marL="347345" indent="-347345"/>
            <a:r>
              <a:rPr lang="en-US"/>
              <a:t>Entity Relationship Diagram</a:t>
            </a:r>
          </a:p>
          <a:p>
            <a:pPr marL="347345" indent="-347345"/>
            <a:r>
              <a:rPr lang="en-US"/>
              <a:t>Data Overview</a:t>
            </a:r>
          </a:p>
          <a:p>
            <a:pPr marL="347345" indent="-347345"/>
            <a:endParaRPr lang="en-US"/>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2</a:t>
            </a:fld>
            <a:endParaRPr lang="en-US"/>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841248" y="841248"/>
            <a:ext cx="6931152" cy="557784"/>
          </a:xfrm>
        </p:spPr>
        <p:txBody>
          <a:bodyPr/>
          <a:lstStyle/>
          <a:p>
            <a:r>
              <a:rPr lang="en-US"/>
              <a:t>Data modelling</a:t>
            </a:r>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841247" y="2761570"/>
            <a:ext cx="6931152" cy="4480560"/>
          </a:xfrm>
        </p:spPr>
        <p:txBody>
          <a:bodyPr vert="horz" lIns="0" tIns="0" rIns="0" bIns="0" rtlCol="0" anchor="t">
            <a:noAutofit/>
          </a:bodyPr>
          <a:lstStyle/>
          <a:p>
            <a:r>
              <a:rPr lang="en-US"/>
              <a:t>Introduction</a:t>
            </a:r>
          </a:p>
          <a:p>
            <a:endParaRPr lang="en-US"/>
          </a:p>
        </p:txBody>
      </p:sp>
    </p:spTree>
    <p:extLst>
      <p:ext uri="{BB962C8B-B14F-4D97-AF65-F5344CB8AC3E}">
        <p14:creationId xmlns:p14="http://schemas.microsoft.com/office/powerpoint/2010/main" val="174652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4DAF-F207-3061-24D6-6AFF552418DC}"/>
              </a:ext>
            </a:extLst>
          </p:cNvPr>
          <p:cNvSpPr>
            <a:spLocks noGrp="1"/>
          </p:cNvSpPr>
          <p:nvPr>
            <p:ph type="title"/>
          </p:nvPr>
        </p:nvSpPr>
        <p:spPr>
          <a:xfrm>
            <a:off x="841248" y="841248"/>
            <a:ext cx="10479024" cy="557784"/>
          </a:xfrm>
        </p:spPr>
        <p:txBody>
          <a:bodyPr/>
          <a:lstStyle/>
          <a:p>
            <a:r>
              <a:rPr lang="en-US"/>
              <a:t>Introduction</a:t>
            </a:r>
          </a:p>
        </p:txBody>
      </p:sp>
      <p:sp>
        <p:nvSpPr>
          <p:cNvPr id="5" name="Content Placeholder 4">
            <a:extLst>
              <a:ext uri="{FF2B5EF4-FFF2-40B4-BE49-F238E27FC236}">
                <a16:creationId xmlns:a16="http://schemas.microsoft.com/office/drawing/2014/main" id="{8A94AC61-4F6E-98E2-D42B-F2114BBA120D}"/>
              </a:ext>
            </a:extLst>
          </p:cNvPr>
          <p:cNvSpPr>
            <a:spLocks noGrp="1"/>
          </p:cNvSpPr>
          <p:nvPr>
            <p:ph sz="quarter" idx="13"/>
          </p:nvPr>
        </p:nvSpPr>
        <p:spPr>
          <a:xfrm>
            <a:off x="841248" y="1536827"/>
            <a:ext cx="6556375" cy="4479925"/>
          </a:xfrm>
        </p:spPr>
        <p:txBody>
          <a:bodyPr vert="horz" lIns="0" tIns="0" rIns="0" bIns="0" rtlCol="0" anchor="t">
            <a:normAutofit/>
          </a:bodyPr>
          <a:lstStyle/>
          <a:p>
            <a:pPr marL="347345" indent="-347345"/>
            <a:r>
              <a:rPr lang="en-US" b="1">
                <a:ea typeface="+mn-lt"/>
                <a:cs typeface="+mn-lt"/>
              </a:rPr>
              <a:t>Objective:    </a:t>
            </a:r>
            <a:r>
              <a:rPr lang="en-US">
                <a:ea typeface="+mn-lt"/>
                <a:cs typeface="+mn-lt"/>
              </a:rPr>
              <a:t>Designing a database model for cost allocation and employee management</a:t>
            </a:r>
            <a:endParaRPr lang="en-US"/>
          </a:p>
          <a:p>
            <a:pPr marL="347345" indent="-347345"/>
            <a:r>
              <a:rPr lang="en-US" b="1"/>
              <a:t>Goal:</a:t>
            </a:r>
            <a:r>
              <a:rPr lang="en-US"/>
              <a:t> </a:t>
            </a:r>
            <a:r>
              <a:rPr lang="en-US">
                <a:ea typeface="+mn-lt"/>
                <a:cs typeface="+mn-lt"/>
              </a:rPr>
              <a:t>Ensure efficient tracking of project expenses and workforce contributions. </a:t>
            </a:r>
            <a:endParaRPr lang="en-US"/>
          </a:p>
          <a:p>
            <a:pPr marL="347345" indent="-347345"/>
            <a:r>
              <a:rPr lang="en-US"/>
              <a:t>Model defines various entities, their attributes and the relationships among them in a structured ER diagram.</a:t>
            </a:r>
          </a:p>
          <a:p>
            <a:pPr marL="347345" indent="-347345"/>
            <a:endParaRPr lang="en-US"/>
          </a:p>
        </p:txBody>
      </p:sp>
      <p:sp>
        <p:nvSpPr>
          <p:cNvPr id="4" name="Slide Number Placeholder 3">
            <a:extLst>
              <a:ext uri="{FF2B5EF4-FFF2-40B4-BE49-F238E27FC236}">
                <a16:creationId xmlns:a16="http://schemas.microsoft.com/office/drawing/2014/main" id="{D04F9477-0E09-541A-1BEE-18EAF43FE06E}"/>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4</a:t>
            </a:fld>
            <a:endParaRPr lang="en-US"/>
          </a:p>
        </p:txBody>
      </p:sp>
      <p:graphicFrame>
        <p:nvGraphicFramePr>
          <p:cNvPr id="11" name="Diagram 10">
            <a:extLst>
              <a:ext uri="{FF2B5EF4-FFF2-40B4-BE49-F238E27FC236}">
                <a16:creationId xmlns:a16="http://schemas.microsoft.com/office/drawing/2014/main" id="{5880A65B-FEC3-1A0B-BD6F-CFB2BB38406A}"/>
              </a:ext>
            </a:extLst>
          </p:cNvPr>
          <p:cNvGraphicFramePr/>
          <p:nvPr>
            <p:extLst>
              <p:ext uri="{D42A27DB-BD31-4B8C-83A1-F6EECF244321}">
                <p14:modId xmlns:p14="http://schemas.microsoft.com/office/powerpoint/2010/main" val="3530852988"/>
              </p:ext>
            </p:extLst>
          </p:nvPr>
        </p:nvGraphicFramePr>
        <p:xfrm>
          <a:off x="1040027" y="3093308"/>
          <a:ext cx="5055972" cy="38738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0" name="TextBox 59">
            <a:extLst>
              <a:ext uri="{FF2B5EF4-FFF2-40B4-BE49-F238E27FC236}">
                <a16:creationId xmlns:a16="http://schemas.microsoft.com/office/drawing/2014/main" id="{3F556867-7B94-6B9D-9B6C-0CC3B5D91329}"/>
              </a:ext>
            </a:extLst>
          </p:cNvPr>
          <p:cNvSpPr txBox="1"/>
          <p:nvPr/>
        </p:nvSpPr>
        <p:spPr>
          <a:xfrm>
            <a:off x="2547321" y="6305458"/>
            <a:ext cx="2491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Business Use Case</a:t>
            </a:r>
          </a:p>
        </p:txBody>
      </p:sp>
      <p:graphicFrame>
        <p:nvGraphicFramePr>
          <p:cNvPr id="64" name="Diagram 63">
            <a:extLst>
              <a:ext uri="{FF2B5EF4-FFF2-40B4-BE49-F238E27FC236}">
                <a16:creationId xmlns:a16="http://schemas.microsoft.com/office/drawing/2014/main" id="{FED98420-01A2-2C17-4C4E-330F4CECD310}"/>
              </a:ext>
            </a:extLst>
          </p:cNvPr>
          <p:cNvGraphicFramePr/>
          <p:nvPr>
            <p:extLst>
              <p:ext uri="{D42A27DB-BD31-4B8C-83A1-F6EECF244321}">
                <p14:modId xmlns:p14="http://schemas.microsoft.com/office/powerpoint/2010/main" val="2119968506"/>
              </p:ext>
            </p:extLst>
          </p:nvPr>
        </p:nvGraphicFramePr>
        <p:xfrm>
          <a:off x="7084541" y="1600200"/>
          <a:ext cx="4572000" cy="3657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60" name="TextBox 159">
            <a:extLst>
              <a:ext uri="{FF2B5EF4-FFF2-40B4-BE49-F238E27FC236}">
                <a16:creationId xmlns:a16="http://schemas.microsoft.com/office/drawing/2014/main" id="{D456A888-1918-A4A1-2288-BEEB1CC043ED}"/>
              </a:ext>
            </a:extLst>
          </p:cNvPr>
          <p:cNvSpPr txBox="1"/>
          <p:nvPr/>
        </p:nvSpPr>
        <p:spPr>
          <a:xfrm>
            <a:off x="8383710" y="5419172"/>
            <a:ext cx="27173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Features</a:t>
            </a:r>
          </a:p>
        </p:txBody>
      </p:sp>
    </p:spTree>
    <p:extLst>
      <p:ext uri="{BB962C8B-B14F-4D97-AF65-F5344CB8AC3E}">
        <p14:creationId xmlns:p14="http://schemas.microsoft.com/office/powerpoint/2010/main" val="36884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DA41B-B3F6-1250-EFEC-DE4F9FAC5B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BA5DA-9052-BF9B-1D68-6C1C3AD8F51E}"/>
              </a:ext>
            </a:extLst>
          </p:cNvPr>
          <p:cNvSpPr>
            <a:spLocks noGrp="1"/>
          </p:cNvSpPr>
          <p:nvPr>
            <p:ph type="title"/>
          </p:nvPr>
        </p:nvSpPr>
        <p:spPr>
          <a:xfrm>
            <a:off x="841248" y="841248"/>
            <a:ext cx="10479024" cy="557784"/>
          </a:xfrm>
        </p:spPr>
        <p:txBody>
          <a:bodyPr/>
          <a:lstStyle/>
          <a:p>
            <a:r>
              <a:rPr lang="en-US"/>
              <a:t>Introduction</a:t>
            </a:r>
          </a:p>
        </p:txBody>
      </p:sp>
      <p:sp>
        <p:nvSpPr>
          <p:cNvPr id="5" name="Content Placeholder 4">
            <a:extLst>
              <a:ext uri="{FF2B5EF4-FFF2-40B4-BE49-F238E27FC236}">
                <a16:creationId xmlns:a16="http://schemas.microsoft.com/office/drawing/2014/main" id="{060B5954-4EF1-A0FB-F64D-9EC0FA0BB722}"/>
              </a:ext>
            </a:extLst>
          </p:cNvPr>
          <p:cNvSpPr>
            <a:spLocks noGrp="1"/>
          </p:cNvSpPr>
          <p:nvPr>
            <p:ph sz="quarter" idx="13"/>
          </p:nvPr>
        </p:nvSpPr>
        <p:spPr>
          <a:xfrm>
            <a:off x="841248" y="1536827"/>
            <a:ext cx="6556375" cy="4479925"/>
          </a:xfrm>
        </p:spPr>
        <p:txBody>
          <a:bodyPr vert="horz" lIns="0" tIns="0" rIns="0" bIns="0" rtlCol="0" anchor="t">
            <a:normAutofit/>
          </a:bodyPr>
          <a:lstStyle/>
          <a:p>
            <a:pPr marL="347345" indent="-347345"/>
            <a:r>
              <a:rPr lang="en-US" b="1">
                <a:ea typeface="+mn-lt"/>
                <a:cs typeface="+mn-lt"/>
              </a:rPr>
              <a:t>ER concepts</a:t>
            </a:r>
            <a:endParaRPr lang="en-US"/>
          </a:p>
          <a:p>
            <a:pPr marL="347345" indent="-347345"/>
            <a:endParaRPr lang="en-US"/>
          </a:p>
        </p:txBody>
      </p:sp>
      <p:sp>
        <p:nvSpPr>
          <p:cNvPr id="4" name="Slide Number Placeholder 3">
            <a:extLst>
              <a:ext uri="{FF2B5EF4-FFF2-40B4-BE49-F238E27FC236}">
                <a16:creationId xmlns:a16="http://schemas.microsoft.com/office/drawing/2014/main" id="{8009480B-5303-7130-E5A4-F5693BF59A19}"/>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5</a:t>
            </a:fld>
            <a:endParaRPr lang="en-US"/>
          </a:p>
        </p:txBody>
      </p:sp>
      <p:sp>
        <p:nvSpPr>
          <p:cNvPr id="60" name="TextBox 59">
            <a:extLst>
              <a:ext uri="{FF2B5EF4-FFF2-40B4-BE49-F238E27FC236}">
                <a16:creationId xmlns:a16="http://schemas.microsoft.com/office/drawing/2014/main" id="{88A0CE74-0316-AA15-D3EB-8C35FE65E513}"/>
              </a:ext>
            </a:extLst>
          </p:cNvPr>
          <p:cNvSpPr txBox="1"/>
          <p:nvPr/>
        </p:nvSpPr>
        <p:spPr>
          <a:xfrm>
            <a:off x="1975821" y="3590833"/>
            <a:ext cx="7768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Entity</a:t>
            </a:r>
            <a:endParaRPr lang="en-US"/>
          </a:p>
        </p:txBody>
      </p:sp>
      <p:sp>
        <p:nvSpPr>
          <p:cNvPr id="160" name="TextBox 159">
            <a:extLst>
              <a:ext uri="{FF2B5EF4-FFF2-40B4-BE49-F238E27FC236}">
                <a16:creationId xmlns:a16="http://schemas.microsoft.com/office/drawing/2014/main" id="{4686F6D2-1267-0F2B-8B52-ED2D58409B86}"/>
              </a:ext>
            </a:extLst>
          </p:cNvPr>
          <p:cNvSpPr txBox="1"/>
          <p:nvPr/>
        </p:nvSpPr>
        <p:spPr>
          <a:xfrm>
            <a:off x="5002335" y="5597766"/>
            <a:ext cx="27173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Attributes</a:t>
            </a:r>
            <a:endParaRPr lang="en-US"/>
          </a:p>
        </p:txBody>
      </p:sp>
      <p:sp>
        <p:nvSpPr>
          <p:cNvPr id="23" name="Rectangle 22">
            <a:extLst>
              <a:ext uri="{FF2B5EF4-FFF2-40B4-BE49-F238E27FC236}">
                <a16:creationId xmlns:a16="http://schemas.microsoft.com/office/drawing/2014/main" id="{C8BB4087-C5DE-25CF-CC4F-F1B94050DC97}"/>
              </a:ext>
            </a:extLst>
          </p:cNvPr>
          <p:cNvSpPr/>
          <p:nvPr/>
        </p:nvSpPr>
        <p:spPr>
          <a:xfrm>
            <a:off x="1281112" y="2519362"/>
            <a:ext cx="2164555" cy="938211"/>
          </a:xfrm>
          <a:prstGeom prst="rect">
            <a:avLst/>
          </a:prstGeom>
          <a:solidFill>
            <a:schemeClr val="accent6">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24" name="Rectangle 23">
            <a:extLst>
              <a:ext uri="{FF2B5EF4-FFF2-40B4-BE49-F238E27FC236}">
                <a16:creationId xmlns:a16="http://schemas.microsoft.com/office/drawing/2014/main" id="{CD227A7C-BF36-BA82-0D73-10FBC62B128B}"/>
              </a:ext>
            </a:extLst>
          </p:cNvPr>
          <p:cNvSpPr/>
          <p:nvPr/>
        </p:nvSpPr>
        <p:spPr>
          <a:xfrm>
            <a:off x="1281112" y="4495800"/>
            <a:ext cx="2164555" cy="938211"/>
          </a:xfrm>
          <a:prstGeom prst="rect">
            <a:avLst/>
          </a:prstGeom>
          <a:solidFill>
            <a:schemeClr val="accent6">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25" name="Diamond 24">
            <a:extLst>
              <a:ext uri="{FF2B5EF4-FFF2-40B4-BE49-F238E27FC236}">
                <a16:creationId xmlns:a16="http://schemas.microsoft.com/office/drawing/2014/main" id="{D8E487B7-5C53-1C38-3B5F-DC7F58BABDDF}"/>
              </a:ext>
            </a:extLst>
          </p:cNvPr>
          <p:cNvSpPr/>
          <p:nvPr/>
        </p:nvSpPr>
        <p:spPr>
          <a:xfrm>
            <a:off x="1281113" y="4495799"/>
            <a:ext cx="2164554" cy="926305"/>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26" name="TextBox 25">
            <a:extLst>
              <a:ext uri="{FF2B5EF4-FFF2-40B4-BE49-F238E27FC236}">
                <a16:creationId xmlns:a16="http://schemas.microsoft.com/office/drawing/2014/main" id="{9612DC1F-E6ED-6F7D-975B-5132DFFFAFAE}"/>
              </a:ext>
            </a:extLst>
          </p:cNvPr>
          <p:cNvSpPr txBox="1"/>
          <p:nvPr/>
        </p:nvSpPr>
        <p:spPr>
          <a:xfrm>
            <a:off x="1440039" y="5602989"/>
            <a:ext cx="18602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Associated Entity</a:t>
            </a:r>
            <a:endParaRPr lang="en-US"/>
          </a:p>
        </p:txBody>
      </p:sp>
      <p:sp>
        <p:nvSpPr>
          <p:cNvPr id="27" name="Rectangle 26">
            <a:extLst>
              <a:ext uri="{FF2B5EF4-FFF2-40B4-BE49-F238E27FC236}">
                <a16:creationId xmlns:a16="http://schemas.microsoft.com/office/drawing/2014/main" id="{A0E27F57-2B22-307E-8C1D-2F265F8F1FD9}"/>
              </a:ext>
            </a:extLst>
          </p:cNvPr>
          <p:cNvSpPr/>
          <p:nvPr/>
        </p:nvSpPr>
        <p:spPr>
          <a:xfrm>
            <a:off x="4341018" y="2495550"/>
            <a:ext cx="2164555" cy="938211"/>
          </a:xfrm>
          <a:prstGeom prst="rect">
            <a:avLst/>
          </a:prstGeom>
          <a:solidFill>
            <a:schemeClr val="accent6">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28" name="Rectangle 27">
            <a:extLst>
              <a:ext uri="{FF2B5EF4-FFF2-40B4-BE49-F238E27FC236}">
                <a16:creationId xmlns:a16="http://schemas.microsoft.com/office/drawing/2014/main" id="{1C7F67EF-61BF-BB47-9F6E-95C0B0C027EC}"/>
              </a:ext>
            </a:extLst>
          </p:cNvPr>
          <p:cNvSpPr/>
          <p:nvPr/>
        </p:nvSpPr>
        <p:spPr>
          <a:xfrm>
            <a:off x="4460080" y="2638425"/>
            <a:ext cx="1914524" cy="652462"/>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30" name="TextBox 29">
            <a:extLst>
              <a:ext uri="{FF2B5EF4-FFF2-40B4-BE49-F238E27FC236}">
                <a16:creationId xmlns:a16="http://schemas.microsoft.com/office/drawing/2014/main" id="{DEFE6D06-990B-B9B1-38E0-C0A997F5551D}"/>
              </a:ext>
            </a:extLst>
          </p:cNvPr>
          <p:cNvSpPr txBox="1"/>
          <p:nvPr/>
        </p:nvSpPr>
        <p:spPr>
          <a:xfrm>
            <a:off x="4761882" y="3590832"/>
            <a:ext cx="13364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Weak Entity</a:t>
            </a:r>
            <a:endParaRPr lang="en-US"/>
          </a:p>
        </p:txBody>
      </p:sp>
      <p:sp>
        <p:nvSpPr>
          <p:cNvPr id="31" name="Oval 30">
            <a:extLst>
              <a:ext uri="{FF2B5EF4-FFF2-40B4-BE49-F238E27FC236}">
                <a16:creationId xmlns:a16="http://schemas.microsoft.com/office/drawing/2014/main" id="{505E3224-49C4-E9B2-6D5B-FDCC7E3744E3}"/>
              </a:ext>
            </a:extLst>
          </p:cNvPr>
          <p:cNvSpPr/>
          <p:nvPr/>
        </p:nvSpPr>
        <p:spPr>
          <a:xfrm>
            <a:off x="4519612" y="4495798"/>
            <a:ext cx="1985961" cy="890587"/>
          </a:xfrm>
          <a:prstGeom prst="ellipse">
            <a:avLst/>
          </a:prstGeom>
          <a:solidFill>
            <a:schemeClr val="accent6">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32" name="Diamond 31">
            <a:extLst>
              <a:ext uri="{FF2B5EF4-FFF2-40B4-BE49-F238E27FC236}">
                <a16:creationId xmlns:a16="http://schemas.microsoft.com/office/drawing/2014/main" id="{32431F26-6F71-B942-C7B8-EF1D16B5F3E8}"/>
              </a:ext>
            </a:extLst>
          </p:cNvPr>
          <p:cNvSpPr/>
          <p:nvPr/>
        </p:nvSpPr>
        <p:spPr>
          <a:xfrm>
            <a:off x="7484269" y="2495549"/>
            <a:ext cx="2164554" cy="926305"/>
          </a:xfrm>
          <a:prstGeom prst="diamond">
            <a:avLst/>
          </a:prstGeom>
          <a:solidFill>
            <a:schemeClr val="accent6">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lt1"/>
              </a:solidFill>
            </a:endParaRPr>
          </a:p>
        </p:txBody>
      </p:sp>
      <p:sp>
        <p:nvSpPr>
          <p:cNvPr id="33" name="TextBox 32">
            <a:extLst>
              <a:ext uri="{FF2B5EF4-FFF2-40B4-BE49-F238E27FC236}">
                <a16:creationId xmlns:a16="http://schemas.microsoft.com/office/drawing/2014/main" id="{E8191040-73C8-9F4F-70D9-C4ABA9014E2F}"/>
              </a:ext>
            </a:extLst>
          </p:cNvPr>
          <p:cNvSpPr txBox="1"/>
          <p:nvPr/>
        </p:nvSpPr>
        <p:spPr>
          <a:xfrm>
            <a:off x="7966990" y="3585610"/>
            <a:ext cx="27173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Relationship</a:t>
            </a:r>
          </a:p>
        </p:txBody>
      </p:sp>
      <p:sp>
        <p:nvSpPr>
          <p:cNvPr id="34" name="Oval 33">
            <a:extLst>
              <a:ext uri="{FF2B5EF4-FFF2-40B4-BE49-F238E27FC236}">
                <a16:creationId xmlns:a16="http://schemas.microsoft.com/office/drawing/2014/main" id="{B65A3B30-5B3F-9070-70F1-123F521A30B8}"/>
              </a:ext>
            </a:extLst>
          </p:cNvPr>
          <p:cNvSpPr/>
          <p:nvPr/>
        </p:nvSpPr>
        <p:spPr>
          <a:xfrm>
            <a:off x="7555706" y="4495797"/>
            <a:ext cx="1985961" cy="890587"/>
          </a:xfrm>
          <a:prstGeom prst="ellipse">
            <a:avLst/>
          </a:prstGeom>
          <a:solidFill>
            <a:schemeClr val="bg1"/>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solidFill>
                  <a:schemeClr val="tx1"/>
                </a:solidFill>
              </a:rPr>
              <a:t>__________</a:t>
            </a:r>
          </a:p>
        </p:txBody>
      </p:sp>
      <p:sp>
        <p:nvSpPr>
          <p:cNvPr id="36" name="TextBox 35">
            <a:extLst>
              <a:ext uri="{FF2B5EF4-FFF2-40B4-BE49-F238E27FC236}">
                <a16:creationId xmlns:a16="http://schemas.microsoft.com/office/drawing/2014/main" id="{69014CE7-1A4C-0D7C-FAB3-68D799560F5F}"/>
              </a:ext>
            </a:extLst>
          </p:cNvPr>
          <p:cNvSpPr txBox="1"/>
          <p:nvPr/>
        </p:nvSpPr>
        <p:spPr>
          <a:xfrm>
            <a:off x="7871740" y="5597765"/>
            <a:ext cx="15386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Attributes</a:t>
            </a:r>
            <a:endParaRPr lang="en-US"/>
          </a:p>
        </p:txBody>
      </p:sp>
    </p:spTree>
    <p:extLst>
      <p:ext uri="{BB962C8B-B14F-4D97-AF65-F5344CB8AC3E}">
        <p14:creationId xmlns:p14="http://schemas.microsoft.com/office/powerpoint/2010/main" val="3723249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D1FD-9CC8-4CB0-8247-CFAB90695FE8}"/>
              </a:ext>
            </a:extLst>
          </p:cNvPr>
          <p:cNvSpPr>
            <a:spLocks noGrp="1"/>
          </p:cNvSpPr>
          <p:nvPr>
            <p:ph type="title"/>
          </p:nvPr>
        </p:nvSpPr>
        <p:spPr>
          <a:xfrm>
            <a:off x="841248" y="841248"/>
            <a:ext cx="10479024" cy="557784"/>
          </a:xfrm>
        </p:spPr>
        <p:txBody>
          <a:bodyPr/>
          <a:lstStyle/>
          <a:p>
            <a:r>
              <a:rPr lang="en-US"/>
              <a:t>Our considerations</a:t>
            </a:r>
          </a:p>
        </p:txBody>
      </p:sp>
      <p:sp>
        <p:nvSpPr>
          <p:cNvPr id="5" name="Content Placeholder 4">
            <a:extLst>
              <a:ext uri="{FF2B5EF4-FFF2-40B4-BE49-F238E27FC236}">
                <a16:creationId xmlns:a16="http://schemas.microsoft.com/office/drawing/2014/main" id="{CCAD0987-D595-9D33-A24C-ED016A62A8BD}"/>
              </a:ext>
            </a:extLst>
          </p:cNvPr>
          <p:cNvSpPr>
            <a:spLocks noGrp="1"/>
          </p:cNvSpPr>
          <p:nvPr>
            <p:ph sz="quarter" idx="13"/>
          </p:nvPr>
        </p:nvSpPr>
        <p:spPr>
          <a:xfrm>
            <a:off x="-3082022" y="1907530"/>
            <a:ext cx="2862072" cy="4479925"/>
          </a:xfrm>
        </p:spPr>
        <p:txBody>
          <a:bodyPr/>
          <a:lstStyle/>
          <a:p>
            <a:r>
              <a:rPr lang="en-US"/>
              <a:t>Currently gearing up for a ground-breaking launch </a:t>
            </a:r>
          </a:p>
          <a:p>
            <a:r>
              <a:rPr lang="en-US"/>
              <a:t>Our new offerings will captivate the market</a:t>
            </a:r>
          </a:p>
          <a:p>
            <a:r>
              <a:rPr lang="en-US"/>
              <a:t>Our marketing campaign will generate anticipation</a:t>
            </a:r>
          </a:p>
          <a:p>
            <a:endParaRPr lang="en-US"/>
          </a:p>
        </p:txBody>
      </p:sp>
      <p:graphicFrame>
        <p:nvGraphicFramePr>
          <p:cNvPr id="7" name="Content Placeholder 6" descr="A timeline of the product launch">
            <a:extLst>
              <a:ext uri="{FF2B5EF4-FFF2-40B4-BE49-F238E27FC236}">
                <a16:creationId xmlns:a16="http://schemas.microsoft.com/office/drawing/2014/main" id="{7C6232C6-2D10-0E10-D9E1-9A3759D68BAF}"/>
              </a:ext>
            </a:extLst>
          </p:cNvPr>
          <p:cNvGraphicFramePr>
            <a:graphicFrameLocks noGrp="1"/>
          </p:cNvGraphicFramePr>
          <p:nvPr>
            <p:ph sz="quarter" idx="14"/>
            <p:extLst>
              <p:ext uri="{D42A27DB-BD31-4B8C-83A1-F6EECF244321}">
                <p14:modId xmlns:p14="http://schemas.microsoft.com/office/powerpoint/2010/main" val="421745670"/>
              </p:ext>
            </p:extLst>
          </p:nvPr>
        </p:nvGraphicFramePr>
        <p:xfrm>
          <a:off x="1465048" y="2328734"/>
          <a:ext cx="8297904" cy="3017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FE7814C5-5D60-0866-7B45-798BC7C8D1CB}"/>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6</a:t>
            </a:fld>
            <a:endParaRPr lang="en-US"/>
          </a:p>
        </p:txBody>
      </p:sp>
      <p:sp>
        <p:nvSpPr>
          <p:cNvPr id="1100" name="Text Placeholder 1099">
            <a:extLst>
              <a:ext uri="{FF2B5EF4-FFF2-40B4-BE49-F238E27FC236}">
                <a16:creationId xmlns:a16="http://schemas.microsoft.com/office/drawing/2014/main" id="{38EB96DD-95E3-68B1-F4BF-099D303D90B3}"/>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8977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D8FACD9-4906-4691-55B9-710FC59D2130}"/>
              </a:ext>
            </a:extLst>
          </p:cNvPr>
          <p:cNvSpPr>
            <a:spLocks noGrp="1"/>
          </p:cNvSpPr>
          <p:nvPr>
            <p:ph type="title"/>
          </p:nvPr>
        </p:nvSpPr>
        <p:spPr>
          <a:xfrm>
            <a:off x="560425" y="2177909"/>
            <a:ext cx="11058506" cy="5219236"/>
          </a:xfrm>
        </p:spPr>
        <p:txBody>
          <a:bodyPr/>
          <a:lstStyle/>
          <a:p>
            <a:r>
              <a:rPr lang="en-US"/>
              <a:t>Entity Relationship </a:t>
            </a:r>
            <a:br>
              <a:rPr lang="en-US"/>
            </a:br>
            <a:r>
              <a:rPr lang="en-US"/>
              <a:t>Diagram &amp; Data Overview</a:t>
            </a:r>
          </a:p>
        </p:txBody>
      </p:sp>
      <p:sp>
        <p:nvSpPr>
          <p:cNvPr id="46" name="Text Placeholder 45">
            <a:extLst>
              <a:ext uri="{FF2B5EF4-FFF2-40B4-BE49-F238E27FC236}">
                <a16:creationId xmlns:a16="http://schemas.microsoft.com/office/drawing/2014/main" id="{B7BFD7D2-6C97-1E33-B2CC-6AE1EB9EF8D2}"/>
              </a:ext>
            </a:extLst>
          </p:cNvPr>
          <p:cNvSpPr>
            <a:spLocks noGrp="1"/>
          </p:cNvSpPr>
          <p:nvPr>
            <p:ph type="body" sz="quarter" idx="15"/>
          </p:nvPr>
        </p:nvSpPr>
        <p:spPr/>
        <p:txBody>
          <a:bodyPr/>
          <a:lstStyle/>
          <a:p>
            <a:endParaRPr lang="en-US"/>
          </a:p>
        </p:txBody>
      </p:sp>
      <p:sp>
        <p:nvSpPr>
          <p:cNvPr id="43" name="Text Placeholder 42">
            <a:extLst>
              <a:ext uri="{FF2B5EF4-FFF2-40B4-BE49-F238E27FC236}">
                <a16:creationId xmlns:a16="http://schemas.microsoft.com/office/drawing/2014/main" id="{D45A4C16-121E-2E37-49E9-4A4ACF2C51FB}"/>
              </a:ext>
            </a:extLst>
          </p:cNvPr>
          <p:cNvSpPr>
            <a:spLocks noGrp="1"/>
          </p:cNvSpPr>
          <p:nvPr>
            <p:ph type="body" sz="quarter" idx="12"/>
          </p:nvPr>
        </p:nvSpPr>
        <p:spPr/>
        <p:txBody>
          <a:bodyPr/>
          <a:lstStyle/>
          <a:p>
            <a:endParaRPr lang="en-US"/>
          </a:p>
        </p:txBody>
      </p:sp>
      <p:sp>
        <p:nvSpPr>
          <p:cNvPr id="44" name="Text Placeholder 43">
            <a:extLst>
              <a:ext uri="{FF2B5EF4-FFF2-40B4-BE49-F238E27FC236}">
                <a16:creationId xmlns:a16="http://schemas.microsoft.com/office/drawing/2014/main" id="{D585FA3F-E61C-D66E-07B0-F757A8CA6054}"/>
              </a:ext>
            </a:extLst>
          </p:cNvPr>
          <p:cNvSpPr>
            <a:spLocks noGrp="1"/>
          </p:cNvSpPr>
          <p:nvPr>
            <p:ph type="body" sz="quarter" idx="13"/>
          </p:nvPr>
        </p:nvSpPr>
        <p:spPr/>
        <p:txBody>
          <a:bodyPr/>
          <a:lstStyle/>
          <a:p>
            <a:endParaRPr lang="en-US"/>
          </a:p>
        </p:txBody>
      </p:sp>
      <p:sp>
        <p:nvSpPr>
          <p:cNvPr id="45" name="Text Placeholder 44">
            <a:extLst>
              <a:ext uri="{FF2B5EF4-FFF2-40B4-BE49-F238E27FC236}">
                <a16:creationId xmlns:a16="http://schemas.microsoft.com/office/drawing/2014/main" id="{37E333FD-F3EA-ED3D-DAD7-C1B2247BA3CA}"/>
              </a:ext>
            </a:extLst>
          </p:cNvPr>
          <p:cNvSpPr>
            <a:spLocks noGrp="1"/>
          </p:cNvSpPr>
          <p:nvPr>
            <p:ph type="body" sz="quarter" idx="14"/>
          </p:nvPr>
        </p:nvSpPr>
        <p:spPr/>
        <p:txBody>
          <a:bodyPr/>
          <a:lstStyle/>
          <a:p>
            <a:endParaRPr lang="en-US"/>
          </a:p>
        </p:txBody>
      </p:sp>
      <p:sp>
        <p:nvSpPr>
          <p:cNvPr id="8" name="Title 2">
            <a:extLst>
              <a:ext uri="{FF2B5EF4-FFF2-40B4-BE49-F238E27FC236}">
                <a16:creationId xmlns:a16="http://schemas.microsoft.com/office/drawing/2014/main" id="{2BF65A68-FE00-D752-B39F-FF6C5C3CF2F5}"/>
              </a:ext>
            </a:extLst>
          </p:cNvPr>
          <p:cNvSpPr txBox="1">
            <a:spLocks/>
          </p:cNvSpPr>
          <p:nvPr/>
        </p:nvSpPr>
        <p:spPr>
          <a:xfrm>
            <a:off x="841248" y="841248"/>
            <a:ext cx="6931152" cy="557784"/>
          </a:xfrm>
          <a:prstGeom prst="rect">
            <a:avLst/>
          </a:prstGeom>
        </p:spPr>
        <p:txBody>
          <a:bodyPr vert="horz" lIns="0" tIns="0" rIns="0" bIns="0" rtlCol="0" anchor="t">
            <a:noAutofit/>
          </a:bodyPr>
          <a:lstStyle>
            <a:lvl1pPr algn="l" defTabSz="914400" rtl="0" eaLnBrk="1" latinLnBrk="0" hangingPunct="1">
              <a:lnSpc>
                <a:spcPct val="75000"/>
              </a:lnSpc>
              <a:spcBef>
                <a:spcPct val="0"/>
              </a:spcBef>
              <a:buNone/>
              <a:defRPr lang="en-ZA" sz="8000" b="0" kern="1200" spc="0" baseline="0">
                <a:solidFill>
                  <a:schemeClr val="bg1"/>
                </a:solidFill>
                <a:latin typeface="+mn-lt"/>
                <a:ea typeface="+mj-ea"/>
                <a:cs typeface="+mj-cs"/>
              </a:defRPr>
            </a:lvl1pPr>
          </a:lstStyle>
          <a:p>
            <a:r>
              <a:rPr lang="en-US" sz="2000" b="1">
                <a:latin typeface="Aptos"/>
              </a:rPr>
              <a:t>DATA MODELLING</a:t>
            </a:r>
            <a:endParaRPr lang="en-US" b="1"/>
          </a:p>
        </p:txBody>
      </p:sp>
    </p:spTree>
    <p:extLst>
      <p:ext uri="{BB962C8B-B14F-4D97-AF65-F5344CB8AC3E}">
        <p14:creationId xmlns:p14="http://schemas.microsoft.com/office/powerpoint/2010/main" val="4178334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F643-9DF2-B730-72CE-75663E4FF0DF}"/>
              </a:ext>
            </a:extLst>
          </p:cNvPr>
          <p:cNvSpPr>
            <a:spLocks noGrp="1"/>
          </p:cNvSpPr>
          <p:nvPr>
            <p:ph type="title"/>
          </p:nvPr>
        </p:nvSpPr>
        <p:spPr>
          <a:xfrm>
            <a:off x="828333" y="4754570"/>
            <a:ext cx="10479024" cy="557784"/>
          </a:xfrm>
        </p:spPr>
        <p:txBody>
          <a:bodyPr/>
          <a:lstStyle/>
          <a:p>
            <a:r>
              <a:rPr lang="en-US"/>
              <a:t>ER diagram of the flow</a:t>
            </a:r>
          </a:p>
        </p:txBody>
      </p:sp>
      <p:sp>
        <p:nvSpPr>
          <p:cNvPr id="4" name="Slide Number Placeholder 3">
            <a:extLst>
              <a:ext uri="{FF2B5EF4-FFF2-40B4-BE49-F238E27FC236}">
                <a16:creationId xmlns:a16="http://schemas.microsoft.com/office/drawing/2014/main" id="{D425AA3C-075D-E8DD-D48B-DA9E07CBE09F}"/>
              </a:ext>
            </a:extLst>
          </p:cNvPr>
          <p:cNvSpPr>
            <a:spLocks noGrp="1"/>
          </p:cNvSpPr>
          <p:nvPr>
            <p:ph type="sldNum" sz="quarter" idx="11"/>
          </p:nvPr>
        </p:nvSpPr>
        <p:spPr>
          <a:xfrm>
            <a:off x="10894123" y="6290172"/>
            <a:ext cx="843264" cy="288000"/>
          </a:xfrm>
        </p:spPr>
        <p:txBody>
          <a:bodyPr/>
          <a:lstStyle/>
          <a:p>
            <a:fld id="{B67B645E-C5E5-4727-B977-D372A0AA71D9}" type="slidenum">
              <a:rPr lang="en-US" smtClean="0"/>
              <a:pPr/>
              <a:t>8</a:t>
            </a:fld>
            <a:endParaRPr lang="en-US"/>
          </a:p>
        </p:txBody>
      </p:sp>
      <p:pic>
        <p:nvPicPr>
          <p:cNvPr id="6" name="Content Placeholder 5">
            <a:extLst>
              <a:ext uri="{FF2B5EF4-FFF2-40B4-BE49-F238E27FC236}">
                <a16:creationId xmlns:a16="http://schemas.microsoft.com/office/drawing/2014/main" id="{71AE710A-7916-EB25-642A-9022731B8826}"/>
              </a:ext>
            </a:extLst>
          </p:cNvPr>
          <p:cNvPicPr>
            <a:picLocks noGrp="1" noChangeAspect="1"/>
          </p:cNvPicPr>
          <p:nvPr>
            <p:ph sz="quarter" idx="13"/>
          </p:nvPr>
        </p:nvPicPr>
        <p:blipFill>
          <a:blip r:embed="rId2"/>
          <a:stretch>
            <a:fillRect/>
          </a:stretch>
        </p:blipFill>
        <p:spPr>
          <a:xfrm>
            <a:off x="2649384" y="8845947"/>
            <a:ext cx="2862072" cy="1769549"/>
          </a:xfrm>
        </p:spPr>
      </p:pic>
      <p:pic>
        <p:nvPicPr>
          <p:cNvPr id="15" name="Content Placeholder 14" descr="A screenshot of a computer screen&#10;&#10;AI-generated content may be incorrect.">
            <a:extLst>
              <a:ext uri="{FF2B5EF4-FFF2-40B4-BE49-F238E27FC236}">
                <a16:creationId xmlns:a16="http://schemas.microsoft.com/office/drawing/2014/main" id="{D671AB75-6BEB-5492-678C-A7D9FE07D704}"/>
              </a:ext>
            </a:extLst>
          </p:cNvPr>
          <p:cNvPicPr>
            <a:picLocks noGrp="1" noChangeAspect="1"/>
          </p:cNvPicPr>
          <p:nvPr>
            <p:ph sz="quarter" idx="14"/>
          </p:nvPr>
        </p:nvPicPr>
        <p:blipFill>
          <a:blip r:embed="rId3"/>
          <a:stretch>
            <a:fillRect/>
          </a:stretch>
        </p:blipFill>
        <p:spPr>
          <a:xfrm>
            <a:off x="1031995" y="367213"/>
            <a:ext cx="10303928" cy="6228129"/>
          </a:xfrm>
        </p:spPr>
      </p:pic>
    </p:spTree>
    <p:extLst>
      <p:ext uri="{BB962C8B-B14F-4D97-AF65-F5344CB8AC3E}">
        <p14:creationId xmlns:p14="http://schemas.microsoft.com/office/powerpoint/2010/main" val="558281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A885-7B1E-848E-012E-8AFBD700D192}"/>
              </a:ext>
            </a:extLst>
          </p:cNvPr>
          <p:cNvSpPr>
            <a:spLocks noGrp="1"/>
          </p:cNvSpPr>
          <p:nvPr>
            <p:ph type="title"/>
          </p:nvPr>
        </p:nvSpPr>
        <p:spPr>
          <a:xfrm>
            <a:off x="275521" y="252430"/>
            <a:ext cx="10479024" cy="557784"/>
          </a:xfrm>
        </p:spPr>
        <p:txBody>
          <a:bodyPr/>
          <a:lstStyle/>
          <a:p>
            <a:r>
              <a:rPr lang="en-US"/>
              <a:t>Data modelling</a:t>
            </a:r>
          </a:p>
        </p:txBody>
      </p:sp>
      <p:sp>
        <p:nvSpPr>
          <p:cNvPr id="4" name="Slide Number Placeholder 3">
            <a:extLst>
              <a:ext uri="{FF2B5EF4-FFF2-40B4-BE49-F238E27FC236}">
                <a16:creationId xmlns:a16="http://schemas.microsoft.com/office/drawing/2014/main" id="{0AE792D3-8CC9-5E35-0E3E-A1DBC382C9CE}"/>
              </a:ext>
            </a:extLst>
          </p:cNvPr>
          <p:cNvSpPr>
            <a:spLocks noGrp="1"/>
          </p:cNvSpPr>
          <p:nvPr>
            <p:ph type="sldNum" sz="quarter" idx="11"/>
          </p:nvPr>
        </p:nvSpPr>
        <p:spPr/>
        <p:txBody>
          <a:bodyPr/>
          <a:lstStyle/>
          <a:p>
            <a:fld id="{B67B645E-C5E5-4727-B977-D372A0AA71D9}" type="slidenum">
              <a:rPr lang="en-US" smtClean="0"/>
              <a:pPr/>
              <a:t>9</a:t>
            </a:fld>
            <a:endParaRPr lang="en-US"/>
          </a:p>
        </p:txBody>
      </p:sp>
      <p:sp>
        <p:nvSpPr>
          <p:cNvPr id="8" name="TextBox 7">
            <a:extLst>
              <a:ext uri="{FF2B5EF4-FFF2-40B4-BE49-F238E27FC236}">
                <a16:creationId xmlns:a16="http://schemas.microsoft.com/office/drawing/2014/main" id="{0D976CE3-F4E8-46F0-4F15-665320C0AC1A}"/>
              </a:ext>
            </a:extLst>
          </p:cNvPr>
          <p:cNvSpPr txBox="1"/>
          <p:nvPr/>
        </p:nvSpPr>
        <p:spPr>
          <a:xfrm>
            <a:off x="210446" y="806457"/>
            <a:ext cx="40842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a:rPr>
              <a:t>Employee Table</a:t>
            </a:r>
          </a:p>
        </p:txBody>
      </p:sp>
      <p:graphicFrame>
        <p:nvGraphicFramePr>
          <p:cNvPr id="10" name="Table 9">
            <a:extLst>
              <a:ext uri="{FF2B5EF4-FFF2-40B4-BE49-F238E27FC236}">
                <a16:creationId xmlns:a16="http://schemas.microsoft.com/office/drawing/2014/main" id="{91B6BA8E-B6AE-E68A-971B-186666CB1E29}"/>
              </a:ext>
            </a:extLst>
          </p:cNvPr>
          <p:cNvGraphicFramePr>
            <a:graphicFrameLocks noGrp="1"/>
          </p:cNvGraphicFramePr>
          <p:nvPr>
            <p:extLst>
              <p:ext uri="{D42A27DB-BD31-4B8C-83A1-F6EECF244321}">
                <p14:modId xmlns:p14="http://schemas.microsoft.com/office/powerpoint/2010/main" val="2585974388"/>
              </p:ext>
            </p:extLst>
          </p:nvPr>
        </p:nvGraphicFramePr>
        <p:xfrm>
          <a:off x="277092" y="1177636"/>
          <a:ext cx="9794925" cy="2504286"/>
        </p:xfrm>
        <a:graphic>
          <a:graphicData uri="http://schemas.openxmlformats.org/drawingml/2006/table">
            <a:tbl>
              <a:tblPr firstRow="1" bandRow="1">
                <a:tableStyleId>{3B4B98B0-60AC-42C2-AFA5-B58CD77FA1E5}</a:tableStyleId>
              </a:tblPr>
              <a:tblGrid>
                <a:gridCol w="1471921">
                  <a:extLst>
                    <a:ext uri="{9D8B030D-6E8A-4147-A177-3AD203B41FA5}">
                      <a16:colId xmlns:a16="http://schemas.microsoft.com/office/drawing/2014/main" val="2256860868"/>
                    </a:ext>
                  </a:extLst>
                </a:gridCol>
                <a:gridCol w="1717013">
                  <a:extLst>
                    <a:ext uri="{9D8B030D-6E8A-4147-A177-3AD203B41FA5}">
                      <a16:colId xmlns:a16="http://schemas.microsoft.com/office/drawing/2014/main" val="2237254968"/>
                    </a:ext>
                  </a:extLst>
                </a:gridCol>
                <a:gridCol w="2178303">
                  <a:extLst>
                    <a:ext uri="{9D8B030D-6E8A-4147-A177-3AD203B41FA5}">
                      <a16:colId xmlns:a16="http://schemas.microsoft.com/office/drawing/2014/main" val="2320924691"/>
                    </a:ext>
                  </a:extLst>
                </a:gridCol>
                <a:gridCol w="1734781">
                  <a:extLst>
                    <a:ext uri="{9D8B030D-6E8A-4147-A177-3AD203B41FA5}">
                      <a16:colId xmlns:a16="http://schemas.microsoft.com/office/drawing/2014/main" val="797610324"/>
                    </a:ext>
                  </a:extLst>
                </a:gridCol>
                <a:gridCol w="1478158">
                  <a:extLst>
                    <a:ext uri="{9D8B030D-6E8A-4147-A177-3AD203B41FA5}">
                      <a16:colId xmlns:a16="http://schemas.microsoft.com/office/drawing/2014/main" val="2194512494"/>
                    </a:ext>
                  </a:extLst>
                </a:gridCol>
                <a:gridCol w="1214749">
                  <a:extLst>
                    <a:ext uri="{9D8B030D-6E8A-4147-A177-3AD203B41FA5}">
                      <a16:colId xmlns:a16="http://schemas.microsoft.com/office/drawing/2014/main" val="1629177086"/>
                    </a:ext>
                  </a:extLst>
                </a:gridCol>
              </a:tblGrid>
              <a:tr h="264285">
                <a:tc>
                  <a:txBody>
                    <a:bodyPr/>
                    <a:lstStyle/>
                    <a:p>
                      <a:r>
                        <a:rPr lang="en-US" sz="1400"/>
                        <a:t>Emp id</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Emp name</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Emp role</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Joining dt</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salary</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 </a:t>
                      </a:r>
                      <a:r>
                        <a:rPr lang="en-US" sz="1400" err="1"/>
                        <a:t>Proj_id</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3159135357"/>
                  </a:ext>
                </a:extLst>
              </a:tr>
              <a:tr h="264285">
                <a:tc>
                  <a:txBody>
                    <a:bodyPr/>
                    <a:lstStyle/>
                    <a:p>
                      <a:r>
                        <a:rPr lang="en-US" sz="1400"/>
                        <a:t>1</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 Aakash</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Data Engineer</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2022-01-08</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80000.00</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1</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4201811146"/>
                  </a:ext>
                </a:extLst>
              </a:tr>
              <a:tr h="264285">
                <a:tc>
                  <a:txBody>
                    <a:bodyPr/>
                    <a:lstStyle/>
                    <a:p>
                      <a:r>
                        <a:rPr lang="en-US" sz="1400"/>
                        <a:t>2</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Gauri</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Light"/>
                        </a:rPr>
                        <a:t>Data Engineer</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2024-01-15</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55000.00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469990862"/>
                  </a:ext>
                </a:extLst>
              </a:tr>
              <a:tr h="264285">
                <a:tc>
                  <a:txBody>
                    <a:bodyPr/>
                    <a:lstStyle/>
                    <a:p>
                      <a:r>
                        <a:rPr lang="en-US" sz="1400"/>
                        <a:t>3</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Kalpesh</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Data Analyst</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2024-01-06</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50000.00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942147493"/>
                  </a:ext>
                </a:extLst>
              </a:tr>
              <a:tr h="264285">
                <a:tc>
                  <a:txBody>
                    <a:bodyPr/>
                    <a:lstStyle/>
                    <a:p>
                      <a:r>
                        <a:rPr lang="en-US" sz="1400"/>
                        <a:t>4</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Anup</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b="0" i="0" u="none" strike="noStrike" noProof="0">
                          <a:solidFill>
                            <a:srgbClr val="000000"/>
                          </a:solidFill>
                          <a:latin typeface="Aptos Light"/>
                        </a:rPr>
                        <a:t>Data Analyst</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2024-01-10</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53000.00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3695470929"/>
                  </a:ext>
                </a:extLst>
              </a:tr>
              <a:tr h="264285">
                <a:tc>
                  <a:txBody>
                    <a:bodyPr/>
                    <a:lstStyle/>
                    <a:p>
                      <a:r>
                        <a:rPr lang="en-US" sz="1400"/>
                        <a:t>5</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Priyanka</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b="0" i="0" u="none" strike="noStrike" noProof="0">
                          <a:solidFill>
                            <a:srgbClr val="000000"/>
                          </a:solidFill>
                          <a:latin typeface="Aptos Light"/>
                        </a:rPr>
                        <a:t>Data Engineer</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2022-01-20</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75000.00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2</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748803137"/>
                  </a:ext>
                </a:extLst>
              </a:tr>
              <a:tr h="264285">
                <a:tc>
                  <a:txBody>
                    <a:bodyPr/>
                    <a:lstStyle/>
                    <a:p>
                      <a:r>
                        <a:rPr lang="en-US" sz="1400"/>
                        <a:t>6</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Mohit</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b="0" i="0" u="none" strike="noStrike" noProof="0">
                          <a:solidFill>
                            <a:srgbClr val="000000"/>
                          </a:solidFill>
                          <a:latin typeface="Aptos Light"/>
                        </a:rPr>
                        <a:t>Data Engineer</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2024-01-05</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50000.00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2</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710181012"/>
                  </a:ext>
                </a:extLst>
              </a:tr>
              <a:tr h="264285">
                <a:tc>
                  <a:txBody>
                    <a:bodyPr/>
                    <a:lstStyle/>
                    <a:p>
                      <a:pPr lvl="0">
                        <a:buNone/>
                      </a:pPr>
                      <a:r>
                        <a:rPr lang="en-US" sz="1400"/>
                        <a:t>7</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Aniket</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Data Analyst</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2024-01-08</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51000.00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2</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502801972"/>
                  </a:ext>
                </a:extLst>
              </a:tr>
              <a:tr h="264285">
                <a:tc>
                  <a:txBody>
                    <a:bodyPr/>
                    <a:lstStyle/>
                    <a:p>
                      <a:pPr lvl="0">
                        <a:buNone/>
                      </a:pPr>
                      <a:r>
                        <a:rPr lang="en-US" sz="1400"/>
                        <a:t>8</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Soham</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solidFill>
                            <a:srgbClr val="000000"/>
                          </a:solidFill>
                        </a:rPr>
                        <a:t>Data Analyst</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2024-01-14</a:t>
                      </a:r>
                      <a:endParaRPr lang="en-US" sz="1400"/>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54000.00</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2</a:t>
                      </a:r>
                    </a:p>
                  </a:txBody>
                  <a:tcPr marL="64895" marR="64895" marT="32447" marB="32447">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089051974"/>
                  </a:ext>
                </a:extLst>
              </a:tr>
            </a:tbl>
          </a:graphicData>
        </a:graphic>
      </p:graphicFrame>
      <p:graphicFrame>
        <p:nvGraphicFramePr>
          <p:cNvPr id="12" name="Table 11">
            <a:extLst>
              <a:ext uri="{FF2B5EF4-FFF2-40B4-BE49-F238E27FC236}">
                <a16:creationId xmlns:a16="http://schemas.microsoft.com/office/drawing/2014/main" id="{79D3B61B-2C42-734B-2BBF-5350872E2C40}"/>
              </a:ext>
            </a:extLst>
          </p:cNvPr>
          <p:cNvGraphicFramePr>
            <a:graphicFrameLocks noGrp="1"/>
          </p:cNvGraphicFramePr>
          <p:nvPr>
            <p:extLst>
              <p:ext uri="{D42A27DB-BD31-4B8C-83A1-F6EECF244321}">
                <p14:modId xmlns:p14="http://schemas.microsoft.com/office/powerpoint/2010/main" val="1055169700"/>
              </p:ext>
            </p:extLst>
          </p:nvPr>
        </p:nvGraphicFramePr>
        <p:xfrm>
          <a:off x="274637" y="4385830"/>
          <a:ext cx="9765577" cy="2141258"/>
        </p:xfrm>
        <a:graphic>
          <a:graphicData uri="http://schemas.openxmlformats.org/drawingml/2006/table">
            <a:tbl>
              <a:tblPr bandRow="1">
                <a:tableStyleId>{68D230F3-CF80-4859-8CE7-A43EE81993B5}</a:tableStyleId>
              </a:tblPr>
              <a:tblGrid>
                <a:gridCol w="1251557">
                  <a:extLst>
                    <a:ext uri="{9D8B030D-6E8A-4147-A177-3AD203B41FA5}">
                      <a16:colId xmlns:a16="http://schemas.microsoft.com/office/drawing/2014/main" val="3379133217"/>
                    </a:ext>
                  </a:extLst>
                </a:gridCol>
                <a:gridCol w="962735">
                  <a:extLst>
                    <a:ext uri="{9D8B030D-6E8A-4147-A177-3AD203B41FA5}">
                      <a16:colId xmlns:a16="http://schemas.microsoft.com/office/drawing/2014/main" val="2445529027"/>
                    </a:ext>
                  </a:extLst>
                </a:gridCol>
                <a:gridCol w="1544585">
                  <a:extLst>
                    <a:ext uri="{9D8B030D-6E8A-4147-A177-3AD203B41FA5}">
                      <a16:colId xmlns:a16="http://schemas.microsoft.com/office/drawing/2014/main" val="618945130"/>
                    </a:ext>
                  </a:extLst>
                </a:gridCol>
                <a:gridCol w="1476195">
                  <a:extLst>
                    <a:ext uri="{9D8B030D-6E8A-4147-A177-3AD203B41FA5}">
                      <a16:colId xmlns:a16="http://schemas.microsoft.com/office/drawing/2014/main" val="4274610187"/>
                    </a:ext>
                  </a:extLst>
                </a:gridCol>
                <a:gridCol w="1268398">
                  <a:extLst>
                    <a:ext uri="{9D8B030D-6E8A-4147-A177-3AD203B41FA5}">
                      <a16:colId xmlns:a16="http://schemas.microsoft.com/office/drawing/2014/main" val="1157372892"/>
                    </a:ext>
                  </a:extLst>
                </a:gridCol>
                <a:gridCol w="1444101">
                  <a:extLst>
                    <a:ext uri="{9D8B030D-6E8A-4147-A177-3AD203B41FA5}">
                      <a16:colId xmlns:a16="http://schemas.microsoft.com/office/drawing/2014/main" val="3135199917"/>
                    </a:ext>
                  </a:extLst>
                </a:gridCol>
                <a:gridCol w="936733">
                  <a:extLst>
                    <a:ext uri="{9D8B030D-6E8A-4147-A177-3AD203B41FA5}">
                      <a16:colId xmlns:a16="http://schemas.microsoft.com/office/drawing/2014/main" val="3600571550"/>
                    </a:ext>
                  </a:extLst>
                </a:gridCol>
                <a:gridCol w="881273">
                  <a:extLst>
                    <a:ext uri="{9D8B030D-6E8A-4147-A177-3AD203B41FA5}">
                      <a16:colId xmlns:a16="http://schemas.microsoft.com/office/drawing/2014/main" val="2305547608"/>
                    </a:ext>
                  </a:extLst>
                </a:gridCol>
              </a:tblGrid>
              <a:tr h="285750">
                <a:tc>
                  <a:txBody>
                    <a:bodyPr/>
                    <a:lstStyle/>
                    <a:p>
                      <a:pPr fontAlgn="base">
                        <a:lnSpc>
                          <a:spcPts val="1425"/>
                        </a:lnSpc>
                      </a:pPr>
                      <a:r>
                        <a:rPr lang="en-US" sz="1400" b="1">
                          <a:effectLst/>
                          <a:latin typeface="Aptos Light"/>
                        </a:rPr>
                        <a:t>Emp ap id</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b="1">
                          <a:effectLst/>
                          <a:latin typeface="Aptos Light"/>
                        </a:rPr>
                        <a:t>Emp id</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b="1">
                          <a:effectLst/>
                          <a:latin typeface="Aptos Light"/>
                        </a:rPr>
                        <a:t>Emp role</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b="1">
                          <a:effectLst/>
                          <a:latin typeface="Aptos Light"/>
                        </a:rPr>
                        <a:t>Joining</a:t>
                      </a:r>
                    </a:p>
                    <a:p>
                      <a:pPr lvl="0">
                        <a:lnSpc>
                          <a:spcPts val="1425"/>
                        </a:lnSpc>
                        <a:buNone/>
                      </a:pPr>
                      <a:r>
                        <a:rPr lang="en-US" sz="1400" b="1">
                          <a:effectLst/>
                          <a:latin typeface="Aptos Light"/>
                        </a:rPr>
                        <a:t>date</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b="1">
                          <a:effectLst/>
                          <a:latin typeface="Aptos Light"/>
                        </a:rPr>
                        <a:t>Base salary</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1">
                          <a:effectLst/>
                          <a:latin typeface="Aptos Light"/>
                        </a:rPr>
                        <a:t>Incremented</a:t>
                      </a:r>
                    </a:p>
                    <a:p>
                      <a:pPr lvl="0">
                        <a:lnSpc>
                          <a:spcPts val="1425"/>
                        </a:lnSpc>
                        <a:buNone/>
                      </a:pPr>
                      <a:r>
                        <a:rPr lang="en-US" sz="1400" b="1">
                          <a:effectLst/>
                          <a:latin typeface="Aptos Light"/>
                        </a:rPr>
                        <a:t>salary</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fontAlgn="base">
                        <a:lnSpc>
                          <a:spcPts val="1425"/>
                        </a:lnSpc>
                      </a:pPr>
                      <a:r>
                        <a:rPr lang="en-US" sz="1400" b="1">
                          <a:effectLst/>
                          <a:latin typeface="Aptos Light"/>
                        </a:rPr>
                        <a:t>App</a:t>
                      </a:r>
                    </a:p>
                    <a:p>
                      <a:pPr lvl="0">
                        <a:lnSpc>
                          <a:spcPts val="1425"/>
                        </a:lnSpc>
                        <a:buNone/>
                      </a:pPr>
                      <a:r>
                        <a:rPr lang="en-US" sz="1400" b="1">
                          <a:effectLst/>
                          <a:latin typeface="Aptos Light"/>
                        </a:rPr>
                        <a:t>cycle</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auto">
                        <a:lnSpc>
                          <a:spcPts val="1425"/>
                        </a:lnSpc>
                      </a:pPr>
                      <a:r>
                        <a:rPr lang="en-US" sz="1400" b="1">
                          <a:effectLst/>
                          <a:latin typeface="Aptos Light"/>
                        </a:rPr>
                        <a:t>App</a:t>
                      </a:r>
                    </a:p>
                    <a:p>
                      <a:pPr lvl="0">
                        <a:lnSpc>
                          <a:spcPts val="1425"/>
                        </a:lnSpc>
                        <a:buNone/>
                      </a:pPr>
                      <a:r>
                        <a:rPr lang="en-US" sz="1400" b="1">
                          <a:effectLst/>
                          <a:latin typeface="Aptos Light"/>
                        </a:rPr>
                        <a:t>perc</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50988034"/>
                  </a:ext>
                </a:extLst>
              </a:tr>
              <a:tr h="285750">
                <a:tc>
                  <a:txBody>
                    <a:bodyPr/>
                    <a:lstStyle/>
                    <a:p>
                      <a:pPr fontAlgn="base">
                        <a:lnSpc>
                          <a:spcPts val="1425"/>
                        </a:lnSpc>
                      </a:pPr>
                      <a:r>
                        <a:rPr lang="en-US" sz="1400">
                          <a:effectLst/>
                          <a:latin typeface="Aptos Light"/>
                        </a:rPr>
                        <a:t>1</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1</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Data Engineer</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2022-01-08</a:t>
                      </a:r>
                      <a:endParaRPr lang="en-US" sz="1400"/>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80,000.00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a:effectLst/>
                          <a:latin typeface="Aptos Light"/>
                        </a:rPr>
                        <a:t>80,000.00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fontAlgn="base">
                        <a:lnSpc>
                          <a:spcPts val="1425"/>
                        </a:lnSpc>
                      </a:pPr>
                      <a:r>
                        <a:rPr lang="en-US" sz="1400">
                          <a:effectLst/>
                          <a:latin typeface="Aptos Light"/>
                        </a:rPr>
                        <a:t>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10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62195231"/>
                  </a:ext>
                </a:extLst>
              </a:tr>
              <a:tr h="285750">
                <a:tc>
                  <a:txBody>
                    <a:bodyPr/>
                    <a:lstStyle/>
                    <a:p>
                      <a:pPr lvl="0">
                        <a:lnSpc>
                          <a:spcPts val="1425"/>
                        </a:lnSpc>
                        <a:buNone/>
                      </a:pPr>
                      <a:r>
                        <a:rPr lang="en-US" sz="1400">
                          <a:effectLst/>
                          <a:latin typeface="Aptos Light"/>
                        </a:rPr>
                        <a:t>2</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Data Engineer</a:t>
                      </a:r>
                      <a:endParaRPr lang="en-US" sz="1400"/>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2022-01-08</a:t>
                      </a:r>
                      <a:endParaRPr lang="en-US" sz="1400"/>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80,000.00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88,000.00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917365178"/>
                  </a:ext>
                </a:extLst>
              </a:tr>
              <a:tr h="285750">
                <a:tc>
                  <a:txBody>
                    <a:bodyPr/>
                    <a:lstStyle/>
                    <a:p>
                      <a:pPr fontAlgn="base">
                        <a:lnSpc>
                          <a:spcPts val="1425"/>
                        </a:lnSpc>
                      </a:pPr>
                      <a:r>
                        <a:rPr lang="en-US" sz="1400">
                          <a:effectLst/>
                          <a:latin typeface="Aptos Light"/>
                        </a:rPr>
                        <a:t>3</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1</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Data Engineer</a:t>
                      </a:r>
                      <a:endParaRPr lang="en-US" sz="1400"/>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2022-01-08</a:t>
                      </a:r>
                      <a:endParaRPr lang="en-US" sz="1400"/>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80,000.00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a:effectLst/>
                          <a:latin typeface="Aptos Light"/>
                        </a:rPr>
                        <a:t>96,800.00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fontAlgn="base">
                        <a:lnSpc>
                          <a:spcPts val="1425"/>
                        </a:lnSpc>
                      </a:pPr>
                      <a:r>
                        <a:rPr lang="en-US" sz="1400">
                          <a:effectLst/>
                          <a:latin typeface="Aptos Light"/>
                        </a:rPr>
                        <a:t>2</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10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296344"/>
                  </a:ext>
                </a:extLst>
              </a:tr>
              <a:tr h="285750">
                <a:tc>
                  <a:txBody>
                    <a:bodyPr/>
                    <a:lstStyle/>
                    <a:p>
                      <a:pPr lvl="0">
                        <a:lnSpc>
                          <a:spcPts val="1425"/>
                        </a:lnSpc>
                        <a:buNone/>
                      </a:pPr>
                      <a:r>
                        <a:rPr lang="en-US" sz="1400">
                          <a:effectLst/>
                          <a:latin typeface="Aptos Light"/>
                        </a:rPr>
                        <a:t>4</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Data Engineer</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2022-01-08</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80,000.00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1,06,480.00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3</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960897085"/>
                  </a:ext>
                </a:extLst>
              </a:tr>
              <a:tr h="285750">
                <a:tc>
                  <a:txBody>
                    <a:bodyPr/>
                    <a:lstStyle/>
                    <a:p>
                      <a:pPr fontAlgn="base">
                        <a:lnSpc>
                          <a:spcPts val="1425"/>
                        </a:lnSpc>
                      </a:pPr>
                      <a:r>
                        <a:rPr lang="en-US" sz="1400">
                          <a:effectLst/>
                          <a:latin typeface="Aptos Light"/>
                        </a:rPr>
                        <a:t>5</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7</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Data Analyst</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2024-01-08</a:t>
                      </a:r>
                      <a:endParaRPr lang="en-US" sz="1400"/>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51,000.00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lnSpc>
                          <a:spcPts val="1425"/>
                        </a:lnSpc>
                        <a:buNone/>
                      </a:pPr>
                      <a:r>
                        <a:rPr lang="en-US" sz="1400">
                          <a:effectLst/>
                          <a:latin typeface="Aptos Light"/>
                        </a:rPr>
                        <a:t>51,000.00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fontAlgn="base">
                        <a:lnSpc>
                          <a:spcPts val="1425"/>
                        </a:lnSpc>
                      </a:pPr>
                      <a:r>
                        <a:rPr lang="en-US" sz="1400">
                          <a:effectLst/>
                          <a:latin typeface="Aptos Light"/>
                        </a:rPr>
                        <a:t>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fontAlgn="base">
                        <a:lnSpc>
                          <a:spcPts val="1425"/>
                        </a:lnSpc>
                      </a:pPr>
                      <a:r>
                        <a:rPr lang="en-US" sz="1400">
                          <a:effectLst/>
                          <a:latin typeface="Aptos Light"/>
                        </a:rPr>
                        <a:t>10</a:t>
                      </a:r>
                    </a:p>
                  </a:txBody>
                  <a:tcPr marL="66332" marR="66332" marT="33166" marB="3316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20735568"/>
                  </a:ext>
                </a:extLst>
              </a:tr>
              <a:tr h="285750">
                <a:tc>
                  <a:txBody>
                    <a:bodyPr/>
                    <a:lstStyle/>
                    <a:p>
                      <a:pPr lvl="0">
                        <a:lnSpc>
                          <a:spcPts val="1425"/>
                        </a:lnSpc>
                        <a:buNone/>
                      </a:pPr>
                      <a:r>
                        <a:rPr lang="en-US" sz="1400">
                          <a:effectLst/>
                          <a:latin typeface="Aptos Light"/>
                        </a:rPr>
                        <a:t>6</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7</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Data Analyst</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b="0" i="0" u="none" strike="noStrike" noProof="0">
                          <a:solidFill>
                            <a:srgbClr val="000000"/>
                          </a:solidFill>
                          <a:effectLst/>
                          <a:latin typeface="Aptos Light"/>
                        </a:rPr>
                        <a:t>2024-01-08</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51,000.00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56,100.00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lnSpc>
                          <a:spcPts val="1425"/>
                        </a:lnSpc>
                        <a:buNone/>
                      </a:pPr>
                      <a:r>
                        <a:rPr lang="en-US" sz="1400">
                          <a:effectLst/>
                          <a:latin typeface="Aptos Light"/>
                        </a:rPr>
                        <a:t>10</a:t>
                      </a:r>
                    </a:p>
                  </a:txBody>
                  <a:tcPr marL="66332" marR="66332" marT="33165" marB="33165">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731288399"/>
                  </a:ext>
                </a:extLst>
              </a:tr>
            </a:tbl>
          </a:graphicData>
        </a:graphic>
      </p:graphicFrame>
      <p:sp>
        <p:nvSpPr>
          <p:cNvPr id="13" name="TextBox 12">
            <a:extLst>
              <a:ext uri="{FF2B5EF4-FFF2-40B4-BE49-F238E27FC236}">
                <a16:creationId xmlns:a16="http://schemas.microsoft.com/office/drawing/2014/main" id="{60176B6D-F6E7-6E8F-A69D-DBA784094D64}"/>
              </a:ext>
            </a:extLst>
          </p:cNvPr>
          <p:cNvSpPr txBox="1"/>
          <p:nvPr/>
        </p:nvSpPr>
        <p:spPr>
          <a:xfrm>
            <a:off x="213856" y="4015328"/>
            <a:ext cx="37086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a:rPr>
              <a:t>Employee Appraisal</a:t>
            </a:r>
          </a:p>
        </p:txBody>
      </p:sp>
      <p:graphicFrame>
        <p:nvGraphicFramePr>
          <p:cNvPr id="24" name="Content Placeholder 23">
            <a:extLst>
              <a:ext uri="{FF2B5EF4-FFF2-40B4-BE49-F238E27FC236}">
                <a16:creationId xmlns:a16="http://schemas.microsoft.com/office/drawing/2014/main" id="{5F90DBF7-BE22-5648-E4DE-E6B35BE8DF1F}"/>
              </a:ext>
            </a:extLst>
          </p:cNvPr>
          <p:cNvGraphicFramePr>
            <a:graphicFrameLocks noGrp="1"/>
          </p:cNvGraphicFramePr>
          <p:nvPr>
            <p:ph sz="quarter" idx="14"/>
            <p:extLst>
              <p:ext uri="{D42A27DB-BD31-4B8C-83A1-F6EECF244321}">
                <p14:modId xmlns:p14="http://schemas.microsoft.com/office/powerpoint/2010/main" val="222620403"/>
              </p:ext>
            </p:extLst>
          </p:nvPr>
        </p:nvGraphicFramePr>
        <p:xfrm>
          <a:off x="247478" y="4009768"/>
          <a:ext cx="3007070" cy="370840"/>
        </p:xfrm>
        <a:graphic>
          <a:graphicData uri="http://schemas.openxmlformats.org/drawingml/2006/table">
            <a:tbl>
              <a:tblPr firstRow="1" bandRow="1">
                <a:tableStyleId>{68D230F3-CF80-4859-8CE7-A43EE81993B5}</a:tableStyleId>
              </a:tblPr>
              <a:tblGrid>
                <a:gridCol w="3007070">
                  <a:extLst>
                    <a:ext uri="{9D8B030D-6E8A-4147-A177-3AD203B41FA5}">
                      <a16:colId xmlns:a16="http://schemas.microsoft.com/office/drawing/2014/main" val="3208424276"/>
                    </a:ext>
                  </a:extLst>
                </a:gridCol>
              </a:tblGrid>
              <a:tr h="370840">
                <a:tc>
                  <a:txBody>
                    <a:bodyPr/>
                    <a:lstStyle/>
                    <a:p>
                      <a:endParaRPr lang="en-US"/>
                    </a:p>
                  </a:txBody>
                  <a:tcPr/>
                </a:tc>
                <a:extLst>
                  <a:ext uri="{0D108BD9-81ED-4DB2-BD59-A6C34878D82A}">
                    <a16:rowId xmlns:a16="http://schemas.microsoft.com/office/drawing/2014/main" val="2302858926"/>
                  </a:ext>
                </a:extLst>
              </a:tr>
            </a:tbl>
          </a:graphicData>
        </a:graphic>
      </p:graphicFrame>
      <p:graphicFrame>
        <p:nvGraphicFramePr>
          <p:cNvPr id="5" name="Content Placeholder 23">
            <a:extLst>
              <a:ext uri="{FF2B5EF4-FFF2-40B4-BE49-F238E27FC236}">
                <a16:creationId xmlns:a16="http://schemas.microsoft.com/office/drawing/2014/main" id="{A54095C3-4C7C-18C3-B9C9-7848F8F00E66}"/>
              </a:ext>
            </a:extLst>
          </p:cNvPr>
          <p:cNvGraphicFramePr>
            <a:graphicFrameLocks/>
          </p:cNvGraphicFramePr>
          <p:nvPr>
            <p:extLst>
              <p:ext uri="{D42A27DB-BD31-4B8C-83A1-F6EECF244321}">
                <p14:modId xmlns:p14="http://schemas.microsoft.com/office/powerpoint/2010/main" val="2760974591"/>
              </p:ext>
            </p:extLst>
          </p:nvPr>
        </p:nvGraphicFramePr>
        <p:xfrm>
          <a:off x="276311" y="805249"/>
          <a:ext cx="1848096" cy="370840"/>
        </p:xfrm>
        <a:graphic>
          <a:graphicData uri="http://schemas.openxmlformats.org/drawingml/2006/table">
            <a:tbl>
              <a:tblPr firstRow="1" bandRow="1">
                <a:tableStyleId>{68D230F3-CF80-4859-8CE7-A43EE81993B5}</a:tableStyleId>
              </a:tblPr>
              <a:tblGrid>
                <a:gridCol w="1848096">
                  <a:extLst>
                    <a:ext uri="{9D8B030D-6E8A-4147-A177-3AD203B41FA5}">
                      <a16:colId xmlns:a16="http://schemas.microsoft.com/office/drawing/2014/main" val="3208424276"/>
                    </a:ext>
                  </a:extLst>
                </a:gridCol>
              </a:tblGrid>
              <a:tr h="370840">
                <a:tc>
                  <a:txBody>
                    <a:bodyPr/>
                    <a:lstStyle/>
                    <a:p>
                      <a:endParaRPr lang="en-US"/>
                    </a:p>
                  </a:txBody>
                  <a:tcPr/>
                </a:tc>
                <a:extLst>
                  <a:ext uri="{0D108BD9-81ED-4DB2-BD59-A6C34878D82A}">
                    <a16:rowId xmlns:a16="http://schemas.microsoft.com/office/drawing/2014/main" val="2302858926"/>
                  </a:ext>
                </a:extLst>
              </a:tr>
            </a:tbl>
          </a:graphicData>
        </a:graphic>
      </p:graphicFrame>
    </p:spTree>
    <p:extLst>
      <p:ext uri="{BB962C8B-B14F-4D97-AF65-F5344CB8AC3E}">
        <p14:creationId xmlns:p14="http://schemas.microsoft.com/office/powerpoint/2010/main" val="4078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1B764-9C92-F45B-6336-095C68651910}"/>
              </a:ext>
            </a:extLst>
          </p:cNvPr>
          <p:cNvSpPr>
            <a:spLocks noGrp="1"/>
          </p:cNvSpPr>
          <p:nvPr>
            <p:ph type="title"/>
          </p:nvPr>
        </p:nvSpPr>
        <p:spPr>
          <a:xfrm>
            <a:off x="448703" y="390976"/>
            <a:ext cx="10479024" cy="557784"/>
          </a:xfrm>
        </p:spPr>
        <p:txBody>
          <a:bodyPr/>
          <a:lstStyle/>
          <a:p>
            <a:r>
              <a:rPr lang="en-US"/>
              <a:t>Data Modelling</a:t>
            </a:r>
          </a:p>
        </p:txBody>
      </p:sp>
      <p:graphicFrame>
        <p:nvGraphicFramePr>
          <p:cNvPr id="5" name="Content Placeholder 4">
            <a:extLst>
              <a:ext uri="{FF2B5EF4-FFF2-40B4-BE49-F238E27FC236}">
                <a16:creationId xmlns:a16="http://schemas.microsoft.com/office/drawing/2014/main" id="{94448E29-47D6-DE27-F36A-6018652CAB41}"/>
              </a:ext>
            </a:extLst>
          </p:cNvPr>
          <p:cNvGraphicFramePr>
            <a:graphicFrameLocks noGrp="1"/>
          </p:cNvGraphicFramePr>
          <p:nvPr>
            <p:ph sz="quarter" idx="14"/>
            <p:extLst>
              <p:ext uri="{D42A27DB-BD31-4B8C-83A1-F6EECF244321}">
                <p14:modId xmlns:p14="http://schemas.microsoft.com/office/powerpoint/2010/main" val="1515714106"/>
              </p:ext>
            </p:extLst>
          </p:nvPr>
        </p:nvGraphicFramePr>
        <p:xfrm>
          <a:off x="635000" y="1512454"/>
          <a:ext cx="6804568" cy="1362261"/>
        </p:xfrm>
        <a:graphic>
          <a:graphicData uri="http://schemas.openxmlformats.org/drawingml/2006/table">
            <a:tbl>
              <a:tblPr firstRow="1" bandRow="1">
                <a:tableStyleId>{68D230F3-CF80-4859-8CE7-A43EE81993B5}</a:tableStyleId>
              </a:tblPr>
              <a:tblGrid>
                <a:gridCol w="848847">
                  <a:extLst>
                    <a:ext uri="{9D8B030D-6E8A-4147-A177-3AD203B41FA5}">
                      <a16:colId xmlns:a16="http://schemas.microsoft.com/office/drawing/2014/main" val="1870833798"/>
                    </a:ext>
                  </a:extLst>
                </a:gridCol>
                <a:gridCol w="1027645">
                  <a:extLst>
                    <a:ext uri="{9D8B030D-6E8A-4147-A177-3AD203B41FA5}">
                      <a16:colId xmlns:a16="http://schemas.microsoft.com/office/drawing/2014/main" val="2883547401"/>
                    </a:ext>
                  </a:extLst>
                </a:gridCol>
                <a:gridCol w="1387321">
                  <a:extLst>
                    <a:ext uri="{9D8B030D-6E8A-4147-A177-3AD203B41FA5}">
                      <a16:colId xmlns:a16="http://schemas.microsoft.com/office/drawing/2014/main" val="3897805571"/>
                    </a:ext>
                  </a:extLst>
                </a:gridCol>
                <a:gridCol w="1123198">
                  <a:extLst>
                    <a:ext uri="{9D8B030D-6E8A-4147-A177-3AD203B41FA5}">
                      <a16:colId xmlns:a16="http://schemas.microsoft.com/office/drawing/2014/main" val="210416561"/>
                    </a:ext>
                  </a:extLst>
                </a:gridCol>
                <a:gridCol w="1282018">
                  <a:extLst>
                    <a:ext uri="{9D8B030D-6E8A-4147-A177-3AD203B41FA5}">
                      <a16:colId xmlns:a16="http://schemas.microsoft.com/office/drawing/2014/main" val="1885185128"/>
                    </a:ext>
                  </a:extLst>
                </a:gridCol>
                <a:gridCol w="1135539">
                  <a:extLst>
                    <a:ext uri="{9D8B030D-6E8A-4147-A177-3AD203B41FA5}">
                      <a16:colId xmlns:a16="http://schemas.microsoft.com/office/drawing/2014/main" val="3435384357"/>
                    </a:ext>
                  </a:extLst>
                </a:gridCol>
              </a:tblGrid>
              <a:tr h="486521">
                <a:tc>
                  <a:txBody>
                    <a:bodyPr/>
                    <a:lstStyle/>
                    <a:p>
                      <a:pPr lvl="0">
                        <a:buNone/>
                      </a:pPr>
                      <a:r>
                        <a:rPr lang="en-US" sz="1400"/>
                        <a:t>Proj_id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Proj_name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Proj_budget</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Proj_st_dt</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Proj_end_dt</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Proj_scope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4091203997"/>
                  </a:ext>
                </a:extLst>
              </a:tr>
              <a:tr h="437870">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FF1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30,00,000.00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2024-01-20</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2026-01-01</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3505650375"/>
                  </a:ext>
                </a:extLst>
              </a:tr>
              <a:tr h="437870">
                <a:tc>
                  <a:txBody>
                    <a:bodyPr/>
                    <a:lstStyle/>
                    <a:p>
                      <a:r>
                        <a:rPr lang="en-US" sz="1400"/>
                        <a:t>2</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SS1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50,00,000.00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2024-03-01</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u="none" strike="noStrike" noProof="0"/>
                        <a:t>2027-03-01</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3272196795"/>
                  </a:ext>
                </a:extLst>
              </a:tr>
            </a:tbl>
          </a:graphicData>
        </a:graphic>
      </p:graphicFrame>
      <p:sp>
        <p:nvSpPr>
          <p:cNvPr id="4" name="Slide Number Placeholder 3">
            <a:extLst>
              <a:ext uri="{FF2B5EF4-FFF2-40B4-BE49-F238E27FC236}">
                <a16:creationId xmlns:a16="http://schemas.microsoft.com/office/drawing/2014/main" id="{6CD48044-17FF-C5EA-D751-D9D04290E7F1}"/>
              </a:ext>
            </a:extLst>
          </p:cNvPr>
          <p:cNvSpPr>
            <a:spLocks noGrp="1"/>
          </p:cNvSpPr>
          <p:nvPr>
            <p:ph type="sldNum" sz="quarter" idx="11"/>
          </p:nvPr>
        </p:nvSpPr>
        <p:spPr>
          <a:xfrm>
            <a:off x="10918872" y="6257798"/>
            <a:ext cx="843264" cy="288000"/>
          </a:xfrm>
        </p:spPr>
        <p:txBody>
          <a:bodyPr/>
          <a:lstStyle/>
          <a:p>
            <a:fld id="{B67B645E-C5E5-4727-B977-D372A0AA71D9}" type="slidenum">
              <a:rPr lang="en-US" smtClean="0"/>
              <a:pPr/>
              <a:t>10</a:t>
            </a:fld>
            <a:endParaRPr lang="en-US"/>
          </a:p>
        </p:txBody>
      </p:sp>
      <p:sp>
        <p:nvSpPr>
          <p:cNvPr id="7" name="TextBox 6">
            <a:extLst>
              <a:ext uri="{FF2B5EF4-FFF2-40B4-BE49-F238E27FC236}">
                <a16:creationId xmlns:a16="http://schemas.microsoft.com/office/drawing/2014/main" id="{338FD6A0-3E9A-87AB-A38A-DAFE263703BF}"/>
              </a:ext>
            </a:extLst>
          </p:cNvPr>
          <p:cNvSpPr txBox="1"/>
          <p:nvPr/>
        </p:nvSpPr>
        <p:spPr>
          <a:xfrm>
            <a:off x="545851" y="1132455"/>
            <a:ext cx="34895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a:rPr>
              <a:t>Project Table</a:t>
            </a:r>
          </a:p>
        </p:txBody>
      </p:sp>
      <p:sp>
        <p:nvSpPr>
          <p:cNvPr id="8" name="TextBox 7">
            <a:extLst>
              <a:ext uri="{FF2B5EF4-FFF2-40B4-BE49-F238E27FC236}">
                <a16:creationId xmlns:a16="http://schemas.microsoft.com/office/drawing/2014/main" id="{EEA8FCB6-FF9D-D225-62D1-ECE0BF312B33}"/>
              </a:ext>
            </a:extLst>
          </p:cNvPr>
          <p:cNvSpPr txBox="1"/>
          <p:nvPr/>
        </p:nvSpPr>
        <p:spPr>
          <a:xfrm>
            <a:off x="548062" y="3433231"/>
            <a:ext cx="2722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a:rPr>
              <a:t>Category Table</a:t>
            </a:r>
          </a:p>
        </p:txBody>
      </p:sp>
      <p:graphicFrame>
        <p:nvGraphicFramePr>
          <p:cNvPr id="9" name="Table 8">
            <a:extLst>
              <a:ext uri="{FF2B5EF4-FFF2-40B4-BE49-F238E27FC236}">
                <a16:creationId xmlns:a16="http://schemas.microsoft.com/office/drawing/2014/main" id="{5DEFC649-F048-A39B-9FB4-92589E24875B}"/>
              </a:ext>
            </a:extLst>
          </p:cNvPr>
          <p:cNvGraphicFramePr>
            <a:graphicFrameLocks noGrp="1"/>
          </p:cNvGraphicFramePr>
          <p:nvPr>
            <p:extLst>
              <p:ext uri="{D42A27DB-BD31-4B8C-83A1-F6EECF244321}">
                <p14:modId xmlns:p14="http://schemas.microsoft.com/office/powerpoint/2010/main" val="1298337764"/>
              </p:ext>
            </p:extLst>
          </p:nvPr>
        </p:nvGraphicFramePr>
        <p:xfrm>
          <a:off x="637771" y="3781920"/>
          <a:ext cx="5078765" cy="1483360"/>
        </p:xfrm>
        <a:graphic>
          <a:graphicData uri="http://schemas.openxmlformats.org/drawingml/2006/table">
            <a:tbl>
              <a:tblPr firstRow="1" bandRow="1">
                <a:tableStyleId>{68D230F3-CF80-4859-8CE7-A43EE81993B5}</a:tableStyleId>
              </a:tblPr>
              <a:tblGrid>
                <a:gridCol w="2312650">
                  <a:extLst>
                    <a:ext uri="{9D8B030D-6E8A-4147-A177-3AD203B41FA5}">
                      <a16:colId xmlns:a16="http://schemas.microsoft.com/office/drawing/2014/main" val="70729836"/>
                    </a:ext>
                  </a:extLst>
                </a:gridCol>
                <a:gridCol w="2766115">
                  <a:extLst>
                    <a:ext uri="{9D8B030D-6E8A-4147-A177-3AD203B41FA5}">
                      <a16:colId xmlns:a16="http://schemas.microsoft.com/office/drawing/2014/main" val="1243175716"/>
                    </a:ext>
                  </a:extLst>
                </a:gridCol>
              </a:tblGrid>
              <a:tr h="370840">
                <a:tc>
                  <a:txBody>
                    <a:bodyPr/>
                    <a:lstStyle/>
                    <a:p>
                      <a:r>
                        <a:rPr lang="en-US" sz="1400" err="1"/>
                        <a:t>Category_id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err="1"/>
                        <a:t>Category_name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769606903"/>
                  </a:ext>
                </a:extLst>
              </a:tr>
              <a:tr h="370840">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Software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635781480"/>
                  </a:ext>
                </a:extLst>
              </a:tr>
              <a:tr h="370840">
                <a:tc>
                  <a:txBody>
                    <a:bodyPr/>
                    <a:lstStyle/>
                    <a:p>
                      <a:r>
                        <a:rPr lang="en-US" sz="1400"/>
                        <a:t>2</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Infra and Hardware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87940876"/>
                  </a:ext>
                </a:extLst>
              </a:tr>
              <a:tr h="370840">
                <a:tc>
                  <a:txBody>
                    <a:bodyPr/>
                    <a:lstStyle/>
                    <a:p>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Others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507831007"/>
                  </a:ext>
                </a:extLst>
              </a:tr>
            </a:tbl>
          </a:graphicData>
        </a:graphic>
      </p:graphicFrame>
      <p:graphicFrame>
        <p:nvGraphicFramePr>
          <p:cNvPr id="6" name="Content Placeholder 23">
            <a:extLst>
              <a:ext uri="{FF2B5EF4-FFF2-40B4-BE49-F238E27FC236}">
                <a16:creationId xmlns:a16="http://schemas.microsoft.com/office/drawing/2014/main" id="{DA2877AF-BF18-9E72-0A1F-CD838057E69B}"/>
              </a:ext>
            </a:extLst>
          </p:cNvPr>
          <p:cNvGraphicFramePr>
            <a:graphicFrameLocks/>
          </p:cNvGraphicFramePr>
          <p:nvPr>
            <p:extLst>
              <p:ext uri="{D42A27DB-BD31-4B8C-83A1-F6EECF244321}">
                <p14:modId xmlns:p14="http://schemas.microsoft.com/office/powerpoint/2010/main" val="579847831"/>
              </p:ext>
            </p:extLst>
          </p:nvPr>
        </p:nvGraphicFramePr>
        <p:xfrm>
          <a:off x="607884" y="3402227"/>
          <a:ext cx="1678114" cy="370840"/>
        </p:xfrm>
        <a:graphic>
          <a:graphicData uri="http://schemas.openxmlformats.org/drawingml/2006/table">
            <a:tbl>
              <a:tblPr firstRow="1" bandRow="1">
                <a:tableStyleId>{68D230F3-CF80-4859-8CE7-A43EE81993B5}</a:tableStyleId>
              </a:tblPr>
              <a:tblGrid>
                <a:gridCol w="1678114">
                  <a:extLst>
                    <a:ext uri="{9D8B030D-6E8A-4147-A177-3AD203B41FA5}">
                      <a16:colId xmlns:a16="http://schemas.microsoft.com/office/drawing/2014/main" val="3208424276"/>
                    </a:ext>
                  </a:extLst>
                </a:gridCol>
              </a:tblGrid>
              <a:tr h="370840">
                <a:tc>
                  <a:txBody>
                    <a:bodyPr/>
                    <a:lstStyle/>
                    <a:p>
                      <a:endParaRPr lang="en-US"/>
                    </a:p>
                  </a:txBody>
                  <a:tcPr/>
                </a:tc>
                <a:extLst>
                  <a:ext uri="{0D108BD9-81ED-4DB2-BD59-A6C34878D82A}">
                    <a16:rowId xmlns:a16="http://schemas.microsoft.com/office/drawing/2014/main" val="2302858926"/>
                  </a:ext>
                </a:extLst>
              </a:tr>
            </a:tbl>
          </a:graphicData>
        </a:graphic>
      </p:graphicFrame>
      <p:graphicFrame>
        <p:nvGraphicFramePr>
          <p:cNvPr id="11" name="Content Placeholder 23">
            <a:extLst>
              <a:ext uri="{FF2B5EF4-FFF2-40B4-BE49-F238E27FC236}">
                <a16:creationId xmlns:a16="http://schemas.microsoft.com/office/drawing/2014/main" id="{6183277B-5E49-8C38-3615-F3DF1634A1E9}"/>
              </a:ext>
            </a:extLst>
          </p:cNvPr>
          <p:cNvGraphicFramePr>
            <a:graphicFrameLocks/>
          </p:cNvGraphicFramePr>
          <p:nvPr>
            <p:extLst>
              <p:ext uri="{D42A27DB-BD31-4B8C-83A1-F6EECF244321}">
                <p14:modId xmlns:p14="http://schemas.microsoft.com/office/powerpoint/2010/main" val="3619684116"/>
              </p:ext>
            </p:extLst>
          </p:nvPr>
        </p:nvGraphicFramePr>
        <p:xfrm>
          <a:off x="607884" y="1136821"/>
          <a:ext cx="1492678" cy="370840"/>
        </p:xfrm>
        <a:graphic>
          <a:graphicData uri="http://schemas.openxmlformats.org/drawingml/2006/table">
            <a:tbl>
              <a:tblPr firstRow="1" bandRow="1">
                <a:tableStyleId>{68D230F3-CF80-4859-8CE7-A43EE81993B5}</a:tableStyleId>
              </a:tblPr>
              <a:tblGrid>
                <a:gridCol w="1492678">
                  <a:extLst>
                    <a:ext uri="{9D8B030D-6E8A-4147-A177-3AD203B41FA5}">
                      <a16:colId xmlns:a16="http://schemas.microsoft.com/office/drawing/2014/main" val="3208424276"/>
                    </a:ext>
                  </a:extLst>
                </a:gridCol>
              </a:tblGrid>
              <a:tr h="370840">
                <a:tc>
                  <a:txBody>
                    <a:bodyPr/>
                    <a:lstStyle/>
                    <a:p>
                      <a:endParaRPr lang="en-US"/>
                    </a:p>
                  </a:txBody>
                  <a:tcPr/>
                </a:tc>
                <a:extLst>
                  <a:ext uri="{0D108BD9-81ED-4DB2-BD59-A6C34878D82A}">
                    <a16:rowId xmlns:a16="http://schemas.microsoft.com/office/drawing/2014/main" val="2302858926"/>
                  </a:ext>
                </a:extLst>
              </a:tr>
            </a:tbl>
          </a:graphicData>
        </a:graphic>
      </p:graphicFrame>
    </p:spTree>
    <p:extLst>
      <p:ext uri="{BB962C8B-B14F-4D97-AF65-F5344CB8AC3E}">
        <p14:creationId xmlns:p14="http://schemas.microsoft.com/office/powerpoint/2010/main" val="726336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36D5BBB-5A82-1929-008D-A1C3A3733A24}"/>
              </a:ext>
            </a:extLst>
          </p:cNvPr>
          <p:cNvGraphicFramePr>
            <a:graphicFrameLocks noGrp="1"/>
          </p:cNvGraphicFramePr>
          <p:nvPr>
            <p:ph sz="quarter" idx="14"/>
            <p:extLst>
              <p:ext uri="{D42A27DB-BD31-4B8C-83A1-F6EECF244321}">
                <p14:modId xmlns:p14="http://schemas.microsoft.com/office/powerpoint/2010/main" val="2272808494"/>
              </p:ext>
            </p:extLst>
          </p:nvPr>
        </p:nvGraphicFramePr>
        <p:xfrm>
          <a:off x="448829" y="367"/>
          <a:ext cx="2292183" cy="379872"/>
        </p:xfrm>
        <a:graphic>
          <a:graphicData uri="http://schemas.openxmlformats.org/drawingml/2006/table">
            <a:tbl>
              <a:tblPr firstRow="1" bandRow="1">
                <a:tableStyleId>{68D230F3-CF80-4859-8CE7-A43EE81993B5}</a:tableStyleId>
              </a:tblPr>
              <a:tblGrid>
                <a:gridCol w="2292183">
                  <a:extLst>
                    <a:ext uri="{9D8B030D-6E8A-4147-A177-3AD203B41FA5}">
                      <a16:colId xmlns:a16="http://schemas.microsoft.com/office/drawing/2014/main" val="3924306026"/>
                    </a:ext>
                  </a:extLst>
                </a:gridCol>
              </a:tblGrid>
              <a:tr h="379872">
                <a:tc>
                  <a:txBody>
                    <a:bodyPr/>
                    <a:lstStyle/>
                    <a:p>
                      <a:r>
                        <a:rPr lang="en-US" b="0" i="1" u="none">
                          <a:latin typeface="Aptos"/>
                        </a:rPr>
                        <a:t>Asset Cost Table</a:t>
                      </a:r>
                    </a:p>
                  </a:txBody>
                  <a:tcPr/>
                </a:tc>
                <a:extLst>
                  <a:ext uri="{0D108BD9-81ED-4DB2-BD59-A6C34878D82A}">
                    <a16:rowId xmlns:a16="http://schemas.microsoft.com/office/drawing/2014/main" val="2148473976"/>
                  </a:ext>
                </a:extLst>
              </a:tr>
            </a:tbl>
          </a:graphicData>
        </a:graphic>
      </p:graphicFrame>
      <p:sp>
        <p:nvSpPr>
          <p:cNvPr id="4" name="Slide Number Placeholder 3">
            <a:extLst>
              <a:ext uri="{FF2B5EF4-FFF2-40B4-BE49-F238E27FC236}">
                <a16:creationId xmlns:a16="http://schemas.microsoft.com/office/drawing/2014/main" id="{A4A46528-9D70-5066-2AFA-F862A39E20F7}"/>
              </a:ext>
            </a:extLst>
          </p:cNvPr>
          <p:cNvSpPr>
            <a:spLocks noGrp="1"/>
          </p:cNvSpPr>
          <p:nvPr>
            <p:ph type="sldNum" sz="quarter" idx="11"/>
          </p:nvPr>
        </p:nvSpPr>
        <p:spPr/>
        <p:txBody>
          <a:bodyPr/>
          <a:lstStyle/>
          <a:p>
            <a:fld id="{B67B645E-C5E5-4727-B977-D372A0AA71D9}" type="slidenum">
              <a:rPr lang="en-US" smtClean="0"/>
              <a:pPr/>
              <a:t>11</a:t>
            </a:fld>
            <a:endParaRPr lang="en-US"/>
          </a:p>
        </p:txBody>
      </p:sp>
      <p:graphicFrame>
        <p:nvGraphicFramePr>
          <p:cNvPr id="7" name="Content Placeholder 4">
            <a:extLst>
              <a:ext uri="{FF2B5EF4-FFF2-40B4-BE49-F238E27FC236}">
                <a16:creationId xmlns:a16="http://schemas.microsoft.com/office/drawing/2014/main" id="{16D84118-EDF2-2B29-E26F-38FEB84718AD}"/>
              </a:ext>
            </a:extLst>
          </p:cNvPr>
          <p:cNvGraphicFramePr>
            <a:graphicFrameLocks/>
          </p:cNvGraphicFramePr>
          <p:nvPr>
            <p:extLst>
              <p:ext uri="{D42A27DB-BD31-4B8C-83A1-F6EECF244321}">
                <p14:modId xmlns:p14="http://schemas.microsoft.com/office/powerpoint/2010/main" val="2445512683"/>
              </p:ext>
            </p:extLst>
          </p:nvPr>
        </p:nvGraphicFramePr>
        <p:xfrm>
          <a:off x="447582" y="371070"/>
          <a:ext cx="8827099" cy="3657600"/>
        </p:xfrm>
        <a:graphic>
          <a:graphicData uri="http://schemas.openxmlformats.org/drawingml/2006/table">
            <a:tbl>
              <a:tblPr firstRow="1" bandRow="1">
                <a:tableStyleId>{68D230F3-CF80-4859-8CE7-A43EE81993B5}</a:tableStyleId>
              </a:tblPr>
              <a:tblGrid>
                <a:gridCol w="1646503">
                  <a:extLst>
                    <a:ext uri="{9D8B030D-6E8A-4147-A177-3AD203B41FA5}">
                      <a16:colId xmlns:a16="http://schemas.microsoft.com/office/drawing/2014/main" val="1638364262"/>
                    </a:ext>
                  </a:extLst>
                </a:gridCol>
                <a:gridCol w="1646503">
                  <a:extLst>
                    <a:ext uri="{9D8B030D-6E8A-4147-A177-3AD203B41FA5}">
                      <a16:colId xmlns:a16="http://schemas.microsoft.com/office/drawing/2014/main" val="188840747"/>
                    </a:ext>
                  </a:extLst>
                </a:gridCol>
                <a:gridCol w="1646503">
                  <a:extLst>
                    <a:ext uri="{9D8B030D-6E8A-4147-A177-3AD203B41FA5}">
                      <a16:colId xmlns:a16="http://schemas.microsoft.com/office/drawing/2014/main" val="3735479095"/>
                    </a:ext>
                  </a:extLst>
                </a:gridCol>
                <a:gridCol w="2195344">
                  <a:extLst>
                    <a:ext uri="{9D8B030D-6E8A-4147-A177-3AD203B41FA5}">
                      <a16:colId xmlns:a16="http://schemas.microsoft.com/office/drawing/2014/main" val="1754538851"/>
                    </a:ext>
                  </a:extLst>
                </a:gridCol>
                <a:gridCol w="1692246">
                  <a:extLst>
                    <a:ext uri="{9D8B030D-6E8A-4147-A177-3AD203B41FA5}">
                      <a16:colId xmlns:a16="http://schemas.microsoft.com/office/drawing/2014/main" val="2471464409"/>
                    </a:ext>
                  </a:extLst>
                </a:gridCol>
              </a:tblGrid>
              <a:tr h="274795">
                <a:tc>
                  <a:txBody>
                    <a:bodyPr/>
                    <a:lstStyle/>
                    <a:p>
                      <a:r>
                        <a:rPr lang="en-US" sz="1400" err="1"/>
                        <a:t>Cost_id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err="1"/>
                        <a:t>Proj_id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err="1"/>
                        <a:t>Emp_id</a:t>
                      </a:r>
                      <a:endParaRPr lang="en-US" err="1"/>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err="1"/>
                        <a:t>Breakdown_id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amount</a:t>
                      </a:r>
                    </a:p>
                  </a:txBody>
                  <a:tcP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37051835"/>
                  </a:ext>
                </a:extLst>
              </a:tr>
              <a:tr h="274795">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15,000.00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15452006"/>
                  </a:ext>
                </a:extLst>
              </a:tr>
              <a:tr h="274795">
                <a:tc>
                  <a:txBody>
                    <a:bodyPr/>
                    <a:lstStyle/>
                    <a:p>
                      <a:r>
                        <a:rPr lang="en-US" sz="1400"/>
                        <a:t>2</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20,000.00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20737393"/>
                  </a:ext>
                </a:extLst>
              </a:tr>
              <a:tr h="274795">
                <a:tc>
                  <a:txBody>
                    <a:bodyPr/>
                    <a:lstStyle/>
                    <a:p>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4</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07724621"/>
                  </a:ext>
                </a:extLst>
              </a:tr>
              <a:tr h="274795">
                <a:tc>
                  <a:txBody>
                    <a:bodyPr/>
                    <a:lstStyle/>
                    <a:p>
                      <a:r>
                        <a:rPr lang="en-US" sz="1400"/>
                        <a:t>4</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5</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87909526"/>
                  </a:ext>
                </a:extLst>
              </a:tr>
              <a:tr h="274795">
                <a:tc>
                  <a:txBody>
                    <a:bodyPr/>
                    <a:lstStyle/>
                    <a:p>
                      <a:pPr lvl="0">
                        <a:buNone/>
                      </a:pPr>
                      <a:r>
                        <a:rPr lang="en-US" sz="1400"/>
                        <a:t>5</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6</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2066946"/>
                  </a:ext>
                </a:extLst>
              </a:tr>
              <a:tr h="274795">
                <a:tc>
                  <a:txBody>
                    <a:bodyPr/>
                    <a:lstStyle/>
                    <a:p>
                      <a:pPr lvl="0">
                        <a:buNone/>
                      </a:pPr>
                      <a:r>
                        <a:rPr lang="en-US" sz="1400"/>
                        <a:t>6</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15,000.00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07616375"/>
                  </a:ext>
                </a:extLst>
              </a:tr>
              <a:tr h="274795">
                <a:tc>
                  <a:txBody>
                    <a:bodyPr/>
                    <a:lstStyle/>
                    <a:p>
                      <a:pPr lvl="0">
                        <a:buNone/>
                      </a:pPr>
                      <a:r>
                        <a:rPr lang="en-US" sz="1400"/>
                        <a:t>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3</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2</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20,000.00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6500767"/>
                  </a:ext>
                </a:extLst>
              </a:tr>
              <a:tr h="274795">
                <a:tc>
                  <a:txBody>
                    <a:bodyPr/>
                    <a:lstStyle/>
                    <a:p>
                      <a:pPr lvl="0">
                        <a:buNone/>
                      </a:pPr>
                      <a:r>
                        <a:rPr lang="en-US" sz="1400"/>
                        <a:t>8</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73724978"/>
                  </a:ext>
                </a:extLst>
              </a:tr>
              <a:tr h="274795">
                <a:tc>
                  <a:txBody>
                    <a:bodyPr/>
                    <a:lstStyle/>
                    <a:p>
                      <a:pPr lvl="0">
                        <a:buNone/>
                      </a:pPr>
                      <a:r>
                        <a:rPr lang="en-US" sz="1400"/>
                        <a:t>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3</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4</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lvl="0">
                        <a:buNone/>
                      </a:pPr>
                      <a:r>
                        <a:rPr lang="en-US" sz="1400"/>
                        <a:t>5,000.00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64398704"/>
                  </a:ext>
                </a:extLst>
              </a:tr>
              <a:tr h="274795">
                <a:tc>
                  <a:txBody>
                    <a:bodyPr/>
                    <a:lstStyle/>
                    <a:p>
                      <a:pPr lvl="0">
                        <a:buNone/>
                      </a:pPr>
                      <a:r>
                        <a:rPr lang="en-US" sz="1400"/>
                        <a:t>10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10,000.00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535642789"/>
                  </a:ext>
                </a:extLst>
              </a:tr>
              <a:tr h="274795">
                <a:tc>
                  <a:txBody>
                    <a:bodyPr/>
                    <a:lstStyle/>
                    <a:p>
                      <a:pPr lvl="0">
                        <a:buNone/>
                      </a:pPr>
                      <a:r>
                        <a:rPr lang="en-US" sz="1400"/>
                        <a:t>11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6</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772635931"/>
                  </a:ext>
                </a:extLst>
              </a:tr>
            </a:tbl>
          </a:graphicData>
        </a:graphic>
      </p:graphicFrame>
      <p:sp>
        <p:nvSpPr>
          <p:cNvPr id="11" name="Slide Number Placeholder 3">
            <a:extLst>
              <a:ext uri="{FF2B5EF4-FFF2-40B4-BE49-F238E27FC236}">
                <a16:creationId xmlns:a16="http://schemas.microsoft.com/office/drawing/2014/main" id="{9E684581-3F1F-4F33-197B-2CE3CA6E7639}"/>
              </a:ext>
            </a:extLst>
          </p:cNvPr>
          <p:cNvSpPr txBox="1">
            <a:spLocks/>
          </p:cNvSpPr>
          <p:nvPr/>
        </p:nvSpPr>
        <p:spPr>
          <a:xfrm>
            <a:off x="6449845" y="4538149"/>
            <a:ext cx="843264" cy="288000"/>
          </a:xfrm>
          <a:prstGeom prst="rect">
            <a:avLst/>
          </a:prstGeom>
          <a:noFill/>
        </p:spPr>
        <p:txBody>
          <a:bodyPr lIns="0" tIns="0" rIns="0" bIns="0" anchor="ctr"/>
          <a:lstStyle>
            <a:defPPr>
              <a:defRPr lang="en-US"/>
            </a:defPPr>
            <a:lvl1pPr marL="0" algn="r" defTabSz="914400" rtl="0" eaLnBrk="1" latinLnBrk="0" hangingPunct="1">
              <a:defRPr lang="en-ZA" sz="1000" b="0" kern="1200" smtClean="0">
                <a:solidFill>
                  <a:sysClr val="windowText" lastClr="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7B645E-C5E5-4727-B977-D372A0AA71D9}" type="slidenum">
              <a:rPr lang="en-US"/>
              <a:pPr/>
              <a:t>11</a:t>
            </a:fld>
            <a:endParaRPr lang="en-US"/>
          </a:p>
        </p:txBody>
      </p:sp>
      <p:graphicFrame>
        <p:nvGraphicFramePr>
          <p:cNvPr id="13" name="Table 12">
            <a:extLst>
              <a:ext uri="{FF2B5EF4-FFF2-40B4-BE49-F238E27FC236}">
                <a16:creationId xmlns:a16="http://schemas.microsoft.com/office/drawing/2014/main" id="{DBF3A83E-C281-5E77-CBA9-564D81AFDAF2}"/>
              </a:ext>
            </a:extLst>
          </p:cNvPr>
          <p:cNvGraphicFramePr>
            <a:graphicFrameLocks noGrp="1"/>
          </p:cNvGraphicFramePr>
          <p:nvPr>
            <p:extLst>
              <p:ext uri="{D42A27DB-BD31-4B8C-83A1-F6EECF244321}">
                <p14:modId xmlns:p14="http://schemas.microsoft.com/office/powerpoint/2010/main" val="1965801933"/>
              </p:ext>
            </p:extLst>
          </p:nvPr>
        </p:nvGraphicFramePr>
        <p:xfrm>
          <a:off x="450272" y="4444375"/>
          <a:ext cx="10718240" cy="2216988"/>
        </p:xfrm>
        <a:graphic>
          <a:graphicData uri="http://schemas.openxmlformats.org/drawingml/2006/table">
            <a:tbl>
              <a:tblPr firstRow="1" bandRow="1">
                <a:tableStyleId>{68D230F3-CF80-4859-8CE7-A43EE81993B5}</a:tableStyleId>
              </a:tblPr>
              <a:tblGrid>
                <a:gridCol w="2398898">
                  <a:extLst>
                    <a:ext uri="{9D8B030D-6E8A-4147-A177-3AD203B41FA5}">
                      <a16:colId xmlns:a16="http://schemas.microsoft.com/office/drawing/2014/main" val="589187636"/>
                    </a:ext>
                  </a:extLst>
                </a:gridCol>
                <a:gridCol w="2861772">
                  <a:extLst>
                    <a:ext uri="{9D8B030D-6E8A-4147-A177-3AD203B41FA5}">
                      <a16:colId xmlns:a16="http://schemas.microsoft.com/office/drawing/2014/main" val="1052965272"/>
                    </a:ext>
                  </a:extLst>
                </a:gridCol>
                <a:gridCol w="3135193">
                  <a:extLst>
                    <a:ext uri="{9D8B030D-6E8A-4147-A177-3AD203B41FA5}">
                      <a16:colId xmlns:a16="http://schemas.microsoft.com/office/drawing/2014/main" val="3833393533"/>
                    </a:ext>
                  </a:extLst>
                </a:gridCol>
                <a:gridCol w="2322377">
                  <a:extLst>
                    <a:ext uri="{9D8B030D-6E8A-4147-A177-3AD203B41FA5}">
                      <a16:colId xmlns:a16="http://schemas.microsoft.com/office/drawing/2014/main" val="1694086183"/>
                    </a:ext>
                  </a:extLst>
                </a:gridCol>
              </a:tblGrid>
              <a:tr h="388188">
                <a:tc>
                  <a:txBody>
                    <a:bodyPr/>
                    <a:lstStyle/>
                    <a:p>
                      <a:pPr lvl="0">
                        <a:buNone/>
                      </a:pPr>
                      <a:r>
                        <a:rPr lang="en-US" sz="1400" u="none" strike="noStrike" noProof="0" err="1"/>
                        <a:t>breakdown_id</a:t>
                      </a:r>
                      <a:endParaRPr lang="en-US" sz="1400" err="1"/>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u="none" strike="noStrike" noProof="0" err="1"/>
                        <a:t>category_id</a:t>
                      </a:r>
                      <a:endParaRPr lang="en-US" sz="1400" err="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u="none" strike="noStrike" noProof="0" err="1"/>
                        <a:t>breakdown_name</a:t>
                      </a:r>
                      <a:endParaRPr lang="en-US" sz="1400" err="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u="none" strike="noStrike" noProof="0" err="1"/>
                        <a:t>unit_cost</a:t>
                      </a:r>
                      <a:r>
                        <a:rPr lang="en-US" sz="1400" u="none" strike="noStrike" noProof="0"/>
                        <a:t>(month)</a:t>
                      </a:r>
                      <a:endParaRPr lang="en-US" sz="1400"/>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extLst>
                  <a:ext uri="{0D108BD9-81ED-4DB2-BD59-A6C34878D82A}">
                    <a16:rowId xmlns:a16="http://schemas.microsoft.com/office/drawing/2014/main" val="1140320518"/>
                  </a:ext>
                </a:extLst>
              </a:tr>
              <a:tr h="266362">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Jira</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15,000.00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2184353119"/>
                  </a:ext>
                </a:extLst>
              </a:tr>
              <a:tr h="266362">
                <a:tc>
                  <a:txBody>
                    <a:bodyPr/>
                    <a:lstStyle/>
                    <a:p>
                      <a:r>
                        <a:rPr lang="en-US" sz="1400"/>
                        <a:t>2</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Tableau</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r>
                        <a:rPr lang="en-US" sz="1400"/>
                        <a:t>20,000.00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006716053"/>
                  </a:ext>
                </a:extLst>
              </a:tr>
              <a:tr h="266362">
                <a:tc>
                  <a:txBody>
                    <a:bodyPr/>
                    <a:lstStyle/>
                    <a:p>
                      <a:pPr lvl="0">
                        <a:buNone/>
                      </a:pPr>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Office 365</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10,000.00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247764760"/>
                  </a:ext>
                </a:extLst>
              </a:tr>
              <a:tr h="266362">
                <a:tc>
                  <a:txBody>
                    <a:bodyPr/>
                    <a:lstStyle/>
                    <a:p>
                      <a:pPr lvl="0">
                        <a:buNone/>
                      </a:pPr>
                      <a:r>
                        <a:rPr lang="en-US" sz="1400"/>
                        <a:t>4</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a:t>Laptop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a:t>5,000.00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extLst>
                  <a:ext uri="{0D108BD9-81ED-4DB2-BD59-A6C34878D82A}">
                    <a16:rowId xmlns:a16="http://schemas.microsoft.com/office/drawing/2014/main" val="3353068641"/>
                  </a:ext>
                </a:extLst>
              </a:tr>
              <a:tr h="266362">
                <a:tc>
                  <a:txBody>
                    <a:bodyPr/>
                    <a:lstStyle/>
                    <a:p>
                      <a:pPr lvl="0">
                        <a:buNone/>
                      </a:pPr>
                      <a:r>
                        <a:rPr lang="en-US" sz="1400"/>
                        <a:t>5</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b="0" i="0" u="none" strike="noStrike" noProof="0">
                          <a:latin typeface="Aptos Light"/>
                        </a:rPr>
                        <a:t>Workspace Costs</a:t>
                      </a:r>
                      <a:endParaRPr 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tc>
                  <a:txBody>
                    <a:bodyPr/>
                    <a:lstStyle/>
                    <a:p>
                      <a:pPr lvl="0">
                        <a:buNone/>
                      </a:pPr>
                      <a:r>
                        <a:rPr lang="en-US" sz="1400"/>
                        <a:t>10,000.00</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accent1">
                        <a:lumMod val="20000"/>
                        <a:lumOff val="80000"/>
                      </a:schemeClr>
                    </a:solidFill>
                  </a:tcPr>
                </a:tc>
                <a:extLst>
                  <a:ext uri="{0D108BD9-81ED-4DB2-BD59-A6C34878D82A}">
                    <a16:rowId xmlns:a16="http://schemas.microsoft.com/office/drawing/2014/main" val="4177668946"/>
                  </a:ext>
                </a:extLst>
              </a:tr>
              <a:tr h="266362">
                <a:tc>
                  <a:txBody>
                    <a:bodyPr/>
                    <a:lstStyle/>
                    <a:p>
                      <a:pPr lvl="0">
                        <a:buNone/>
                      </a:pPr>
                      <a:r>
                        <a:rPr lang="en-US" sz="1400"/>
                        <a:t>6</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b="0" i="0" u="none" strike="noStrike" noProof="0">
                          <a:latin typeface="Aptos Light"/>
                        </a:rPr>
                        <a:t>Others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tc>
                  <a:txBody>
                    <a:bodyPr/>
                    <a:lstStyle/>
                    <a:p>
                      <a:pPr lvl="0">
                        <a:buNone/>
                      </a:pPr>
                      <a:r>
                        <a:rPr lang="en-US" sz="1400"/>
                        <a:t>5,000.00</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1">
                        <a:lumMod val="20000"/>
                        <a:lumOff val="80000"/>
                      </a:schemeClr>
                    </a:solidFill>
                  </a:tcPr>
                </a:tc>
                <a:extLst>
                  <a:ext uri="{0D108BD9-81ED-4DB2-BD59-A6C34878D82A}">
                    <a16:rowId xmlns:a16="http://schemas.microsoft.com/office/drawing/2014/main" val="1034298117"/>
                  </a:ext>
                </a:extLst>
              </a:tr>
            </a:tbl>
          </a:graphicData>
        </a:graphic>
      </p:graphicFrame>
      <p:graphicFrame>
        <p:nvGraphicFramePr>
          <p:cNvPr id="9" name="Content Placeholder 4">
            <a:extLst>
              <a:ext uri="{FF2B5EF4-FFF2-40B4-BE49-F238E27FC236}">
                <a16:creationId xmlns:a16="http://schemas.microsoft.com/office/drawing/2014/main" id="{E476A7DF-72A6-98B0-B50F-840100A3B4FA}"/>
              </a:ext>
            </a:extLst>
          </p:cNvPr>
          <p:cNvGraphicFramePr>
            <a:graphicFrameLocks/>
          </p:cNvGraphicFramePr>
          <p:nvPr>
            <p:extLst>
              <p:ext uri="{D42A27DB-BD31-4B8C-83A1-F6EECF244321}">
                <p14:modId xmlns:p14="http://schemas.microsoft.com/office/powerpoint/2010/main" val="2676568397"/>
              </p:ext>
            </p:extLst>
          </p:nvPr>
        </p:nvGraphicFramePr>
        <p:xfrm>
          <a:off x="446770" y="4055755"/>
          <a:ext cx="3033925" cy="379872"/>
        </p:xfrm>
        <a:graphic>
          <a:graphicData uri="http://schemas.openxmlformats.org/drawingml/2006/table">
            <a:tbl>
              <a:tblPr firstRow="1" bandRow="1">
                <a:tableStyleId>{68D230F3-CF80-4859-8CE7-A43EE81993B5}</a:tableStyleId>
              </a:tblPr>
              <a:tblGrid>
                <a:gridCol w="3033925">
                  <a:extLst>
                    <a:ext uri="{9D8B030D-6E8A-4147-A177-3AD203B41FA5}">
                      <a16:colId xmlns:a16="http://schemas.microsoft.com/office/drawing/2014/main" val="3924306026"/>
                    </a:ext>
                  </a:extLst>
                </a:gridCol>
              </a:tblGrid>
              <a:tr h="379872">
                <a:tc>
                  <a:txBody>
                    <a:bodyPr/>
                    <a:lstStyle/>
                    <a:p>
                      <a:pPr lvl="0">
                        <a:buNone/>
                      </a:pPr>
                      <a:r>
                        <a:rPr lang="en-US" b="0" i="1" u="none">
                          <a:latin typeface="Aptos"/>
                        </a:rPr>
                        <a:t>Asset Cost Breakdown Table</a:t>
                      </a:r>
                    </a:p>
                  </a:txBody>
                  <a:tcPr/>
                </a:tc>
                <a:extLst>
                  <a:ext uri="{0D108BD9-81ED-4DB2-BD59-A6C34878D82A}">
                    <a16:rowId xmlns:a16="http://schemas.microsoft.com/office/drawing/2014/main" val="2148473976"/>
                  </a:ext>
                </a:extLst>
              </a:tr>
            </a:tbl>
          </a:graphicData>
        </a:graphic>
      </p:graphicFrame>
    </p:spTree>
    <p:extLst>
      <p:ext uri="{BB962C8B-B14F-4D97-AF65-F5344CB8AC3E}">
        <p14:creationId xmlns:p14="http://schemas.microsoft.com/office/powerpoint/2010/main" val="272846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a:xfrm>
            <a:off x="861838" y="2685618"/>
            <a:ext cx="10479088" cy="2587625"/>
          </a:xfrm>
        </p:spPr>
        <p:txBody>
          <a:bodyPr/>
          <a:lstStyle/>
          <a:p>
            <a:r>
              <a:rPr lang="en-US"/>
              <a:t>Thank you</a:t>
            </a:r>
          </a:p>
        </p:txBody>
      </p:sp>
      <p:sp>
        <p:nvSpPr>
          <p:cNvPr id="15" name="Text Placeholder 14">
            <a:extLst>
              <a:ext uri="{FF2B5EF4-FFF2-40B4-BE49-F238E27FC236}">
                <a16:creationId xmlns:a16="http://schemas.microsoft.com/office/drawing/2014/main" id="{F4027D16-8477-9439-2912-A02011AD8AC6}"/>
              </a:ext>
            </a:extLst>
          </p:cNvPr>
          <p:cNvSpPr>
            <a:spLocks noGrp="1"/>
          </p:cNvSpPr>
          <p:nvPr>
            <p:ph type="body" sz="quarter" idx="11"/>
          </p:nvPr>
        </p:nvSpPr>
        <p:spPr>
          <a:xfrm>
            <a:off x="861970" y="5033660"/>
            <a:ext cx="10479088" cy="2587625"/>
          </a:xfrm>
        </p:spPr>
        <p:txBody>
          <a:bodyPr vert="horz" lIns="0" tIns="0" rIns="0" bIns="0" rtlCol="0" anchor="t">
            <a:noAutofit/>
          </a:bodyPr>
          <a:lstStyle/>
          <a:p>
            <a:r>
              <a:rPr lang="en-US"/>
              <a:t>GROUP a </a:t>
            </a:r>
          </a:p>
          <a:p>
            <a:endParaRPr lang="en-US"/>
          </a:p>
          <a:p>
            <a:endParaRPr lang="en-US"/>
          </a:p>
        </p:txBody>
      </p:sp>
    </p:spTree>
    <p:extLst>
      <p:ext uri="{BB962C8B-B14F-4D97-AF65-F5344CB8AC3E}">
        <p14:creationId xmlns:p14="http://schemas.microsoft.com/office/powerpoint/2010/main" val="198843706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3.xml><?xml version="1.0" encoding="utf-8"?>
<ds:datastoreItem xmlns:ds="http://schemas.openxmlformats.org/officeDocument/2006/customXml" ds:itemID="{146EB691-4DD5-4558-B7D1-3EA8CC81E288}">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Custom</vt:lpstr>
      <vt:lpstr>Group A </vt:lpstr>
      <vt:lpstr>Agenda</vt:lpstr>
      <vt:lpstr>Data modelling</vt:lpstr>
      <vt:lpstr>Introduction</vt:lpstr>
      <vt:lpstr>Introduction</vt:lpstr>
      <vt:lpstr>Our considerations</vt:lpstr>
      <vt:lpstr>Entity Relationship  Diagram &amp; Data Overview</vt:lpstr>
      <vt:lpstr>ER diagram of the flow</vt:lpstr>
      <vt:lpstr>Data modelling</vt:lpstr>
      <vt:lpstr>Data Modelling</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2025-02-25T04:38:05Z</dcterms:created>
  <dcterms:modified xsi:type="dcterms:W3CDTF">2025-02-26T10:36:12Z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