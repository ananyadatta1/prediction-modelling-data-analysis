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429437-F2C8-CA48-F5FB-AA61D85CD7AE}" v="36" dt="2025-05-28T10:43:39.9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7C4D72-5584-4615-B45B-2CE84C23878A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E29C9F7E-7A0E-4461-BFA6-D8DC65EB6F6C}">
      <dgm:prSet phldrT="[Text]" custT="1"/>
      <dgm:spPr/>
      <dgm:t>
        <a:bodyPr/>
        <a:lstStyle/>
        <a:p>
          <a:pPr algn="l"/>
          <a:r>
            <a:rPr lang="en-US" sz="2000"/>
            <a:t>Objective &amp; Data</a:t>
          </a:r>
          <a:endParaRPr lang="en-IN" sz="2000"/>
        </a:p>
      </dgm:t>
    </dgm:pt>
    <dgm:pt modelId="{22BC826B-3D36-49C6-BA49-EA1E211AB2F6}" type="parTrans" cxnId="{7686A880-80D2-4AAA-B3B6-F142C51DA192}">
      <dgm:prSet/>
      <dgm:spPr/>
      <dgm:t>
        <a:bodyPr/>
        <a:lstStyle/>
        <a:p>
          <a:endParaRPr lang="en-IN"/>
        </a:p>
      </dgm:t>
    </dgm:pt>
    <dgm:pt modelId="{3054E171-D743-40B4-905D-D1FD64003D3A}" type="sibTrans" cxnId="{7686A880-80D2-4AAA-B3B6-F142C51DA192}">
      <dgm:prSet/>
      <dgm:spPr/>
      <dgm:t>
        <a:bodyPr/>
        <a:lstStyle/>
        <a:p>
          <a:endParaRPr lang="en-IN"/>
        </a:p>
      </dgm:t>
    </dgm:pt>
    <dgm:pt modelId="{C3DD90CF-8442-45C0-AE68-1AE2ACE35E46}">
      <dgm:prSet phldrT="[Text]" phldr="1"/>
      <dgm:spPr/>
      <dgm:t>
        <a:bodyPr/>
        <a:lstStyle/>
        <a:p>
          <a:endParaRPr lang="en-IN"/>
        </a:p>
      </dgm:t>
    </dgm:pt>
    <dgm:pt modelId="{D3382BCD-65C5-4397-B03A-E90897427BAC}" type="parTrans" cxnId="{E5B11B86-FCF5-4D1D-ACC2-851A9AFDDF20}">
      <dgm:prSet/>
      <dgm:spPr/>
      <dgm:t>
        <a:bodyPr/>
        <a:lstStyle/>
        <a:p>
          <a:endParaRPr lang="en-IN"/>
        </a:p>
      </dgm:t>
    </dgm:pt>
    <dgm:pt modelId="{1C0B0C46-E9BE-49A5-B1FB-AC776CCA2820}" type="sibTrans" cxnId="{E5B11B86-FCF5-4D1D-ACC2-851A9AFDDF20}">
      <dgm:prSet/>
      <dgm:spPr/>
      <dgm:t>
        <a:bodyPr/>
        <a:lstStyle/>
        <a:p>
          <a:endParaRPr lang="en-IN"/>
        </a:p>
      </dgm:t>
    </dgm:pt>
    <dgm:pt modelId="{23B87B36-AD42-4A77-B4B0-D0A4DED86756}">
      <dgm:prSet phldrT="[Text]"/>
      <dgm:spPr/>
      <dgm:t>
        <a:bodyPr/>
        <a:lstStyle/>
        <a:p>
          <a:pPr algn="l"/>
          <a:r>
            <a:rPr lang="en-US"/>
            <a:t>Feature-wise Control Rules</a:t>
          </a:r>
          <a:endParaRPr lang="en-IN"/>
        </a:p>
      </dgm:t>
    </dgm:pt>
    <dgm:pt modelId="{1075976E-9201-4DF0-A41B-3EAB6845D1AD}" type="parTrans" cxnId="{B4BACB84-EF7B-43DA-906C-26CA4996461F}">
      <dgm:prSet/>
      <dgm:spPr/>
      <dgm:t>
        <a:bodyPr/>
        <a:lstStyle/>
        <a:p>
          <a:endParaRPr lang="en-IN"/>
        </a:p>
      </dgm:t>
    </dgm:pt>
    <dgm:pt modelId="{CC56A1F9-E39A-422B-BC5D-3984F9CE36AC}" type="sibTrans" cxnId="{B4BACB84-EF7B-43DA-906C-26CA4996461F}">
      <dgm:prSet custT="1"/>
      <dgm:spPr/>
      <dgm:t>
        <a:bodyPr/>
        <a:lstStyle/>
        <a:p>
          <a:pPr algn="l"/>
          <a:r>
            <a:rPr lang="en-US" sz="2100"/>
            <a:t>Existing Data Samples</a:t>
          </a:r>
          <a:endParaRPr lang="en-IN" sz="2100"/>
        </a:p>
      </dgm:t>
    </dgm:pt>
    <dgm:pt modelId="{12B904F7-E9BA-4505-99BA-35320939AE2B}">
      <dgm:prSet phldrT="[Text]"/>
      <dgm:spPr/>
      <dgm:t>
        <a:bodyPr/>
        <a:lstStyle/>
        <a:p>
          <a:pPr algn="l"/>
          <a:r>
            <a:rPr lang="en-US"/>
            <a:t>Proposed Controls</a:t>
          </a:r>
          <a:endParaRPr lang="en-IN"/>
        </a:p>
      </dgm:t>
    </dgm:pt>
    <dgm:pt modelId="{AF0C9EC5-FA8F-4BE8-866D-56B299E057CE}" type="parTrans" cxnId="{122CCBF2-9782-4B04-B9A1-3F90B75BB61D}">
      <dgm:prSet/>
      <dgm:spPr/>
      <dgm:t>
        <a:bodyPr/>
        <a:lstStyle/>
        <a:p>
          <a:endParaRPr lang="en-IN"/>
        </a:p>
      </dgm:t>
    </dgm:pt>
    <dgm:pt modelId="{47074CCA-28D6-40B7-89A1-50A8D50B2844}" type="sibTrans" cxnId="{122CCBF2-9782-4B04-B9A1-3F90B75BB61D}">
      <dgm:prSet/>
      <dgm:spPr/>
      <dgm:t>
        <a:bodyPr/>
        <a:lstStyle/>
        <a:p>
          <a:endParaRPr lang="en-IN"/>
        </a:p>
      </dgm:t>
    </dgm:pt>
    <dgm:pt modelId="{4F3D7060-101E-4D8C-87A0-0C90809B620D}" type="pres">
      <dgm:prSet presAssocID="{657C4D72-5584-4615-B45B-2CE84C23878A}" presName="Name0" presStyleCnt="0">
        <dgm:presLayoutVars>
          <dgm:chMax/>
          <dgm:chPref/>
          <dgm:dir/>
          <dgm:animLvl val="lvl"/>
        </dgm:presLayoutVars>
      </dgm:prSet>
      <dgm:spPr/>
    </dgm:pt>
    <dgm:pt modelId="{1BDCE101-C6F3-4E0C-BC47-A8FAAA85247B}" type="pres">
      <dgm:prSet presAssocID="{E29C9F7E-7A0E-4461-BFA6-D8DC65EB6F6C}" presName="composite" presStyleCnt="0"/>
      <dgm:spPr/>
    </dgm:pt>
    <dgm:pt modelId="{64E1C0CD-27BB-4CA9-A084-39DD84C01999}" type="pres">
      <dgm:prSet presAssocID="{E29C9F7E-7A0E-4461-BFA6-D8DC65EB6F6C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27DE8B65-D10F-44A2-AB02-2AFE660A5B8A}" type="pres">
      <dgm:prSet presAssocID="{E29C9F7E-7A0E-4461-BFA6-D8DC65EB6F6C}" presName="Childtext1" presStyleLbl="revTx" presStyleIdx="0" presStyleCnt="3" custLinFactX="-54155" custLinFactNeighborX="-100000" custLinFactNeighborY="-2770">
        <dgm:presLayoutVars>
          <dgm:chMax val="0"/>
          <dgm:chPref val="0"/>
          <dgm:bulletEnabled val="1"/>
        </dgm:presLayoutVars>
      </dgm:prSet>
      <dgm:spPr/>
    </dgm:pt>
    <dgm:pt modelId="{8E100231-03C6-4CB2-A407-9DF35A968D86}" type="pres">
      <dgm:prSet presAssocID="{E29C9F7E-7A0E-4461-BFA6-D8DC65EB6F6C}" presName="BalanceSpacing" presStyleCnt="0"/>
      <dgm:spPr/>
    </dgm:pt>
    <dgm:pt modelId="{B5F0613B-AB90-4C8C-B89E-AFA26CBFD5AE}" type="pres">
      <dgm:prSet presAssocID="{E29C9F7E-7A0E-4461-BFA6-D8DC65EB6F6C}" presName="BalanceSpacing1" presStyleCnt="0"/>
      <dgm:spPr/>
    </dgm:pt>
    <dgm:pt modelId="{2AECE3BD-A015-4AC9-B747-1542A95DF110}" type="pres">
      <dgm:prSet presAssocID="{3054E171-D743-40B4-905D-D1FD64003D3A}" presName="Accent1Text" presStyleLbl="node1" presStyleIdx="1" presStyleCnt="6"/>
      <dgm:spPr/>
    </dgm:pt>
    <dgm:pt modelId="{69B89DBC-E894-458B-BD41-D56F3D19247F}" type="pres">
      <dgm:prSet presAssocID="{3054E171-D743-40B4-905D-D1FD64003D3A}" presName="spaceBetweenRectangles" presStyleCnt="0"/>
      <dgm:spPr/>
    </dgm:pt>
    <dgm:pt modelId="{06F2A393-6EB9-4F9F-9E2E-A0D71D994759}" type="pres">
      <dgm:prSet presAssocID="{23B87B36-AD42-4A77-B4B0-D0A4DED86756}" presName="composite" presStyleCnt="0"/>
      <dgm:spPr/>
    </dgm:pt>
    <dgm:pt modelId="{FE0BE053-2B57-48DA-87C8-D95F6780AA91}" type="pres">
      <dgm:prSet presAssocID="{23B87B36-AD42-4A77-B4B0-D0A4DED86756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D5833664-B098-4B5C-B38D-A489F5A9B1A9}" type="pres">
      <dgm:prSet presAssocID="{23B87B36-AD42-4A77-B4B0-D0A4DED86756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720C3C26-0F6E-4439-893A-FC493238B1FC}" type="pres">
      <dgm:prSet presAssocID="{23B87B36-AD42-4A77-B4B0-D0A4DED86756}" presName="BalanceSpacing" presStyleCnt="0"/>
      <dgm:spPr/>
    </dgm:pt>
    <dgm:pt modelId="{DE93BAEB-1D74-407D-A50D-7A891FED5A00}" type="pres">
      <dgm:prSet presAssocID="{23B87B36-AD42-4A77-B4B0-D0A4DED86756}" presName="BalanceSpacing1" presStyleCnt="0"/>
      <dgm:spPr/>
    </dgm:pt>
    <dgm:pt modelId="{2B334D0E-AD9B-4584-AA51-C9645E3123B3}" type="pres">
      <dgm:prSet presAssocID="{CC56A1F9-E39A-422B-BC5D-3984F9CE36AC}" presName="Accent1Text" presStyleLbl="node1" presStyleIdx="3" presStyleCnt="6"/>
      <dgm:spPr/>
    </dgm:pt>
    <dgm:pt modelId="{55FD0D56-6BB5-4B4E-8C83-2134A228934F}" type="pres">
      <dgm:prSet presAssocID="{CC56A1F9-E39A-422B-BC5D-3984F9CE36AC}" presName="spaceBetweenRectangles" presStyleCnt="0"/>
      <dgm:spPr/>
    </dgm:pt>
    <dgm:pt modelId="{61C01153-CACF-44A0-B1E5-D1AF7EFB516E}" type="pres">
      <dgm:prSet presAssocID="{12B904F7-E9BA-4505-99BA-35320939AE2B}" presName="composite" presStyleCnt="0"/>
      <dgm:spPr/>
    </dgm:pt>
    <dgm:pt modelId="{493430CD-2C6D-424D-A47A-A590FD8A3291}" type="pres">
      <dgm:prSet presAssocID="{12B904F7-E9BA-4505-99BA-35320939AE2B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8B4EE6EC-3034-443E-9A03-C8230582D833}" type="pres">
      <dgm:prSet presAssocID="{12B904F7-E9BA-4505-99BA-35320939AE2B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CBECC538-3037-4C87-98BB-4860789436AF}" type="pres">
      <dgm:prSet presAssocID="{12B904F7-E9BA-4505-99BA-35320939AE2B}" presName="BalanceSpacing" presStyleCnt="0"/>
      <dgm:spPr/>
    </dgm:pt>
    <dgm:pt modelId="{F414FB6F-F989-46AA-9D8C-C8164C97072D}" type="pres">
      <dgm:prSet presAssocID="{12B904F7-E9BA-4505-99BA-35320939AE2B}" presName="BalanceSpacing1" presStyleCnt="0"/>
      <dgm:spPr/>
    </dgm:pt>
    <dgm:pt modelId="{7FCB261C-2353-4F39-A442-3BB4898CDBF0}" type="pres">
      <dgm:prSet presAssocID="{47074CCA-28D6-40B7-89A1-50A8D50B2844}" presName="Accent1Text" presStyleLbl="node1" presStyleIdx="5" presStyleCnt="6" custLinFactX="100000" custLinFactNeighborX="112751" custLinFactNeighborY="-1782"/>
      <dgm:spPr/>
    </dgm:pt>
  </dgm:ptLst>
  <dgm:cxnLst>
    <dgm:cxn modelId="{44869B00-806A-49AB-AD06-D96FB1F6FDFF}" type="presOf" srcId="{657C4D72-5584-4615-B45B-2CE84C23878A}" destId="{4F3D7060-101E-4D8C-87A0-0C90809B620D}" srcOrd="0" destOrd="0" presId="urn:microsoft.com/office/officeart/2008/layout/AlternatingHexagons"/>
    <dgm:cxn modelId="{72131308-0328-4290-A661-E7BA2A62A19D}" type="presOf" srcId="{47074CCA-28D6-40B7-89A1-50A8D50B2844}" destId="{7FCB261C-2353-4F39-A442-3BB4898CDBF0}" srcOrd="0" destOrd="0" presId="urn:microsoft.com/office/officeart/2008/layout/AlternatingHexagons"/>
    <dgm:cxn modelId="{72C53723-827F-4F09-8C4B-E6F074F7438C}" type="presOf" srcId="{E29C9F7E-7A0E-4461-BFA6-D8DC65EB6F6C}" destId="{64E1C0CD-27BB-4CA9-A084-39DD84C01999}" srcOrd="0" destOrd="0" presId="urn:microsoft.com/office/officeart/2008/layout/AlternatingHexagons"/>
    <dgm:cxn modelId="{23E77234-AC05-470A-BAC1-BEF0FD5E0330}" type="presOf" srcId="{3054E171-D743-40B4-905D-D1FD64003D3A}" destId="{2AECE3BD-A015-4AC9-B747-1542A95DF110}" srcOrd="0" destOrd="0" presId="urn:microsoft.com/office/officeart/2008/layout/AlternatingHexagons"/>
    <dgm:cxn modelId="{EB305837-231A-441F-98C2-687B76D63C72}" type="presOf" srcId="{23B87B36-AD42-4A77-B4B0-D0A4DED86756}" destId="{FE0BE053-2B57-48DA-87C8-D95F6780AA91}" srcOrd="0" destOrd="0" presId="urn:microsoft.com/office/officeart/2008/layout/AlternatingHexagons"/>
    <dgm:cxn modelId="{7686A880-80D2-4AAA-B3B6-F142C51DA192}" srcId="{657C4D72-5584-4615-B45B-2CE84C23878A}" destId="{E29C9F7E-7A0E-4461-BFA6-D8DC65EB6F6C}" srcOrd="0" destOrd="0" parTransId="{22BC826B-3D36-49C6-BA49-EA1E211AB2F6}" sibTransId="{3054E171-D743-40B4-905D-D1FD64003D3A}"/>
    <dgm:cxn modelId="{B4BACB84-EF7B-43DA-906C-26CA4996461F}" srcId="{657C4D72-5584-4615-B45B-2CE84C23878A}" destId="{23B87B36-AD42-4A77-B4B0-D0A4DED86756}" srcOrd="1" destOrd="0" parTransId="{1075976E-9201-4DF0-A41B-3EAB6845D1AD}" sibTransId="{CC56A1F9-E39A-422B-BC5D-3984F9CE36AC}"/>
    <dgm:cxn modelId="{E5B11B86-FCF5-4D1D-ACC2-851A9AFDDF20}" srcId="{E29C9F7E-7A0E-4461-BFA6-D8DC65EB6F6C}" destId="{C3DD90CF-8442-45C0-AE68-1AE2ACE35E46}" srcOrd="0" destOrd="0" parTransId="{D3382BCD-65C5-4397-B03A-E90897427BAC}" sibTransId="{1C0B0C46-E9BE-49A5-B1FB-AC776CCA2820}"/>
    <dgm:cxn modelId="{37AF23DA-2E53-4E4A-B566-B774396B8312}" type="presOf" srcId="{12B904F7-E9BA-4505-99BA-35320939AE2B}" destId="{493430CD-2C6D-424D-A47A-A590FD8A3291}" srcOrd="0" destOrd="0" presId="urn:microsoft.com/office/officeart/2008/layout/AlternatingHexagons"/>
    <dgm:cxn modelId="{122CCBF2-9782-4B04-B9A1-3F90B75BB61D}" srcId="{657C4D72-5584-4615-B45B-2CE84C23878A}" destId="{12B904F7-E9BA-4505-99BA-35320939AE2B}" srcOrd="2" destOrd="0" parTransId="{AF0C9EC5-FA8F-4BE8-866D-56B299E057CE}" sibTransId="{47074CCA-28D6-40B7-89A1-50A8D50B2844}"/>
    <dgm:cxn modelId="{A217F3F3-AC7D-414A-8215-4F2EA251D710}" type="presOf" srcId="{CC56A1F9-E39A-422B-BC5D-3984F9CE36AC}" destId="{2B334D0E-AD9B-4584-AA51-C9645E3123B3}" srcOrd="0" destOrd="0" presId="urn:microsoft.com/office/officeart/2008/layout/AlternatingHexagons"/>
    <dgm:cxn modelId="{E9A23EF6-3AF1-41D2-90F2-A69B06124554}" type="presOf" srcId="{C3DD90CF-8442-45C0-AE68-1AE2ACE35E46}" destId="{27DE8B65-D10F-44A2-AB02-2AFE660A5B8A}" srcOrd="0" destOrd="0" presId="urn:microsoft.com/office/officeart/2008/layout/AlternatingHexagons"/>
    <dgm:cxn modelId="{18A60DF5-1E20-4A2C-9428-423276EBC110}" type="presParOf" srcId="{4F3D7060-101E-4D8C-87A0-0C90809B620D}" destId="{1BDCE101-C6F3-4E0C-BC47-A8FAAA85247B}" srcOrd="0" destOrd="0" presId="urn:microsoft.com/office/officeart/2008/layout/AlternatingHexagons"/>
    <dgm:cxn modelId="{908B75B4-752E-4C9C-A4B0-CAA1D836FFB8}" type="presParOf" srcId="{1BDCE101-C6F3-4E0C-BC47-A8FAAA85247B}" destId="{64E1C0CD-27BB-4CA9-A084-39DD84C01999}" srcOrd="0" destOrd="0" presId="urn:microsoft.com/office/officeart/2008/layout/AlternatingHexagons"/>
    <dgm:cxn modelId="{2F7BB1B0-1313-4849-A649-A9482C738F08}" type="presParOf" srcId="{1BDCE101-C6F3-4E0C-BC47-A8FAAA85247B}" destId="{27DE8B65-D10F-44A2-AB02-2AFE660A5B8A}" srcOrd="1" destOrd="0" presId="urn:microsoft.com/office/officeart/2008/layout/AlternatingHexagons"/>
    <dgm:cxn modelId="{B17B9D65-9758-40A5-95FD-2BBF6D3760B9}" type="presParOf" srcId="{1BDCE101-C6F3-4E0C-BC47-A8FAAA85247B}" destId="{8E100231-03C6-4CB2-A407-9DF35A968D86}" srcOrd="2" destOrd="0" presId="urn:microsoft.com/office/officeart/2008/layout/AlternatingHexagons"/>
    <dgm:cxn modelId="{4A738866-ECFD-4C8A-8733-63E1CF43A89A}" type="presParOf" srcId="{1BDCE101-C6F3-4E0C-BC47-A8FAAA85247B}" destId="{B5F0613B-AB90-4C8C-B89E-AFA26CBFD5AE}" srcOrd="3" destOrd="0" presId="urn:microsoft.com/office/officeart/2008/layout/AlternatingHexagons"/>
    <dgm:cxn modelId="{C60184F3-6FBB-4D50-9FCF-46F9A9130622}" type="presParOf" srcId="{1BDCE101-C6F3-4E0C-BC47-A8FAAA85247B}" destId="{2AECE3BD-A015-4AC9-B747-1542A95DF110}" srcOrd="4" destOrd="0" presId="urn:microsoft.com/office/officeart/2008/layout/AlternatingHexagons"/>
    <dgm:cxn modelId="{81761A4A-0027-40B4-B438-E1B6B0E4C7D9}" type="presParOf" srcId="{4F3D7060-101E-4D8C-87A0-0C90809B620D}" destId="{69B89DBC-E894-458B-BD41-D56F3D19247F}" srcOrd="1" destOrd="0" presId="urn:microsoft.com/office/officeart/2008/layout/AlternatingHexagons"/>
    <dgm:cxn modelId="{EBA4A3EA-26D6-485D-88B0-9DD5FBA322FA}" type="presParOf" srcId="{4F3D7060-101E-4D8C-87A0-0C90809B620D}" destId="{06F2A393-6EB9-4F9F-9E2E-A0D71D994759}" srcOrd="2" destOrd="0" presId="urn:microsoft.com/office/officeart/2008/layout/AlternatingHexagons"/>
    <dgm:cxn modelId="{43EDFB07-C78E-4C52-B76B-E27A762F0CE2}" type="presParOf" srcId="{06F2A393-6EB9-4F9F-9E2E-A0D71D994759}" destId="{FE0BE053-2B57-48DA-87C8-D95F6780AA91}" srcOrd="0" destOrd="0" presId="urn:microsoft.com/office/officeart/2008/layout/AlternatingHexagons"/>
    <dgm:cxn modelId="{430238FC-B556-4B19-B152-6A667FA56814}" type="presParOf" srcId="{06F2A393-6EB9-4F9F-9E2E-A0D71D994759}" destId="{D5833664-B098-4B5C-B38D-A489F5A9B1A9}" srcOrd="1" destOrd="0" presId="urn:microsoft.com/office/officeart/2008/layout/AlternatingHexagons"/>
    <dgm:cxn modelId="{FE37C194-E27A-4FD4-881E-F9614DDB09AF}" type="presParOf" srcId="{06F2A393-6EB9-4F9F-9E2E-A0D71D994759}" destId="{720C3C26-0F6E-4439-893A-FC493238B1FC}" srcOrd="2" destOrd="0" presId="urn:microsoft.com/office/officeart/2008/layout/AlternatingHexagons"/>
    <dgm:cxn modelId="{BB94B7EB-967B-4133-846B-59AFEF042C93}" type="presParOf" srcId="{06F2A393-6EB9-4F9F-9E2E-A0D71D994759}" destId="{DE93BAEB-1D74-407D-A50D-7A891FED5A00}" srcOrd="3" destOrd="0" presId="urn:microsoft.com/office/officeart/2008/layout/AlternatingHexagons"/>
    <dgm:cxn modelId="{6A9E9974-70AD-4F8A-B303-8023241C40AF}" type="presParOf" srcId="{06F2A393-6EB9-4F9F-9E2E-A0D71D994759}" destId="{2B334D0E-AD9B-4584-AA51-C9645E3123B3}" srcOrd="4" destOrd="0" presId="urn:microsoft.com/office/officeart/2008/layout/AlternatingHexagons"/>
    <dgm:cxn modelId="{2399E3AE-9C40-41D5-A2EC-297C90BDA0CB}" type="presParOf" srcId="{4F3D7060-101E-4D8C-87A0-0C90809B620D}" destId="{55FD0D56-6BB5-4B4E-8C83-2134A228934F}" srcOrd="3" destOrd="0" presId="urn:microsoft.com/office/officeart/2008/layout/AlternatingHexagons"/>
    <dgm:cxn modelId="{9724B837-8B36-4C1C-86F5-1B37DEBEA88C}" type="presParOf" srcId="{4F3D7060-101E-4D8C-87A0-0C90809B620D}" destId="{61C01153-CACF-44A0-B1E5-D1AF7EFB516E}" srcOrd="4" destOrd="0" presId="urn:microsoft.com/office/officeart/2008/layout/AlternatingHexagons"/>
    <dgm:cxn modelId="{41AE88C5-13FA-461C-AF07-C0CC1B0E53D4}" type="presParOf" srcId="{61C01153-CACF-44A0-B1E5-D1AF7EFB516E}" destId="{493430CD-2C6D-424D-A47A-A590FD8A3291}" srcOrd="0" destOrd="0" presId="urn:microsoft.com/office/officeart/2008/layout/AlternatingHexagons"/>
    <dgm:cxn modelId="{6CE7FEFC-F67B-4458-8D3A-0C3519F95CE8}" type="presParOf" srcId="{61C01153-CACF-44A0-B1E5-D1AF7EFB516E}" destId="{8B4EE6EC-3034-443E-9A03-C8230582D833}" srcOrd="1" destOrd="0" presId="urn:microsoft.com/office/officeart/2008/layout/AlternatingHexagons"/>
    <dgm:cxn modelId="{C302ADFF-C3E4-4869-ADF2-D43BB9894CD8}" type="presParOf" srcId="{61C01153-CACF-44A0-B1E5-D1AF7EFB516E}" destId="{CBECC538-3037-4C87-98BB-4860789436AF}" srcOrd="2" destOrd="0" presId="urn:microsoft.com/office/officeart/2008/layout/AlternatingHexagons"/>
    <dgm:cxn modelId="{1754E0ED-C057-4F53-99F6-AAB4907CC6ED}" type="presParOf" srcId="{61C01153-CACF-44A0-B1E5-D1AF7EFB516E}" destId="{F414FB6F-F989-46AA-9D8C-C8164C97072D}" srcOrd="3" destOrd="0" presId="urn:microsoft.com/office/officeart/2008/layout/AlternatingHexagons"/>
    <dgm:cxn modelId="{5CF579DD-9C4B-4355-9C13-48B53F445080}" type="presParOf" srcId="{61C01153-CACF-44A0-B1E5-D1AF7EFB516E}" destId="{7FCB261C-2353-4F39-A442-3BB4898CDBF0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350EDA-5D1B-4D33-B5CC-9AEA62B13729}" type="doc">
      <dgm:prSet loTypeId="urn:microsoft.com/office/officeart/2005/8/layout/rings+Icon" loCatId="relationship" qsTypeId="urn:microsoft.com/office/officeart/2005/8/quickstyle/simple2" qsCatId="simple" csTypeId="urn:microsoft.com/office/officeart/2005/8/colors/accent2_3" csCatId="accent2" phldr="1"/>
      <dgm:spPr/>
    </dgm:pt>
    <dgm:pt modelId="{3FA36B3E-AAAC-4878-B157-5F44EE991BB2}">
      <dgm:prSet phldrT="[Text]"/>
      <dgm:spPr/>
      <dgm:t>
        <a:bodyPr/>
        <a:lstStyle/>
        <a:p>
          <a:r>
            <a:rPr lang="en-US"/>
            <a:t>Define and enforce </a:t>
          </a:r>
          <a:r>
            <a:rPr lang="en-US" b="1"/>
            <a:t>data quality rules</a:t>
          </a:r>
          <a:r>
            <a:rPr lang="en-US"/>
            <a:t> for “</a:t>
          </a:r>
          <a:r>
            <a:rPr lang="en-US" b="1"/>
            <a:t>Control</a:t>
          </a:r>
          <a:r>
            <a:rPr lang="en-US"/>
            <a:t>” use cases</a:t>
          </a:r>
          <a:endParaRPr lang="en-IN"/>
        </a:p>
      </dgm:t>
    </dgm:pt>
    <dgm:pt modelId="{6893550E-C06D-4F22-B27A-A2DDB6378B00}" type="parTrans" cxnId="{D8111D53-2DD0-45B4-BEE6-E40BC682EDD6}">
      <dgm:prSet/>
      <dgm:spPr/>
      <dgm:t>
        <a:bodyPr/>
        <a:lstStyle/>
        <a:p>
          <a:endParaRPr lang="en-IN"/>
        </a:p>
      </dgm:t>
    </dgm:pt>
    <dgm:pt modelId="{AA9F921B-8FE1-4532-AAB1-DDA30B83C8C3}" type="sibTrans" cxnId="{D8111D53-2DD0-45B4-BEE6-E40BC682EDD6}">
      <dgm:prSet/>
      <dgm:spPr/>
      <dgm:t>
        <a:bodyPr/>
        <a:lstStyle/>
        <a:p>
          <a:endParaRPr lang="en-IN"/>
        </a:p>
      </dgm:t>
    </dgm:pt>
    <dgm:pt modelId="{BBB475C8-2782-4229-A0A3-4476FDE7A8B7}">
      <dgm:prSet phldrT="[Text]"/>
      <dgm:spPr/>
      <dgm:t>
        <a:bodyPr/>
        <a:lstStyle/>
        <a:p>
          <a:r>
            <a:rPr lang="en-US" b="1"/>
            <a:t>Minimize manual oversight </a:t>
          </a:r>
          <a:r>
            <a:rPr lang="en-US"/>
            <a:t>through rule-based </a:t>
          </a:r>
          <a:r>
            <a:rPr lang="en-US" b="1"/>
            <a:t>automation</a:t>
          </a:r>
          <a:endParaRPr lang="en-IN" b="1"/>
        </a:p>
      </dgm:t>
    </dgm:pt>
    <dgm:pt modelId="{90BFC313-BEC0-4BC7-AD91-C7E40FEF72CD}" type="parTrans" cxnId="{324E1E2A-ED4E-4D15-B06D-875A1F59714D}">
      <dgm:prSet/>
      <dgm:spPr/>
      <dgm:t>
        <a:bodyPr/>
        <a:lstStyle/>
        <a:p>
          <a:endParaRPr lang="en-IN"/>
        </a:p>
      </dgm:t>
    </dgm:pt>
    <dgm:pt modelId="{546DED32-D5E7-40E3-A7AA-C14EC820D0D3}" type="sibTrans" cxnId="{324E1E2A-ED4E-4D15-B06D-875A1F59714D}">
      <dgm:prSet/>
      <dgm:spPr/>
      <dgm:t>
        <a:bodyPr/>
        <a:lstStyle/>
        <a:p>
          <a:endParaRPr lang="en-IN"/>
        </a:p>
      </dgm:t>
    </dgm:pt>
    <dgm:pt modelId="{067D6AF8-9391-4038-8630-C1F27334CA20}">
      <dgm:prSet phldrT="[Text]"/>
      <dgm:spPr/>
      <dgm:t>
        <a:bodyPr/>
        <a:lstStyle/>
        <a:p>
          <a:r>
            <a:rPr lang="en-US"/>
            <a:t>Improve </a:t>
          </a:r>
          <a:r>
            <a:rPr lang="en-US" b="1"/>
            <a:t>reliability</a:t>
          </a:r>
          <a:r>
            <a:rPr lang="en-US"/>
            <a:t> and </a:t>
          </a:r>
          <a:r>
            <a:rPr lang="en-US" b="1"/>
            <a:t>traceability</a:t>
          </a:r>
          <a:r>
            <a:rPr lang="en-US"/>
            <a:t> of key features</a:t>
          </a:r>
          <a:endParaRPr lang="en-IN"/>
        </a:p>
      </dgm:t>
    </dgm:pt>
    <dgm:pt modelId="{4529D865-FB07-430C-B49D-CF54F31E3C78}" type="parTrans" cxnId="{56726EB4-2404-4360-9179-1DFC3D0DD099}">
      <dgm:prSet/>
      <dgm:spPr/>
      <dgm:t>
        <a:bodyPr/>
        <a:lstStyle/>
        <a:p>
          <a:endParaRPr lang="en-IN"/>
        </a:p>
      </dgm:t>
    </dgm:pt>
    <dgm:pt modelId="{49E68FCE-4265-4AFB-849A-03E66B8324BC}" type="sibTrans" cxnId="{56726EB4-2404-4360-9179-1DFC3D0DD099}">
      <dgm:prSet/>
      <dgm:spPr/>
      <dgm:t>
        <a:bodyPr/>
        <a:lstStyle/>
        <a:p>
          <a:endParaRPr lang="en-IN"/>
        </a:p>
      </dgm:t>
    </dgm:pt>
    <dgm:pt modelId="{3FC88DE4-57FE-4B95-9AB5-F08CF74C258C}" type="pres">
      <dgm:prSet presAssocID="{F4350EDA-5D1B-4D33-B5CC-9AEA62B13729}" presName="Name0" presStyleCnt="0">
        <dgm:presLayoutVars>
          <dgm:chMax val="7"/>
          <dgm:dir/>
          <dgm:resizeHandles val="exact"/>
        </dgm:presLayoutVars>
      </dgm:prSet>
      <dgm:spPr/>
    </dgm:pt>
    <dgm:pt modelId="{228C8A07-0B9A-4B9D-84FA-A57B365A563F}" type="pres">
      <dgm:prSet presAssocID="{F4350EDA-5D1B-4D33-B5CC-9AEA62B13729}" presName="ellipse1" presStyleLbl="vennNode1" presStyleIdx="0" presStyleCnt="3">
        <dgm:presLayoutVars>
          <dgm:bulletEnabled val="1"/>
        </dgm:presLayoutVars>
      </dgm:prSet>
      <dgm:spPr/>
    </dgm:pt>
    <dgm:pt modelId="{369FAFD6-B6BE-4DEF-AEA4-ABF15F511984}" type="pres">
      <dgm:prSet presAssocID="{F4350EDA-5D1B-4D33-B5CC-9AEA62B13729}" presName="ellipse2" presStyleLbl="vennNode1" presStyleIdx="1" presStyleCnt="3">
        <dgm:presLayoutVars>
          <dgm:bulletEnabled val="1"/>
        </dgm:presLayoutVars>
      </dgm:prSet>
      <dgm:spPr/>
    </dgm:pt>
    <dgm:pt modelId="{D57E9EBE-B4BB-4040-8160-A585EED8EBA8}" type="pres">
      <dgm:prSet presAssocID="{F4350EDA-5D1B-4D33-B5CC-9AEA62B13729}" presName="ellipse3" presStyleLbl="vennNode1" presStyleIdx="2" presStyleCnt="3">
        <dgm:presLayoutVars>
          <dgm:bulletEnabled val="1"/>
        </dgm:presLayoutVars>
      </dgm:prSet>
      <dgm:spPr/>
    </dgm:pt>
  </dgm:ptLst>
  <dgm:cxnLst>
    <dgm:cxn modelId="{394B9121-CE2A-41DA-BCE0-8992FFFD5FAF}" type="presOf" srcId="{3FA36B3E-AAAC-4878-B157-5F44EE991BB2}" destId="{228C8A07-0B9A-4B9D-84FA-A57B365A563F}" srcOrd="0" destOrd="0" presId="urn:microsoft.com/office/officeart/2005/8/layout/rings+Icon"/>
    <dgm:cxn modelId="{324E1E2A-ED4E-4D15-B06D-875A1F59714D}" srcId="{F4350EDA-5D1B-4D33-B5CC-9AEA62B13729}" destId="{BBB475C8-2782-4229-A0A3-4476FDE7A8B7}" srcOrd="1" destOrd="0" parTransId="{90BFC313-BEC0-4BC7-AD91-C7E40FEF72CD}" sibTransId="{546DED32-D5E7-40E3-A7AA-C14EC820D0D3}"/>
    <dgm:cxn modelId="{6658622B-E023-4B89-BDBB-07A8E3E0132F}" type="presOf" srcId="{067D6AF8-9391-4038-8630-C1F27334CA20}" destId="{D57E9EBE-B4BB-4040-8160-A585EED8EBA8}" srcOrd="0" destOrd="0" presId="urn:microsoft.com/office/officeart/2005/8/layout/rings+Icon"/>
    <dgm:cxn modelId="{AF593432-374C-462B-B906-403DD86148A1}" type="presOf" srcId="{F4350EDA-5D1B-4D33-B5CC-9AEA62B13729}" destId="{3FC88DE4-57FE-4B95-9AB5-F08CF74C258C}" srcOrd="0" destOrd="0" presId="urn:microsoft.com/office/officeart/2005/8/layout/rings+Icon"/>
    <dgm:cxn modelId="{D8111D53-2DD0-45B4-BEE6-E40BC682EDD6}" srcId="{F4350EDA-5D1B-4D33-B5CC-9AEA62B13729}" destId="{3FA36B3E-AAAC-4878-B157-5F44EE991BB2}" srcOrd="0" destOrd="0" parTransId="{6893550E-C06D-4F22-B27A-A2DDB6378B00}" sibTransId="{AA9F921B-8FE1-4532-AAB1-DDA30B83C8C3}"/>
    <dgm:cxn modelId="{94CE41B4-D8C9-4031-8769-6C20E0D9A7D3}" type="presOf" srcId="{BBB475C8-2782-4229-A0A3-4476FDE7A8B7}" destId="{369FAFD6-B6BE-4DEF-AEA4-ABF15F511984}" srcOrd="0" destOrd="0" presId="urn:microsoft.com/office/officeart/2005/8/layout/rings+Icon"/>
    <dgm:cxn modelId="{56726EB4-2404-4360-9179-1DFC3D0DD099}" srcId="{F4350EDA-5D1B-4D33-B5CC-9AEA62B13729}" destId="{067D6AF8-9391-4038-8630-C1F27334CA20}" srcOrd="2" destOrd="0" parTransId="{4529D865-FB07-430C-B49D-CF54F31E3C78}" sibTransId="{49E68FCE-4265-4AFB-849A-03E66B8324BC}"/>
    <dgm:cxn modelId="{A46BC416-111A-460B-B47C-3FDA6BC45133}" type="presParOf" srcId="{3FC88DE4-57FE-4B95-9AB5-F08CF74C258C}" destId="{228C8A07-0B9A-4B9D-84FA-A57B365A563F}" srcOrd="0" destOrd="0" presId="urn:microsoft.com/office/officeart/2005/8/layout/rings+Icon"/>
    <dgm:cxn modelId="{BC71A61E-88BE-4E27-BE04-93357E4B4C9C}" type="presParOf" srcId="{3FC88DE4-57FE-4B95-9AB5-F08CF74C258C}" destId="{369FAFD6-B6BE-4DEF-AEA4-ABF15F511984}" srcOrd="1" destOrd="0" presId="urn:microsoft.com/office/officeart/2005/8/layout/rings+Icon"/>
    <dgm:cxn modelId="{FB7955C0-91FB-46CE-A861-3861103E175F}" type="presParOf" srcId="{3FC88DE4-57FE-4B95-9AB5-F08CF74C258C}" destId="{D57E9EBE-B4BB-4040-8160-A585EED8EBA8}" srcOrd="2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BFEB80E-F17D-4A95-8D2D-5E730EBA5381}" type="doc">
      <dgm:prSet loTypeId="urn:microsoft.com/office/officeart/2009/layout/CircleArrowProcess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87B4D034-3E74-44EC-B3D6-50F385B8E16B}">
      <dgm:prSet phldrT="[Text]"/>
      <dgm:spPr/>
      <dgm:t>
        <a:bodyPr/>
        <a:lstStyle/>
        <a:p>
          <a:r>
            <a:rPr lang="en-US"/>
            <a:t>Data Fixing</a:t>
          </a:r>
          <a:endParaRPr lang="en-IN"/>
        </a:p>
      </dgm:t>
    </dgm:pt>
    <dgm:pt modelId="{761B5935-28B0-4394-9A73-3A8C2240A646}" type="parTrans" cxnId="{EB6C7017-13A6-4A5E-B5C4-3CAF1FD3B4F6}">
      <dgm:prSet/>
      <dgm:spPr/>
      <dgm:t>
        <a:bodyPr/>
        <a:lstStyle/>
        <a:p>
          <a:endParaRPr lang="en-IN"/>
        </a:p>
      </dgm:t>
    </dgm:pt>
    <dgm:pt modelId="{16F12FEA-903C-49F1-A704-6863DF0D8E69}" type="sibTrans" cxnId="{EB6C7017-13A6-4A5E-B5C4-3CAF1FD3B4F6}">
      <dgm:prSet/>
      <dgm:spPr/>
      <dgm:t>
        <a:bodyPr/>
        <a:lstStyle/>
        <a:p>
          <a:endParaRPr lang="en-IN"/>
        </a:p>
      </dgm:t>
    </dgm:pt>
    <dgm:pt modelId="{AFAF75D8-528F-4911-BE1B-34F53AEBC594}">
      <dgm:prSet phldrT="[Text]"/>
      <dgm:spPr/>
      <dgm:t>
        <a:bodyPr/>
        <a:lstStyle/>
        <a:p>
          <a:r>
            <a:rPr lang="en-US"/>
            <a:t>Data Control</a:t>
          </a:r>
          <a:endParaRPr lang="en-IN"/>
        </a:p>
      </dgm:t>
    </dgm:pt>
    <dgm:pt modelId="{FFC7B998-97A1-4AAA-B092-64633558D10A}" type="parTrans" cxnId="{391DFD97-4518-43B1-BD9F-A7C89F22F0DD}">
      <dgm:prSet/>
      <dgm:spPr/>
      <dgm:t>
        <a:bodyPr/>
        <a:lstStyle/>
        <a:p>
          <a:endParaRPr lang="en-IN"/>
        </a:p>
      </dgm:t>
    </dgm:pt>
    <dgm:pt modelId="{73DB32D4-0AFB-4081-AB95-F9BC65CE73B5}" type="sibTrans" cxnId="{391DFD97-4518-43B1-BD9F-A7C89F22F0DD}">
      <dgm:prSet/>
      <dgm:spPr/>
      <dgm:t>
        <a:bodyPr/>
        <a:lstStyle/>
        <a:p>
          <a:endParaRPr lang="en-IN"/>
        </a:p>
      </dgm:t>
    </dgm:pt>
    <dgm:pt modelId="{DC67768C-B4B3-4202-8F5E-8644EA37FD2A}">
      <dgm:prSet phldrT="[Text]"/>
      <dgm:spPr/>
      <dgm:t>
        <a:bodyPr/>
        <a:lstStyle/>
        <a:p>
          <a:r>
            <a:rPr lang="en-US"/>
            <a:t>Data Cleaning</a:t>
          </a:r>
          <a:endParaRPr lang="en-IN"/>
        </a:p>
      </dgm:t>
    </dgm:pt>
    <dgm:pt modelId="{2B3EA61D-8F9D-4E04-BB89-9110B64BC51C}" type="parTrans" cxnId="{19EA4A32-55E5-4DE7-9BCD-E6B23CFC3828}">
      <dgm:prSet/>
      <dgm:spPr/>
      <dgm:t>
        <a:bodyPr/>
        <a:lstStyle/>
        <a:p>
          <a:endParaRPr lang="en-IN"/>
        </a:p>
      </dgm:t>
    </dgm:pt>
    <dgm:pt modelId="{30B1DB05-77C2-4F68-BBDC-6741A78ABB5D}" type="sibTrans" cxnId="{19EA4A32-55E5-4DE7-9BCD-E6B23CFC3828}">
      <dgm:prSet/>
      <dgm:spPr/>
      <dgm:t>
        <a:bodyPr/>
        <a:lstStyle/>
        <a:p>
          <a:endParaRPr lang="en-IN"/>
        </a:p>
      </dgm:t>
    </dgm:pt>
    <dgm:pt modelId="{5CE471DC-0F53-4BDE-8359-151D0EC9765F}" type="pres">
      <dgm:prSet presAssocID="{ABFEB80E-F17D-4A95-8D2D-5E730EBA5381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B2AF92C2-FF0A-4825-9F25-7ED7F09E1646}" type="pres">
      <dgm:prSet presAssocID="{87B4D034-3E74-44EC-B3D6-50F385B8E16B}" presName="Accent1" presStyleCnt="0"/>
      <dgm:spPr/>
    </dgm:pt>
    <dgm:pt modelId="{FEE143CF-CBDD-44AA-A871-9D8193075E06}" type="pres">
      <dgm:prSet presAssocID="{87B4D034-3E74-44EC-B3D6-50F385B8E16B}" presName="Accent" presStyleLbl="node1" presStyleIdx="0" presStyleCnt="3"/>
      <dgm:spPr/>
    </dgm:pt>
    <dgm:pt modelId="{30157B79-D39B-4029-A04D-8FBA9D1CD55E}" type="pres">
      <dgm:prSet presAssocID="{87B4D034-3E74-44EC-B3D6-50F385B8E16B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B1A9836D-84AA-4905-B86E-8C196BCE5DB7}" type="pres">
      <dgm:prSet presAssocID="{AFAF75D8-528F-4911-BE1B-34F53AEBC594}" presName="Accent2" presStyleCnt="0"/>
      <dgm:spPr/>
    </dgm:pt>
    <dgm:pt modelId="{5B08168B-E0D2-461C-82FA-4B638224F476}" type="pres">
      <dgm:prSet presAssocID="{AFAF75D8-528F-4911-BE1B-34F53AEBC594}" presName="Accent" presStyleLbl="node1" presStyleIdx="1" presStyleCnt="3"/>
      <dgm:spPr/>
    </dgm:pt>
    <dgm:pt modelId="{E538762C-C12C-4DF7-99C1-DFBCF4B0C276}" type="pres">
      <dgm:prSet presAssocID="{AFAF75D8-528F-4911-BE1B-34F53AEBC594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498F996E-B194-4925-A685-D4B25E5FF9E2}" type="pres">
      <dgm:prSet presAssocID="{DC67768C-B4B3-4202-8F5E-8644EA37FD2A}" presName="Accent3" presStyleCnt="0"/>
      <dgm:spPr/>
    </dgm:pt>
    <dgm:pt modelId="{F53429E6-D14E-46F8-B040-CA9AA82D0CA6}" type="pres">
      <dgm:prSet presAssocID="{DC67768C-B4B3-4202-8F5E-8644EA37FD2A}" presName="Accent" presStyleLbl="node1" presStyleIdx="2" presStyleCnt="3"/>
      <dgm:spPr/>
    </dgm:pt>
    <dgm:pt modelId="{0A9EA636-EF8B-4933-838C-F25D1821F4D1}" type="pres">
      <dgm:prSet presAssocID="{DC67768C-B4B3-4202-8F5E-8644EA37FD2A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EB6C7017-13A6-4A5E-B5C4-3CAF1FD3B4F6}" srcId="{ABFEB80E-F17D-4A95-8D2D-5E730EBA5381}" destId="{87B4D034-3E74-44EC-B3D6-50F385B8E16B}" srcOrd="0" destOrd="0" parTransId="{761B5935-28B0-4394-9A73-3A8C2240A646}" sibTransId="{16F12FEA-903C-49F1-A704-6863DF0D8E69}"/>
    <dgm:cxn modelId="{19EA4A32-55E5-4DE7-9BCD-E6B23CFC3828}" srcId="{ABFEB80E-F17D-4A95-8D2D-5E730EBA5381}" destId="{DC67768C-B4B3-4202-8F5E-8644EA37FD2A}" srcOrd="2" destOrd="0" parTransId="{2B3EA61D-8F9D-4E04-BB89-9110B64BC51C}" sibTransId="{30B1DB05-77C2-4F68-BBDC-6741A78ABB5D}"/>
    <dgm:cxn modelId="{C1F58C6C-3377-4388-9351-6BE0236D6161}" type="presOf" srcId="{ABFEB80E-F17D-4A95-8D2D-5E730EBA5381}" destId="{5CE471DC-0F53-4BDE-8359-151D0EC9765F}" srcOrd="0" destOrd="0" presId="urn:microsoft.com/office/officeart/2009/layout/CircleArrowProcess"/>
    <dgm:cxn modelId="{391DFD97-4518-43B1-BD9F-A7C89F22F0DD}" srcId="{ABFEB80E-F17D-4A95-8D2D-5E730EBA5381}" destId="{AFAF75D8-528F-4911-BE1B-34F53AEBC594}" srcOrd="1" destOrd="0" parTransId="{FFC7B998-97A1-4AAA-B092-64633558D10A}" sibTransId="{73DB32D4-0AFB-4081-AB95-F9BC65CE73B5}"/>
    <dgm:cxn modelId="{FB27FCA6-DA4B-43DF-8BBC-E258232E1113}" type="presOf" srcId="{DC67768C-B4B3-4202-8F5E-8644EA37FD2A}" destId="{0A9EA636-EF8B-4933-838C-F25D1821F4D1}" srcOrd="0" destOrd="0" presId="urn:microsoft.com/office/officeart/2009/layout/CircleArrowProcess"/>
    <dgm:cxn modelId="{504A4DAF-3837-4F0C-9515-582C1EF558BD}" type="presOf" srcId="{87B4D034-3E74-44EC-B3D6-50F385B8E16B}" destId="{30157B79-D39B-4029-A04D-8FBA9D1CD55E}" srcOrd="0" destOrd="0" presId="urn:microsoft.com/office/officeart/2009/layout/CircleArrowProcess"/>
    <dgm:cxn modelId="{744827FE-5E19-4068-ABCD-89A43F3E8C8D}" type="presOf" srcId="{AFAF75D8-528F-4911-BE1B-34F53AEBC594}" destId="{E538762C-C12C-4DF7-99C1-DFBCF4B0C276}" srcOrd="0" destOrd="0" presId="urn:microsoft.com/office/officeart/2009/layout/CircleArrowProcess"/>
    <dgm:cxn modelId="{21BD6B6E-00BC-477E-811D-3EA794782581}" type="presParOf" srcId="{5CE471DC-0F53-4BDE-8359-151D0EC9765F}" destId="{B2AF92C2-FF0A-4825-9F25-7ED7F09E1646}" srcOrd="0" destOrd="0" presId="urn:microsoft.com/office/officeart/2009/layout/CircleArrowProcess"/>
    <dgm:cxn modelId="{01BAEF70-2386-4DF2-B1AE-A4C5FF00378E}" type="presParOf" srcId="{B2AF92C2-FF0A-4825-9F25-7ED7F09E1646}" destId="{FEE143CF-CBDD-44AA-A871-9D8193075E06}" srcOrd="0" destOrd="0" presId="urn:microsoft.com/office/officeart/2009/layout/CircleArrowProcess"/>
    <dgm:cxn modelId="{6AD4EE95-B132-467E-B437-F1E7C953BFD6}" type="presParOf" srcId="{5CE471DC-0F53-4BDE-8359-151D0EC9765F}" destId="{30157B79-D39B-4029-A04D-8FBA9D1CD55E}" srcOrd="1" destOrd="0" presId="urn:microsoft.com/office/officeart/2009/layout/CircleArrowProcess"/>
    <dgm:cxn modelId="{C532F331-C651-4D0B-B846-6592FBBE31B4}" type="presParOf" srcId="{5CE471DC-0F53-4BDE-8359-151D0EC9765F}" destId="{B1A9836D-84AA-4905-B86E-8C196BCE5DB7}" srcOrd="2" destOrd="0" presId="urn:microsoft.com/office/officeart/2009/layout/CircleArrowProcess"/>
    <dgm:cxn modelId="{633AACFF-08C0-4326-9D98-92A8B9F46073}" type="presParOf" srcId="{B1A9836D-84AA-4905-B86E-8C196BCE5DB7}" destId="{5B08168B-E0D2-461C-82FA-4B638224F476}" srcOrd="0" destOrd="0" presId="urn:microsoft.com/office/officeart/2009/layout/CircleArrowProcess"/>
    <dgm:cxn modelId="{6D4F570B-F9EF-4F01-B725-DA34982F89F4}" type="presParOf" srcId="{5CE471DC-0F53-4BDE-8359-151D0EC9765F}" destId="{E538762C-C12C-4DF7-99C1-DFBCF4B0C276}" srcOrd="3" destOrd="0" presId="urn:microsoft.com/office/officeart/2009/layout/CircleArrowProcess"/>
    <dgm:cxn modelId="{5C844D98-2F68-41A8-AE18-53BACF0D578F}" type="presParOf" srcId="{5CE471DC-0F53-4BDE-8359-151D0EC9765F}" destId="{498F996E-B194-4925-A685-D4B25E5FF9E2}" srcOrd="4" destOrd="0" presId="urn:microsoft.com/office/officeart/2009/layout/CircleArrowProcess"/>
    <dgm:cxn modelId="{A7A5284A-1809-4D6A-858A-0270FEA8F0E1}" type="presParOf" srcId="{498F996E-B194-4925-A685-D4B25E5FF9E2}" destId="{F53429E6-D14E-46F8-B040-CA9AA82D0CA6}" srcOrd="0" destOrd="0" presId="urn:microsoft.com/office/officeart/2009/layout/CircleArrowProcess"/>
    <dgm:cxn modelId="{D0E4AFBF-CF54-4AD9-8CA3-6864DF4B37A6}" type="presParOf" srcId="{5CE471DC-0F53-4BDE-8359-151D0EC9765F}" destId="{0A9EA636-EF8B-4933-838C-F25D1821F4D1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E1C0CD-27BB-4CA9-A084-39DD84C01999}">
      <dsp:nvSpPr>
        <dsp:cNvPr id="0" name=""/>
        <dsp:cNvSpPr/>
      </dsp:nvSpPr>
      <dsp:spPr>
        <a:xfrm rot="5400000">
          <a:off x="3117133" y="189032"/>
          <a:ext cx="2047243" cy="178110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Objective &amp; Data</a:t>
          </a:r>
          <a:endParaRPr lang="en-IN" sz="2000" kern="1200"/>
        </a:p>
      </dsp:txBody>
      <dsp:txXfrm rot="-5400000">
        <a:off x="3527758" y="374991"/>
        <a:ext cx="1225992" cy="1409185"/>
      </dsp:txXfrm>
    </dsp:sp>
    <dsp:sp modelId="{27DE8B65-D10F-44A2-AB02-2AFE660A5B8A}">
      <dsp:nvSpPr>
        <dsp:cNvPr id="0" name=""/>
        <dsp:cNvSpPr/>
      </dsp:nvSpPr>
      <dsp:spPr>
        <a:xfrm>
          <a:off x="1563337" y="431385"/>
          <a:ext cx="2284724" cy="12283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/>
        </a:p>
      </dsp:txBody>
      <dsp:txXfrm>
        <a:off x="1563337" y="431385"/>
        <a:ext cx="2284724" cy="1228346"/>
      </dsp:txXfrm>
    </dsp:sp>
    <dsp:sp modelId="{2AECE3BD-A015-4AC9-B747-1542A95DF110}">
      <dsp:nvSpPr>
        <dsp:cNvPr id="0" name=""/>
        <dsp:cNvSpPr/>
      </dsp:nvSpPr>
      <dsp:spPr>
        <a:xfrm rot="5400000">
          <a:off x="1193543" y="189032"/>
          <a:ext cx="2047243" cy="178110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 rot="-5400000">
        <a:off x="1604168" y="374991"/>
        <a:ext cx="1225992" cy="1409185"/>
      </dsp:txXfrm>
    </dsp:sp>
    <dsp:sp modelId="{FE0BE053-2B57-48DA-87C8-D95F6780AA91}">
      <dsp:nvSpPr>
        <dsp:cNvPr id="0" name=""/>
        <dsp:cNvSpPr/>
      </dsp:nvSpPr>
      <dsp:spPr>
        <a:xfrm rot="5400000">
          <a:off x="2151653" y="1926732"/>
          <a:ext cx="2047243" cy="178110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Feature-wise Control Rules</a:t>
          </a:r>
          <a:endParaRPr lang="en-IN" sz="2000" kern="1200"/>
        </a:p>
      </dsp:txBody>
      <dsp:txXfrm rot="-5400000">
        <a:off x="2562278" y="2112691"/>
        <a:ext cx="1225992" cy="1409185"/>
      </dsp:txXfrm>
    </dsp:sp>
    <dsp:sp modelId="{D5833664-B098-4B5C-B38D-A489F5A9B1A9}">
      <dsp:nvSpPr>
        <dsp:cNvPr id="0" name=""/>
        <dsp:cNvSpPr/>
      </dsp:nvSpPr>
      <dsp:spPr>
        <a:xfrm>
          <a:off x="0" y="2203110"/>
          <a:ext cx="2211023" cy="12283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334D0E-AD9B-4584-AA51-C9645E3123B3}">
      <dsp:nvSpPr>
        <dsp:cNvPr id="0" name=""/>
        <dsp:cNvSpPr/>
      </dsp:nvSpPr>
      <dsp:spPr>
        <a:xfrm rot="5400000">
          <a:off x="4075243" y="1926732"/>
          <a:ext cx="2047243" cy="178110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Existing Data Samples</a:t>
          </a:r>
          <a:endParaRPr lang="en-IN" sz="2100" kern="1200"/>
        </a:p>
      </dsp:txBody>
      <dsp:txXfrm rot="-5400000">
        <a:off x="4485868" y="2112691"/>
        <a:ext cx="1225992" cy="1409185"/>
      </dsp:txXfrm>
    </dsp:sp>
    <dsp:sp modelId="{493430CD-2C6D-424D-A47A-A590FD8A3291}">
      <dsp:nvSpPr>
        <dsp:cNvPr id="0" name=""/>
        <dsp:cNvSpPr/>
      </dsp:nvSpPr>
      <dsp:spPr>
        <a:xfrm rot="5400000">
          <a:off x="3117133" y="3664433"/>
          <a:ext cx="2047243" cy="178110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Proposed Controls</a:t>
          </a:r>
          <a:endParaRPr lang="en-IN" sz="2000" kern="1200"/>
        </a:p>
      </dsp:txBody>
      <dsp:txXfrm rot="-5400000">
        <a:off x="3527758" y="3850392"/>
        <a:ext cx="1225992" cy="1409185"/>
      </dsp:txXfrm>
    </dsp:sp>
    <dsp:sp modelId="{8B4EE6EC-3034-443E-9A03-C8230582D833}">
      <dsp:nvSpPr>
        <dsp:cNvPr id="0" name=""/>
        <dsp:cNvSpPr/>
      </dsp:nvSpPr>
      <dsp:spPr>
        <a:xfrm>
          <a:off x="5085353" y="3940811"/>
          <a:ext cx="2284724" cy="12283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CB261C-2353-4F39-A442-3BB4898CDBF0}">
      <dsp:nvSpPr>
        <dsp:cNvPr id="0" name=""/>
        <dsp:cNvSpPr/>
      </dsp:nvSpPr>
      <dsp:spPr>
        <a:xfrm rot="5400000">
          <a:off x="4982855" y="3627951"/>
          <a:ext cx="2047243" cy="178110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 rot="-5400000">
        <a:off x="5393480" y="3813910"/>
        <a:ext cx="1225992" cy="14091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8C8A07-0B9A-4B9D-84FA-A57B365A563F}">
      <dsp:nvSpPr>
        <dsp:cNvPr id="0" name=""/>
        <dsp:cNvSpPr/>
      </dsp:nvSpPr>
      <dsp:spPr>
        <a:xfrm>
          <a:off x="365900" y="0"/>
          <a:ext cx="2298704" cy="2298671"/>
        </a:xfrm>
        <a:prstGeom prst="ellipse">
          <a:avLst/>
        </a:prstGeom>
        <a:solidFill>
          <a:schemeClr val="accent2">
            <a:shade val="80000"/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Define and enforce </a:t>
          </a:r>
          <a:r>
            <a:rPr lang="en-US" sz="1700" b="1" kern="1200"/>
            <a:t>data quality rules</a:t>
          </a:r>
          <a:r>
            <a:rPr lang="en-US" sz="1700" kern="1200"/>
            <a:t> for “</a:t>
          </a:r>
          <a:r>
            <a:rPr lang="en-US" sz="1700" b="1" kern="1200"/>
            <a:t>Control</a:t>
          </a:r>
          <a:r>
            <a:rPr lang="en-US" sz="1700" kern="1200"/>
            <a:t>” use cases</a:t>
          </a:r>
          <a:endParaRPr lang="en-IN" sz="1700" kern="1200"/>
        </a:p>
      </dsp:txBody>
      <dsp:txXfrm>
        <a:off x="702537" y="336633"/>
        <a:ext cx="1625430" cy="1625405"/>
      </dsp:txXfrm>
    </dsp:sp>
    <dsp:sp modelId="{369FAFD6-B6BE-4DEF-AEA4-ABF15F511984}">
      <dsp:nvSpPr>
        <dsp:cNvPr id="0" name=""/>
        <dsp:cNvSpPr/>
      </dsp:nvSpPr>
      <dsp:spPr>
        <a:xfrm>
          <a:off x="1549064" y="1533086"/>
          <a:ext cx="2298704" cy="2298671"/>
        </a:xfrm>
        <a:prstGeom prst="ellipse">
          <a:avLst/>
        </a:prstGeom>
        <a:solidFill>
          <a:schemeClr val="accent2">
            <a:shade val="80000"/>
            <a:alpha val="50000"/>
            <a:hueOff val="-227502"/>
            <a:satOff val="4255"/>
            <a:lumOff val="1356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Minimize manual oversight </a:t>
          </a:r>
          <a:r>
            <a:rPr lang="en-US" sz="1700" kern="1200"/>
            <a:t>through rule-based </a:t>
          </a:r>
          <a:r>
            <a:rPr lang="en-US" sz="1700" b="1" kern="1200"/>
            <a:t>automation</a:t>
          </a:r>
          <a:endParaRPr lang="en-IN" sz="1700" b="1" kern="1200"/>
        </a:p>
      </dsp:txBody>
      <dsp:txXfrm>
        <a:off x="1885701" y="1869719"/>
        <a:ext cx="1625430" cy="1625405"/>
      </dsp:txXfrm>
    </dsp:sp>
    <dsp:sp modelId="{D57E9EBE-B4BB-4040-8160-A585EED8EBA8}">
      <dsp:nvSpPr>
        <dsp:cNvPr id="0" name=""/>
        <dsp:cNvSpPr/>
      </dsp:nvSpPr>
      <dsp:spPr>
        <a:xfrm>
          <a:off x="2730828" y="0"/>
          <a:ext cx="2298704" cy="2298671"/>
        </a:xfrm>
        <a:prstGeom prst="ellipse">
          <a:avLst/>
        </a:prstGeom>
        <a:solidFill>
          <a:schemeClr val="accent2">
            <a:shade val="80000"/>
            <a:alpha val="50000"/>
            <a:hueOff val="-455004"/>
            <a:satOff val="8510"/>
            <a:lumOff val="2712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Improve </a:t>
          </a:r>
          <a:r>
            <a:rPr lang="en-US" sz="1700" b="1" kern="1200"/>
            <a:t>reliability</a:t>
          </a:r>
          <a:r>
            <a:rPr lang="en-US" sz="1700" kern="1200"/>
            <a:t> and </a:t>
          </a:r>
          <a:r>
            <a:rPr lang="en-US" sz="1700" b="1" kern="1200"/>
            <a:t>traceability</a:t>
          </a:r>
          <a:r>
            <a:rPr lang="en-US" sz="1700" kern="1200"/>
            <a:t> of key features</a:t>
          </a:r>
          <a:endParaRPr lang="en-IN" sz="1700" kern="1200"/>
        </a:p>
      </dsp:txBody>
      <dsp:txXfrm>
        <a:off x="3067465" y="336633"/>
        <a:ext cx="1625430" cy="16254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E143CF-CBDD-44AA-A871-9D8193075E06}">
      <dsp:nvSpPr>
        <dsp:cNvPr id="0" name=""/>
        <dsp:cNvSpPr/>
      </dsp:nvSpPr>
      <dsp:spPr>
        <a:xfrm>
          <a:off x="3001802" y="0"/>
          <a:ext cx="1838877" cy="1839157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157B79-D39B-4029-A04D-8FBA9D1CD55E}">
      <dsp:nvSpPr>
        <dsp:cNvPr id="0" name=""/>
        <dsp:cNvSpPr/>
      </dsp:nvSpPr>
      <dsp:spPr>
        <a:xfrm>
          <a:off x="3408254" y="663991"/>
          <a:ext cx="1021828" cy="510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 Fixing</a:t>
          </a:r>
          <a:endParaRPr lang="en-IN" sz="1700" kern="1200"/>
        </a:p>
      </dsp:txBody>
      <dsp:txXfrm>
        <a:off x="3408254" y="663991"/>
        <a:ext cx="1021828" cy="510792"/>
      </dsp:txXfrm>
    </dsp:sp>
    <dsp:sp modelId="{5B08168B-E0D2-461C-82FA-4B638224F476}">
      <dsp:nvSpPr>
        <dsp:cNvPr id="0" name=""/>
        <dsp:cNvSpPr/>
      </dsp:nvSpPr>
      <dsp:spPr>
        <a:xfrm>
          <a:off x="2491060" y="1056732"/>
          <a:ext cx="1838877" cy="1839157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38762C-C12C-4DF7-99C1-DFBCF4B0C276}">
      <dsp:nvSpPr>
        <dsp:cNvPr id="0" name=""/>
        <dsp:cNvSpPr/>
      </dsp:nvSpPr>
      <dsp:spPr>
        <a:xfrm>
          <a:off x="2899584" y="1726836"/>
          <a:ext cx="1021828" cy="510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 Control</a:t>
          </a:r>
          <a:endParaRPr lang="en-IN" sz="1700" kern="1200"/>
        </a:p>
      </dsp:txBody>
      <dsp:txXfrm>
        <a:off x="2899584" y="1726836"/>
        <a:ext cx="1021828" cy="510792"/>
      </dsp:txXfrm>
    </dsp:sp>
    <dsp:sp modelId="{F53429E6-D14E-46F8-B040-CA9AA82D0CA6}">
      <dsp:nvSpPr>
        <dsp:cNvPr id="0" name=""/>
        <dsp:cNvSpPr/>
      </dsp:nvSpPr>
      <dsp:spPr>
        <a:xfrm>
          <a:off x="3132681" y="2239921"/>
          <a:ext cx="1579880" cy="1580513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EA636-EF8B-4933-838C-F25D1821F4D1}">
      <dsp:nvSpPr>
        <dsp:cNvPr id="0" name=""/>
        <dsp:cNvSpPr/>
      </dsp:nvSpPr>
      <dsp:spPr>
        <a:xfrm>
          <a:off x="3410671" y="2791209"/>
          <a:ext cx="1021828" cy="510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 Cleaning</a:t>
          </a:r>
          <a:endParaRPr lang="en-IN" sz="1700" kern="1200"/>
        </a:p>
      </dsp:txBody>
      <dsp:txXfrm>
        <a:off x="3410671" y="2791209"/>
        <a:ext cx="1021828" cy="5107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A82F0-9C0E-13C3-62BE-D68D53766B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730BAF-2896-2E51-7414-D3F46E80D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2C33D-4136-245A-A00A-B84194538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5DD4-A032-464D-86C8-1667ADD8E0CE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7FA45-51EA-1A91-66A8-20C93F496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58DFD-38F8-467C-A671-9C16A131C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6AF6-101B-4278-988D-8C176ACE3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239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0CF3F-EEC1-0B4F-21EA-A7716C218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B51CE-809D-9990-0C4A-0E34C1C29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61CAC-9DBA-13C2-3017-488F39029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5DD4-A032-464D-86C8-1667ADD8E0CE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0EC54-AD0B-F637-D54D-D21E75E83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EA616-6ED5-6A20-A7D1-041F3452C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6AF6-101B-4278-988D-8C176ACE3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602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E0D63-E7C4-79C8-7EAA-F67ACE027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969CF-D787-9EBF-642B-20B86DEC8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1675E-C0AA-D21B-BE16-B91EB3838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5DD4-A032-464D-86C8-1667ADD8E0CE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4EEE8-EFAF-9B73-57C7-B950507C2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7D2D7-2F11-E7C7-2B9E-6FF0D21FE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6AF6-101B-4278-988D-8C176ACE3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628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3047E-4D4F-D644-4662-E837EA57D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1479F-1817-6EDD-AE15-0BC5633F27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7A508-2CC8-D853-9D2C-678AB876D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6E07D-8BDB-59AF-4F81-EA4528CC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5DD4-A032-464D-86C8-1667ADD8E0CE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CE246-ECC0-2AFD-E7E0-9371D23D8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2BD79-CCF4-3360-7044-29F9A5F20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6AF6-101B-4278-988D-8C176ACE3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666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8CBE-2B7B-CE5E-76E6-6F0DC70ED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83773-81CF-4D67-04C1-7D2CC0ECE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4D991-1BF7-E345-E0F8-BBB9E79D2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C99D49-686C-8465-DA57-9C36C6CCBD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19C826-438D-600A-C70C-8BD877FF2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6402D3-A1E4-B06A-4A1A-2D531C904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5DD4-A032-464D-86C8-1667ADD8E0CE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E40C54-AEC4-0D62-6D06-E4EA82007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F50431-D929-1760-FADD-273B3A26D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6AF6-101B-4278-988D-8C176ACE3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289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BD6A0-9963-D9CF-55F4-373730B3E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AEBED7-A3AA-CA4E-F8B0-AAA50B219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5DD4-A032-464D-86C8-1667ADD8E0CE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95F2A3-A11E-17EF-057C-A720E42E4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5751E-57FE-0399-898E-8430048A6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6AF6-101B-4278-988D-8C176ACE3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828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9F43E0-B1A0-7011-77B0-B7B6DD549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5DD4-A032-464D-86C8-1667ADD8E0CE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74F7FC-0CA0-386E-4BD5-AB9D77839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FB399-1E1A-FD57-82D7-7A5A8A117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6AF6-101B-4278-988D-8C176ACE3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242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43746-D4DF-64FC-BCD7-9689E5BEA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FD3DF-4E1C-7EA2-40AE-3E15B9C05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5C1607-A7D5-121F-D51B-C0DB766C5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A04FD-DFE0-BE07-F09E-A76C02BF0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5DD4-A032-464D-86C8-1667ADD8E0CE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30176-D275-B721-5E88-520732951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78B54-886A-2718-D8AE-57A8687D7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6AF6-101B-4278-988D-8C176ACE3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387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EAC8B-495D-47AA-0186-5390890F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D924FF-ADA0-1C21-E953-46C76DE7FB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9D045-AE66-F1CA-F5C8-190FBBB3F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BDEE0-05B5-499E-4427-4FB023DE4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5DD4-A032-464D-86C8-1667ADD8E0CE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B1F900-167C-88CE-1549-EC2C41F88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9CFF9-D963-569E-EF5B-EA44D896D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6AF6-101B-4278-988D-8C176ACE3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497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868C0-F088-0C08-04BF-BB0B02833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02F3EA-908D-9148-BAE8-92C52CCBE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DD2AC-01A6-BAB0-A070-F7E5840A2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5DD4-A032-464D-86C8-1667ADD8E0CE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38D39-0D3C-61AC-F5B5-8AD8399BA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96960-DBBE-F015-3AB6-DCD93DDE2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6AF6-101B-4278-988D-8C176ACE3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313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FB210B-EF84-A796-F17E-FF2031486F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A222D4-889B-1B0A-227A-A4AE33CAF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6ACF9-8294-945D-DF49-4359014AC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5DD4-A032-464D-86C8-1667ADD8E0CE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1028E-C9D3-9C8D-C14E-63EB2D978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B58BD-9A12-6D92-EFD8-AE30E7B8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6AF6-101B-4278-988D-8C176ACE3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97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FA00BB-BC5C-430E-B4F1-E48785B4B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6CADF-50CF-0253-F0C2-6DA95E197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84E31-86EE-A02B-B078-655609027E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065DD4-A032-464D-86C8-1667ADD8E0CE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8AA2F-6464-024C-FFC6-426056DDA0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AD77C-E655-12BF-AB7C-2B8CA488D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B6AF6-101B-4278-988D-8C176ACE3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78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66E632-F76B-BA30-16BC-6231DD706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417576"/>
            <a:ext cx="10909640" cy="1249394"/>
          </a:xfrm>
        </p:spPr>
        <p:txBody>
          <a:bodyPr anchor="ctr">
            <a:normAutofit/>
          </a:bodyPr>
          <a:lstStyle/>
          <a:p>
            <a:r>
              <a:rPr lang="en-US" sz="6600"/>
              <a:t>Team A: Data Control</a:t>
            </a:r>
            <a:endParaRPr lang="en-IN" sz="6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ABC889-E392-E8C0-6CD1-193CF8C58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1809541"/>
            <a:ext cx="10909643" cy="687406"/>
          </a:xfrm>
        </p:spPr>
        <p:txBody>
          <a:bodyPr anchor="ctr">
            <a:normAutofit/>
          </a:bodyPr>
          <a:lstStyle/>
          <a:p>
            <a:r>
              <a:rPr lang="en-US"/>
              <a:t>By-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20F7DF-4C2F-137E-99DD-4EB88FA82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647099"/>
            <a:ext cx="11548872" cy="155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437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672C4-5D6C-DD8D-E9DD-1E24D42A6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08DF8F3-73D8-2DF8-A31B-32F50C8703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9670475"/>
              </p:ext>
            </p:extLst>
          </p:nvPr>
        </p:nvGraphicFramePr>
        <p:xfrm>
          <a:off x="-1125026" y="940379"/>
          <a:ext cx="7370078" cy="5634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A533D7F-F3FC-929D-5E7E-CC32DF32B4B6}"/>
              </a:ext>
            </a:extLst>
          </p:cNvPr>
          <p:cNvSpPr txBox="1"/>
          <p:nvPr/>
        </p:nvSpPr>
        <p:spPr>
          <a:xfrm>
            <a:off x="552893" y="283053"/>
            <a:ext cx="36150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Agenda</a:t>
            </a:r>
            <a:endParaRPr lang="en-IN" b="1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BC141636-5780-47AB-6CF1-40C5E11D3B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8721415"/>
              </p:ext>
            </p:extLst>
          </p:nvPr>
        </p:nvGraphicFramePr>
        <p:xfrm>
          <a:off x="4167963" y="872804"/>
          <a:ext cx="5395434" cy="3831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6E4F2CF-059C-083A-D0CB-45B61985D4AB}"/>
              </a:ext>
            </a:extLst>
          </p:cNvPr>
          <p:cNvSpPr txBox="1"/>
          <p:nvPr/>
        </p:nvSpPr>
        <p:spPr>
          <a:xfrm>
            <a:off x="5862084" y="436550"/>
            <a:ext cx="36150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Objective</a:t>
            </a:r>
            <a:endParaRPr lang="en-IN" b="1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FC0804-A2DE-B47B-E4DD-C73C5330B164}"/>
              </a:ext>
            </a:extLst>
          </p:cNvPr>
          <p:cNvSpPr/>
          <p:nvPr/>
        </p:nvSpPr>
        <p:spPr>
          <a:xfrm>
            <a:off x="9052184" y="4613839"/>
            <a:ext cx="2505740" cy="180753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AMAG</a:t>
            </a:r>
            <a:r>
              <a:rPr lang="en-US"/>
              <a:t> Indonesia </a:t>
            </a:r>
            <a:r>
              <a:rPr lang="en-US" b="1"/>
              <a:t>Historic Source </a:t>
            </a:r>
            <a:r>
              <a:rPr lang="en-US"/>
              <a:t>Data</a:t>
            </a:r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D372EA-7F8D-AD94-AA4F-C63F13078963}"/>
              </a:ext>
            </a:extLst>
          </p:cNvPr>
          <p:cNvSpPr txBox="1"/>
          <p:nvPr/>
        </p:nvSpPr>
        <p:spPr>
          <a:xfrm>
            <a:off x="5437114" y="5378302"/>
            <a:ext cx="3615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u="sng"/>
              <a:t>Choice of Data</a:t>
            </a:r>
            <a:endParaRPr lang="en-IN" b="1" u="sng"/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F004D243-EF78-FB57-98C9-F08023FD89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7202628"/>
              </p:ext>
            </p:extLst>
          </p:nvPr>
        </p:nvGraphicFramePr>
        <p:xfrm>
          <a:off x="6628019" y="571345"/>
          <a:ext cx="7331740" cy="3820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BBA74946-949F-E944-B09F-4FA60F3C5117}"/>
              </a:ext>
            </a:extLst>
          </p:cNvPr>
          <p:cNvSpPr txBox="1"/>
          <p:nvPr/>
        </p:nvSpPr>
        <p:spPr>
          <a:xfrm>
            <a:off x="8051658" y="274713"/>
            <a:ext cx="3506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u="sng"/>
              <a:t>Data Quality Process</a:t>
            </a:r>
            <a:endParaRPr lang="en-IN" sz="1100" b="1" u="sng"/>
          </a:p>
        </p:txBody>
      </p:sp>
    </p:spTree>
    <p:extLst>
      <p:ext uri="{BB962C8B-B14F-4D97-AF65-F5344CB8AC3E}">
        <p14:creationId xmlns:p14="http://schemas.microsoft.com/office/powerpoint/2010/main" val="838578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EC59019-5E01-C99B-75CF-91CFEB46E58A}"/>
              </a:ext>
            </a:extLst>
          </p:cNvPr>
          <p:cNvSpPr txBox="1"/>
          <p:nvPr/>
        </p:nvSpPr>
        <p:spPr>
          <a:xfrm>
            <a:off x="552893" y="378750"/>
            <a:ext cx="36150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Data Quality Control Flow</a:t>
            </a:r>
            <a:endParaRPr lang="en-IN" b="1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9DFA158-F756-BEA6-E9CC-3DEADA234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9" y="1752600"/>
            <a:ext cx="9325980" cy="468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C13C3E0-1A31-8251-0E9D-FC6ADC785426}"/>
              </a:ext>
            </a:extLst>
          </p:cNvPr>
          <p:cNvSpPr/>
          <p:nvPr/>
        </p:nvSpPr>
        <p:spPr>
          <a:xfrm>
            <a:off x="9059446" y="2198401"/>
            <a:ext cx="2606076" cy="361760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9CEAFB7-7053-EDCC-DEF9-AD90C4CD8B5B}"/>
              </a:ext>
            </a:extLst>
          </p:cNvPr>
          <p:cNvSpPr/>
          <p:nvPr/>
        </p:nvSpPr>
        <p:spPr>
          <a:xfrm>
            <a:off x="9526948" y="2344477"/>
            <a:ext cx="1671071" cy="35137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Attributes</a:t>
            </a:r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D1803A9-8046-3A95-C4C5-437E3C296A33}"/>
              </a:ext>
            </a:extLst>
          </p:cNvPr>
          <p:cNvSpPr/>
          <p:nvPr/>
        </p:nvSpPr>
        <p:spPr>
          <a:xfrm>
            <a:off x="9310577" y="3102736"/>
            <a:ext cx="2166563" cy="35137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Dates</a:t>
            </a:r>
            <a:endParaRPr lang="en-IN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72F8AEF-F366-FFE1-93EA-0B9153ED1550}"/>
              </a:ext>
            </a:extLst>
          </p:cNvPr>
          <p:cNvSpPr/>
          <p:nvPr/>
        </p:nvSpPr>
        <p:spPr>
          <a:xfrm>
            <a:off x="9310577" y="3552107"/>
            <a:ext cx="2166563" cy="38229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Source name</a:t>
            </a:r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61DB6AB-6A45-0903-BC96-E4CCE8EC7656}"/>
              </a:ext>
            </a:extLst>
          </p:cNvPr>
          <p:cNvSpPr/>
          <p:nvPr/>
        </p:nvSpPr>
        <p:spPr>
          <a:xfrm>
            <a:off x="9289834" y="4019966"/>
            <a:ext cx="2166563" cy="35137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Manufacturer name</a:t>
            </a:r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F028C6E-7EFD-5EF8-F1F8-B1FC68F94802}"/>
              </a:ext>
            </a:extLst>
          </p:cNvPr>
          <p:cNvSpPr/>
          <p:nvPr/>
        </p:nvSpPr>
        <p:spPr>
          <a:xfrm>
            <a:off x="9310578" y="4862781"/>
            <a:ext cx="2166563" cy="35137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Customer Email</a:t>
            </a:r>
            <a:endParaRPr lang="en-I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D257DCD-77CE-D2B8-9BC7-C56994935DE2}"/>
              </a:ext>
            </a:extLst>
          </p:cNvPr>
          <p:cNvSpPr/>
          <p:nvPr/>
        </p:nvSpPr>
        <p:spPr>
          <a:xfrm>
            <a:off x="9325201" y="5274297"/>
            <a:ext cx="2166563" cy="35137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Channel</a:t>
            </a:r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45A832-AB9C-712B-AFFD-B6DAE439D35B}"/>
              </a:ext>
            </a:extLst>
          </p:cNvPr>
          <p:cNvSpPr txBox="1"/>
          <p:nvPr/>
        </p:nvSpPr>
        <p:spPr>
          <a:xfrm>
            <a:off x="8417443" y="1423068"/>
            <a:ext cx="3506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u="sng"/>
              <a:t>Features over which control has  to be implemented</a:t>
            </a:r>
            <a:endParaRPr lang="en-IN" sz="1100" b="1" u="sng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18383C2-DFEE-D9AA-F9C6-C25524DA05EC}"/>
              </a:ext>
            </a:extLst>
          </p:cNvPr>
          <p:cNvSpPr/>
          <p:nvPr/>
        </p:nvSpPr>
        <p:spPr>
          <a:xfrm>
            <a:off x="9289834" y="4428796"/>
            <a:ext cx="2166563" cy="35137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Model name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241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E4B77-A8DF-F358-51A2-06A4228E1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39A2BC2-A141-CFE6-C011-4A5683FD99F2}"/>
              </a:ext>
            </a:extLst>
          </p:cNvPr>
          <p:cNvSpPr txBox="1"/>
          <p:nvPr/>
        </p:nvSpPr>
        <p:spPr>
          <a:xfrm>
            <a:off x="552892" y="378750"/>
            <a:ext cx="775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Feature-wise Control Rules &amp; Examples</a:t>
            </a:r>
            <a:endParaRPr lang="en-IN" b="1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F6827D4-0235-8D0A-042A-709813EC1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42" y="3956146"/>
            <a:ext cx="10749516" cy="240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A63E8F4A-D6C2-1CFF-78BD-AE1C1598CFD6}"/>
              </a:ext>
            </a:extLst>
          </p:cNvPr>
          <p:cNvCxnSpPr>
            <a:cxnSpLocks/>
            <a:endCxn id="51" idx="1"/>
          </p:cNvCxnSpPr>
          <p:nvPr/>
        </p:nvCxnSpPr>
        <p:spPr>
          <a:xfrm rot="5400000" flipH="1" flipV="1">
            <a:off x="1616011" y="2487774"/>
            <a:ext cx="1437053" cy="1412967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01916E74-EDF6-9948-1607-1AD209AA915A}"/>
              </a:ext>
            </a:extLst>
          </p:cNvPr>
          <p:cNvCxnSpPr>
            <a:cxnSpLocks/>
            <a:endCxn id="55" idx="1"/>
          </p:cNvCxnSpPr>
          <p:nvPr/>
        </p:nvCxnSpPr>
        <p:spPr>
          <a:xfrm flipV="1">
            <a:off x="3418811" y="2475730"/>
            <a:ext cx="4552064" cy="143705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2144C379-0A2B-F8E8-A6D8-5A38C34B4DA4}"/>
              </a:ext>
            </a:extLst>
          </p:cNvPr>
          <p:cNvCxnSpPr>
            <a:cxnSpLocks/>
            <a:endCxn id="55" idx="2"/>
          </p:cNvCxnSpPr>
          <p:nvPr/>
        </p:nvCxnSpPr>
        <p:spPr>
          <a:xfrm rot="5400000" flipH="1" flipV="1">
            <a:off x="8193092" y="3025669"/>
            <a:ext cx="1103047" cy="67118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514EACF9-B3AE-7BA7-926B-FCA6DAC13F8D}"/>
              </a:ext>
            </a:extLst>
          </p:cNvPr>
          <p:cNvCxnSpPr>
            <a:cxnSpLocks/>
            <a:endCxn id="55" idx="2"/>
          </p:cNvCxnSpPr>
          <p:nvPr/>
        </p:nvCxnSpPr>
        <p:spPr>
          <a:xfrm rot="16200000" flipV="1">
            <a:off x="8899034" y="2990908"/>
            <a:ext cx="1010928" cy="64858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1897916A-3C29-BA62-1A4D-8D33F5FC4872}"/>
              </a:ext>
            </a:extLst>
          </p:cNvPr>
          <p:cNvSpPr/>
          <p:nvPr/>
        </p:nvSpPr>
        <p:spPr>
          <a:xfrm>
            <a:off x="3041021" y="2141723"/>
            <a:ext cx="2218661" cy="6680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 is in correct YYYY-MM-DD format</a:t>
            </a:r>
            <a:endParaRPr lang="en-IN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DCC5296-575D-6E49-E6E1-76BD7F876EEB}"/>
              </a:ext>
            </a:extLst>
          </p:cNvPr>
          <p:cNvSpPr/>
          <p:nvPr/>
        </p:nvSpPr>
        <p:spPr>
          <a:xfrm>
            <a:off x="7970875" y="2141723"/>
            <a:ext cx="2218661" cy="6680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Data is in incorrect format</a:t>
            </a:r>
            <a:endParaRPr lang="en-IN"/>
          </a:p>
        </p:txBody>
      </p:sp>
      <p:sp>
        <p:nvSpPr>
          <p:cNvPr id="2048" name="Oval 2047">
            <a:extLst>
              <a:ext uri="{FF2B5EF4-FFF2-40B4-BE49-F238E27FC236}">
                <a16:creationId xmlns:a16="http://schemas.microsoft.com/office/drawing/2014/main" id="{98ED96CB-7CAF-806B-07D1-6CBC32920B1A}"/>
              </a:ext>
            </a:extLst>
          </p:cNvPr>
          <p:cNvSpPr/>
          <p:nvPr/>
        </p:nvSpPr>
        <p:spPr>
          <a:xfrm>
            <a:off x="329828" y="1533829"/>
            <a:ext cx="2049980" cy="127590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Date</a:t>
            </a: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4015527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C78A4-CDC4-59BA-5DA8-83B0461C8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E4B9983-4C23-7397-D2FD-F40BCF181730}"/>
              </a:ext>
            </a:extLst>
          </p:cNvPr>
          <p:cNvSpPr txBox="1"/>
          <p:nvPr/>
        </p:nvSpPr>
        <p:spPr>
          <a:xfrm>
            <a:off x="552892" y="378750"/>
            <a:ext cx="7836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Feature-wise Control Rules &amp; Examples</a:t>
            </a:r>
            <a:endParaRPr lang="en-IN" b="1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98F7430-E242-E715-6745-6F5C53FB30C4}"/>
              </a:ext>
            </a:extLst>
          </p:cNvPr>
          <p:cNvSpPr/>
          <p:nvPr/>
        </p:nvSpPr>
        <p:spPr>
          <a:xfrm>
            <a:off x="329828" y="1533829"/>
            <a:ext cx="2049980" cy="127590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Source name</a:t>
            </a:r>
            <a:endParaRPr lang="en-IN" sz="20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9AE6291-E7FE-4413-F7E7-5605304E56EA}"/>
              </a:ext>
            </a:extLst>
          </p:cNvPr>
          <p:cNvSpPr/>
          <p:nvPr/>
        </p:nvSpPr>
        <p:spPr>
          <a:xfrm>
            <a:off x="6990821" y="1382233"/>
            <a:ext cx="2797527" cy="919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Source name is illogically short or ambiguous</a:t>
            </a:r>
            <a:endParaRPr lang="en-IN"/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0F6D91EF-A6DB-B699-E3D5-7BE5A9BE2F78}"/>
              </a:ext>
            </a:extLst>
          </p:cNvPr>
          <p:cNvCxnSpPr>
            <a:cxnSpLocks/>
            <a:endCxn id="51" idx="2"/>
          </p:cNvCxnSpPr>
          <p:nvPr/>
        </p:nvCxnSpPr>
        <p:spPr>
          <a:xfrm flipV="1">
            <a:off x="5201180" y="2301708"/>
            <a:ext cx="3188405" cy="176358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A84BB4FF-913B-2A08-CA5F-7186AC55A044}"/>
              </a:ext>
            </a:extLst>
          </p:cNvPr>
          <p:cNvCxnSpPr>
            <a:cxnSpLocks/>
            <a:endCxn id="51" idx="2"/>
          </p:cNvCxnSpPr>
          <p:nvPr/>
        </p:nvCxnSpPr>
        <p:spPr>
          <a:xfrm flipV="1">
            <a:off x="4072270" y="2301708"/>
            <a:ext cx="4317315" cy="176358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98" name="Picture 2">
            <a:extLst>
              <a:ext uri="{FF2B5EF4-FFF2-40B4-BE49-F238E27FC236}">
                <a16:creationId xmlns:a16="http://schemas.microsoft.com/office/drawing/2014/main" id="{DE111ED8-8E53-B82E-22DB-226CFDFF2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26" y="4065294"/>
            <a:ext cx="11674548" cy="2413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5534D556-F3AD-6F62-2E53-FA4C5F5AD96B}"/>
              </a:ext>
            </a:extLst>
          </p:cNvPr>
          <p:cNvCxnSpPr>
            <a:cxnSpLocks/>
            <a:endCxn id="51" idx="2"/>
          </p:cNvCxnSpPr>
          <p:nvPr/>
        </p:nvCxnSpPr>
        <p:spPr>
          <a:xfrm flipV="1">
            <a:off x="2987749" y="2301708"/>
            <a:ext cx="5401836" cy="176358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115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56664-B5D2-229C-0114-EE46CECCE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B0FD28A-618D-B889-77C3-40ABBD02E8D7}"/>
              </a:ext>
            </a:extLst>
          </p:cNvPr>
          <p:cNvSpPr txBox="1"/>
          <p:nvPr/>
        </p:nvSpPr>
        <p:spPr>
          <a:xfrm>
            <a:off x="552892" y="378750"/>
            <a:ext cx="81870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Feature-wise Control Rules &amp; Examples </a:t>
            </a:r>
            <a:endParaRPr lang="en-IN" b="1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03B0ED9-CEAE-F4D6-616E-5260BA3CA28D}"/>
              </a:ext>
            </a:extLst>
          </p:cNvPr>
          <p:cNvSpPr/>
          <p:nvPr/>
        </p:nvSpPr>
        <p:spPr>
          <a:xfrm>
            <a:off x="329828" y="1533829"/>
            <a:ext cx="2721716" cy="127590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Manufacturer’s name</a:t>
            </a:r>
            <a:endParaRPr lang="en-IN" sz="20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F537EA3-AC9F-7885-8EBC-A995FA20B1AD}"/>
              </a:ext>
            </a:extLst>
          </p:cNvPr>
          <p:cNvSpPr/>
          <p:nvPr/>
        </p:nvSpPr>
        <p:spPr>
          <a:xfrm>
            <a:off x="3720586" y="1686928"/>
            <a:ext cx="2797527" cy="6680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Few manufacturers don’t exist in real</a:t>
            </a:r>
            <a:endParaRPr lang="en-IN"/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A12B8D56-B1C5-A6C5-C9FD-F2CEB12350AB}"/>
              </a:ext>
            </a:extLst>
          </p:cNvPr>
          <p:cNvCxnSpPr>
            <a:cxnSpLocks/>
            <a:stCxn id="5124" idx="0"/>
            <a:endCxn id="51" idx="2"/>
          </p:cNvCxnSpPr>
          <p:nvPr/>
        </p:nvCxnSpPr>
        <p:spPr>
          <a:xfrm rot="5400000" flipH="1" flipV="1">
            <a:off x="3834205" y="2021651"/>
            <a:ext cx="951855" cy="161843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EF54C71A-6D99-F7E9-A847-7ECB48B82E62}"/>
              </a:ext>
            </a:extLst>
          </p:cNvPr>
          <p:cNvCxnSpPr>
            <a:cxnSpLocks/>
            <a:stCxn id="5126" idx="3"/>
            <a:endCxn id="51" idx="3"/>
          </p:cNvCxnSpPr>
          <p:nvPr/>
        </p:nvCxnSpPr>
        <p:spPr>
          <a:xfrm flipV="1">
            <a:off x="5624582" y="2020935"/>
            <a:ext cx="893531" cy="3720654"/>
          </a:xfrm>
          <a:prstGeom prst="curvedConnector3">
            <a:avLst>
              <a:gd name="adj1" fmla="val 12558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24" name="Picture 4">
            <a:extLst>
              <a:ext uri="{FF2B5EF4-FFF2-40B4-BE49-F238E27FC236}">
                <a16:creationId xmlns:a16="http://schemas.microsoft.com/office/drawing/2014/main" id="{C305BC5C-B18C-A8F2-9D0F-EE2ADD644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04" y="3306796"/>
            <a:ext cx="5681819" cy="1482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07319BBC-CFBE-E0BE-A4C5-3065D879B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682" y="4936726"/>
            <a:ext cx="2628900" cy="160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5E4ADD49-52DB-CA00-E853-3ED8007B0397}"/>
              </a:ext>
            </a:extLst>
          </p:cNvPr>
          <p:cNvSpPr/>
          <p:nvPr/>
        </p:nvSpPr>
        <p:spPr>
          <a:xfrm>
            <a:off x="8935112" y="1382980"/>
            <a:ext cx="2721716" cy="127590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Model’s name</a:t>
            </a:r>
            <a:endParaRPr lang="en-IN" sz="20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3ABC6C-B60F-3733-4553-E51F3E140712}"/>
              </a:ext>
            </a:extLst>
          </p:cNvPr>
          <p:cNvSpPr/>
          <p:nvPr/>
        </p:nvSpPr>
        <p:spPr>
          <a:xfrm>
            <a:off x="7169079" y="2972789"/>
            <a:ext cx="2797527" cy="6680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Few model names are invalid</a:t>
            </a:r>
            <a:endParaRPr lang="en-IN"/>
          </a:p>
        </p:txBody>
      </p:sp>
      <p:pic>
        <p:nvPicPr>
          <p:cNvPr id="5130" name="Picture 10">
            <a:extLst>
              <a:ext uri="{FF2B5EF4-FFF2-40B4-BE49-F238E27FC236}">
                <a16:creationId xmlns:a16="http://schemas.microsoft.com/office/drawing/2014/main" id="{14AB85C3-74D5-8D9B-30AA-565016A01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1403" y="4124686"/>
            <a:ext cx="4845657" cy="2217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020AFFAF-492F-B6CD-4C03-5E4AD0BE4F6B}"/>
              </a:ext>
            </a:extLst>
          </p:cNvPr>
          <p:cNvCxnSpPr>
            <a:cxnSpLocks/>
            <a:stCxn id="5130" idx="0"/>
            <a:endCxn id="23" idx="2"/>
          </p:cNvCxnSpPr>
          <p:nvPr/>
        </p:nvCxnSpPr>
        <p:spPr>
          <a:xfrm rot="16200000" flipV="1">
            <a:off x="8879096" y="3329549"/>
            <a:ext cx="483884" cy="110638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1693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833BA-F123-E4A3-CD55-7567DE892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69BBD2B-DA0A-3CE2-3383-297E8B8460B4}"/>
              </a:ext>
            </a:extLst>
          </p:cNvPr>
          <p:cNvSpPr txBox="1"/>
          <p:nvPr/>
        </p:nvSpPr>
        <p:spPr>
          <a:xfrm>
            <a:off x="552892" y="378750"/>
            <a:ext cx="76767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Feature-wise Control Rules &amp; Examples </a:t>
            </a:r>
            <a:endParaRPr lang="en-IN" b="1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B4023D3-4D77-1624-E121-DFDA338D59B0}"/>
              </a:ext>
            </a:extLst>
          </p:cNvPr>
          <p:cNvSpPr/>
          <p:nvPr/>
        </p:nvSpPr>
        <p:spPr>
          <a:xfrm>
            <a:off x="5023798" y="1280878"/>
            <a:ext cx="2797527" cy="6680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Invalid email IDs are inputted</a:t>
            </a:r>
            <a:endParaRPr lang="en-IN"/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E14ADE3A-76E3-444F-9A4E-2C8D94CE0C3C}"/>
              </a:ext>
            </a:extLst>
          </p:cNvPr>
          <p:cNvCxnSpPr>
            <a:cxnSpLocks/>
            <a:stCxn id="6146" idx="0"/>
            <a:endCxn id="51" idx="2"/>
          </p:cNvCxnSpPr>
          <p:nvPr/>
        </p:nvCxnSpPr>
        <p:spPr>
          <a:xfrm rot="5400000" flipH="1" flipV="1">
            <a:off x="5292758" y="1679932"/>
            <a:ext cx="860845" cy="139876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FF32D5C8-1EF9-F91F-A51E-286083480B67}"/>
              </a:ext>
            </a:extLst>
          </p:cNvPr>
          <p:cNvCxnSpPr>
            <a:cxnSpLocks/>
            <a:stCxn id="6148" idx="0"/>
            <a:endCxn id="51" idx="2"/>
          </p:cNvCxnSpPr>
          <p:nvPr/>
        </p:nvCxnSpPr>
        <p:spPr>
          <a:xfrm rot="16200000" flipV="1">
            <a:off x="7404633" y="966820"/>
            <a:ext cx="675694" cy="263983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08F2D1D0-85F0-8CED-0229-EFAF536DA338}"/>
              </a:ext>
            </a:extLst>
          </p:cNvPr>
          <p:cNvSpPr/>
          <p:nvPr/>
        </p:nvSpPr>
        <p:spPr>
          <a:xfrm>
            <a:off x="329828" y="1533829"/>
            <a:ext cx="2221986" cy="127590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Customer’s Email</a:t>
            </a:r>
            <a:endParaRPr lang="en-IN" sz="200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C6C2BA8-81DD-5DF7-02E5-B5C84FCC6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4498" y="2809736"/>
            <a:ext cx="4038600" cy="3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EA6EA763-C89E-758C-830D-AE7840334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960" y="2624585"/>
            <a:ext cx="2428875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4499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DA83F-2C76-CF9C-38E3-B201DA3C7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7372009-9448-17EB-8015-669EFB818C91}"/>
              </a:ext>
            </a:extLst>
          </p:cNvPr>
          <p:cNvSpPr txBox="1"/>
          <p:nvPr/>
        </p:nvSpPr>
        <p:spPr>
          <a:xfrm>
            <a:off x="552892" y="378750"/>
            <a:ext cx="8325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Feature-wise Control Rules &amp; Examples </a:t>
            </a:r>
            <a:endParaRPr lang="en-IN" b="1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17039E3-6CDB-690C-86B2-EF0F7D602737}"/>
              </a:ext>
            </a:extLst>
          </p:cNvPr>
          <p:cNvSpPr/>
          <p:nvPr/>
        </p:nvSpPr>
        <p:spPr>
          <a:xfrm>
            <a:off x="5023798" y="1280878"/>
            <a:ext cx="2797527" cy="6680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Missing Channels present for policy records</a:t>
            </a:r>
            <a:endParaRPr lang="en-IN"/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2CEFECFB-BEC9-94A5-2EFB-7091E5CEADB4}"/>
              </a:ext>
            </a:extLst>
          </p:cNvPr>
          <p:cNvCxnSpPr>
            <a:cxnSpLocks/>
            <a:stCxn id="7170" idx="0"/>
            <a:endCxn id="51" idx="2"/>
          </p:cNvCxnSpPr>
          <p:nvPr/>
        </p:nvCxnSpPr>
        <p:spPr>
          <a:xfrm rot="5400000" flipH="1" flipV="1">
            <a:off x="5378845" y="1769933"/>
            <a:ext cx="864758" cy="122267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436B56A4-1565-1ED6-CF3B-69832A8A0BBA}"/>
              </a:ext>
            </a:extLst>
          </p:cNvPr>
          <p:cNvSpPr/>
          <p:nvPr/>
        </p:nvSpPr>
        <p:spPr>
          <a:xfrm>
            <a:off x="329828" y="1533829"/>
            <a:ext cx="2221986" cy="127590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Channel</a:t>
            </a:r>
            <a:endParaRPr lang="en-IN" sz="200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83DB125-3319-F959-9264-C5E6E123F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7333" y="2813649"/>
            <a:ext cx="3725108" cy="3665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2096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2F118-5E6F-FC2B-45D0-558DC8239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DCED71B-C562-ACC0-8D50-7788DC825109}"/>
              </a:ext>
            </a:extLst>
          </p:cNvPr>
          <p:cNvSpPr txBox="1"/>
          <p:nvPr/>
        </p:nvSpPr>
        <p:spPr>
          <a:xfrm>
            <a:off x="552892" y="378750"/>
            <a:ext cx="77830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Proposed Controls</a:t>
            </a:r>
            <a:endParaRPr lang="en-IN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1AA5E2-AE41-7C8E-D818-F5F8DC5E4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990081"/>
              </p:ext>
            </p:extLst>
          </p:nvPr>
        </p:nvGraphicFramePr>
        <p:xfrm>
          <a:off x="1778000" y="1863873"/>
          <a:ext cx="8641530" cy="412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510">
                  <a:extLst>
                    <a:ext uri="{9D8B030D-6E8A-4147-A177-3AD203B41FA5}">
                      <a16:colId xmlns:a16="http://schemas.microsoft.com/office/drawing/2014/main" val="1398574"/>
                    </a:ext>
                  </a:extLst>
                </a:gridCol>
                <a:gridCol w="2880510">
                  <a:extLst>
                    <a:ext uri="{9D8B030D-6E8A-4147-A177-3AD203B41FA5}">
                      <a16:colId xmlns:a16="http://schemas.microsoft.com/office/drawing/2014/main" val="3319071219"/>
                    </a:ext>
                  </a:extLst>
                </a:gridCol>
                <a:gridCol w="2880510">
                  <a:extLst>
                    <a:ext uri="{9D8B030D-6E8A-4147-A177-3AD203B41FA5}">
                      <a16:colId xmlns:a16="http://schemas.microsoft.com/office/drawing/2014/main" val="4536052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Attributes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Problem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Proposed Solution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22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Not in YYYY-MM-DD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latin typeface="Aptos"/>
                        </a:rPr>
                        <a:t>Validate as </a:t>
                      </a:r>
                      <a:r>
                        <a:rPr lang="en-IN" sz="1800" b="0" i="0" u="none" strike="noStrike" noProof="0">
                          <a:latin typeface="Consolas"/>
                        </a:rPr>
                        <a:t>YYYY-MM-DD.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153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Source name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Ambiguous &amp; Not Divided properly (First, Middle, Last)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noProof="0">
                          <a:latin typeface="Aptos"/>
                        </a:rPr>
                        <a:t>Ensure source name is correctly filled.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697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Manufacturer’s name</a:t>
                      </a:r>
                    </a:p>
                    <a:p>
                      <a:r>
                        <a:rPr lang="en-US"/>
                        <a:t>Model’s name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Data is invalid </a:t>
                      </a:r>
                      <a:r>
                        <a:rPr lang="en-US" err="1"/>
                        <a:t>cz</a:t>
                      </a:r>
                      <a:r>
                        <a:rPr lang="en-US"/>
                        <a:t> they don’t exist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latin typeface="Aptos"/>
                        </a:rPr>
                        <a:t>Validate against a predefined list.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065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Customer’s Email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Not in correct format (just filled with random values)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latin typeface="Aptos"/>
                        </a:rPr>
                        <a:t>Check if the email domain (after </a:t>
                      </a:r>
                      <a:r>
                        <a:rPr lang="en-IN" sz="1800" b="0" i="0" u="none" strike="noStrike" noProof="0">
                          <a:latin typeface="Consolas"/>
                        </a:rPr>
                        <a:t>@</a:t>
                      </a:r>
                      <a:r>
                        <a:rPr lang="en-IN" sz="1800" b="0" i="0" u="none" strike="noStrike" noProof="0">
                          <a:latin typeface="Aptos"/>
                        </a:rPr>
                        <a:t>) matches any of the predefined global or Indonesian domains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976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Channel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Missing channels are present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latin typeface="Aptos"/>
                        </a:rPr>
                        <a:t>Match to a predefined list.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360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5478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40267-6891-4B12-2225-E248F0AD6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0734"/>
            <a:ext cx="10515600" cy="1325563"/>
          </a:xfrm>
        </p:spPr>
        <p:txBody>
          <a:bodyPr/>
          <a:lstStyle/>
          <a:p>
            <a:pPr algn="ctr"/>
            <a:r>
              <a:rPr lang="en-US"/>
              <a:t>Thank you.</a:t>
            </a:r>
            <a:br>
              <a:rPr lang="en-US"/>
            </a:br>
            <a:r>
              <a:rPr lang="en-US">
                <a:sym typeface="Wingdings" panose="05000000000000000000" pitchFamily="2" charset="2"/>
              </a:rPr>
              <a:t>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724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Team A: Data Control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you.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Ananya Datta</dc:creator>
  <cp:revision>2</cp:revision>
  <dcterms:created xsi:type="dcterms:W3CDTF">2025-05-28T06:26:35Z</dcterms:created>
  <dcterms:modified xsi:type="dcterms:W3CDTF">2025-05-28T12:02:07Z</dcterms:modified>
</cp:coreProperties>
</file>