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4"/>
  </p:notesMasterIdLst>
  <p:sldIdLst>
    <p:sldId id="257" r:id="rId5"/>
    <p:sldId id="258" r:id="rId6"/>
    <p:sldId id="261" r:id="rId7"/>
    <p:sldId id="264" r:id="rId8"/>
    <p:sldId id="274" r:id="rId9"/>
    <p:sldId id="263" r:id="rId10"/>
    <p:sldId id="271" r:id="rId11"/>
    <p:sldId id="272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48050-9F77-95ED-390E-C700C7B7EEC5}" v="5" dt="2025-02-19T14:41:16.293"/>
    <p1510:client id="{43839A7F-D3F9-42F9-B394-9113F5C4C7B1}" v="1105" dt="2025-02-19T10:05:16.101"/>
    <p1510:client id="{61FF20B0-5D35-D77C-96BB-CF9EB687D738}" v="5" dt="2025-02-19T14:49:35.904"/>
    <p1510:client id="{F26B4B88-10B2-A538-E621-E31D28CBC23A}" v="765" dt="2025-02-18T20:36:38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/>
    <p:restoredTop sz="94676"/>
  </p:normalViewPr>
  <p:slideViewPr>
    <p:cSldViewPr snapToGrid="0">
      <p:cViewPr varScale="1">
        <p:scale>
          <a:sx n="102" d="100"/>
          <a:sy n="102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ya Datta" userId="88aad7c6-8fa0-4330-8bd1-863b171370f4" providerId="ADAL" clId="{43839A7F-D3F9-42F9-B394-9113F5C4C7B1}"/>
    <pc:docChg chg="undo redo custSel addSld delSld modSld">
      <pc:chgData name="Ananya Datta" userId="88aad7c6-8fa0-4330-8bd1-863b171370f4" providerId="ADAL" clId="{43839A7F-D3F9-42F9-B394-9113F5C4C7B1}" dt="2025-02-19T10:08:44.065" v="4178" actId="404"/>
      <pc:docMkLst>
        <pc:docMk/>
      </pc:docMkLst>
      <pc:sldChg chg="modSp mod">
        <pc:chgData name="Ananya Datta" userId="88aad7c6-8fa0-4330-8bd1-863b171370f4" providerId="ADAL" clId="{43839A7F-D3F9-42F9-B394-9113F5C4C7B1}" dt="2025-02-19T10:08:44.065" v="4178" actId="404"/>
        <pc:sldMkLst>
          <pc:docMk/>
          <pc:sldMk cId="4043737824" sldId="257"/>
        </pc:sldMkLst>
        <pc:spChg chg="mod">
          <ac:chgData name="Ananya Datta" userId="88aad7c6-8fa0-4330-8bd1-863b171370f4" providerId="ADAL" clId="{43839A7F-D3F9-42F9-B394-9113F5C4C7B1}" dt="2025-02-19T10:08:44.065" v="4178" actId="404"/>
          <ac:spMkLst>
            <pc:docMk/>
            <pc:sldMk cId="4043737824" sldId="257"/>
            <ac:spMk id="2" creationId="{78FD68DA-43BA-4508-8DE2-BA9BB7B2FA5B}"/>
          </ac:spMkLst>
        </pc:spChg>
        <pc:spChg chg="mod">
          <ac:chgData name="Ananya Datta" userId="88aad7c6-8fa0-4330-8bd1-863b171370f4" providerId="ADAL" clId="{43839A7F-D3F9-42F9-B394-9113F5C4C7B1}" dt="2025-02-18T05:25:09.042" v="490" actId="20577"/>
          <ac:spMkLst>
            <pc:docMk/>
            <pc:sldMk cId="4043737824" sldId="257"/>
            <ac:spMk id="3" creationId="{A8E9CFF2-3777-4FF4-A759-8491175B0B7C}"/>
          </ac:spMkLst>
        </pc:spChg>
      </pc:sldChg>
      <pc:sldChg chg="modSp mod">
        <pc:chgData name="Ananya Datta" userId="88aad7c6-8fa0-4330-8bd1-863b171370f4" providerId="ADAL" clId="{43839A7F-D3F9-42F9-B394-9113F5C4C7B1}" dt="2025-02-18T05:27:13.711" v="530" actId="5793"/>
        <pc:sldMkLst>
          <pc:docMk/>
          <pc:sldMk cId="191714609" sldId="258"/>
        </pc:sldMkLst>
        <pc:spChg chg="mod">
          <ac:chgData name="Ananya Datta" userId="88aad7c6-8fa0-4330-8bd1-863b171370f4" providerId="ADAL" clId="{43839A7F-D3F9-42F9-B394-9113F5C4C7B1}" dt="2025-02-18T05:26:27.689" v="501" actId="313"/>
          <ac:spMkLst>
            <pc:docMk/>
            <pc:sldMk cId="191714609" sldId="258"/>
            <ac:spMk id="2" creationId="{9AB2EA78-AEB3-469B-9025-3B17201A457B}"/>
          </ac:spMkLst>
        </pc:spChg>
        <pc:spChg chg="mod">
          <ac:chgData name="Ananya Datta" userId="88aad7c6-8fa0-4330-8bd1-863b171370f4" providerId="ADAL" clId="{43839A7F-D3F9-42F9-B394-9113F5C4C7B1}" dt="2025-02-18T05:27:13.711" v="530" actId="5793"/>
          <ac:spMkLst>
            <pc:docMk/>
            <pc:sldMk cId="191714609" sldId="258"/>
            <ac:spMk id="3" creationId="{255E1F2F-E259-4EA8-9FFD-3A10AF541859}"/>
          </ac:spMkLst>
        </pc:spChg>
      </pc:sldChg>
      <pc:sldChg chg="addSp delSp modSp del mod">
        <pc:chgData name="Ananya Datta" userId="88aad7c6-8fa0-4330-8bd1-863b171370f4" providerId="ADAL" clId="{43839A7F-D3F9-42F9-B394-9113F5C4C7B1}" dt="2025-02-19T08:09:18.875" v="4073" actId="47"/>
        <pc:sldMkLst>
          <pc:docMk/>
          <pc:sldMk cId="2335534840" sldId="259"/>
        </pc:sldMkLst>
        <pc:spChg chg="mod">
          <ac:chgData name="Ananya Datta" userId="88aad7c6-8fa0-4330-8bd1-863b171370f4" providerId="ADAL" clId="{43839A7F-D3F9-42F9-B394-9113F5C4C7B1}" dt="2025-02-18T05:03:22.575" v="192" actId="20577"/>
          <ac:spMkLst>
            <pc:docMk/>
            <pc:sldMk cId="2335534840" sldId="259"/>
            <ac:spMk id="3" creationId="{7F3A319C-7AD4-230B-C848-0B89FB7FE4FA}"/>
          </ac:spMkLst>
        </pc:spChg>
        <pc:spChg chg="add mod">
          <ac:chgData name="Ananya Datta" userId="88aad7c6-8fa0-4330-8bd1-863b171370f4" providerId="ADAL" clId="{43839A7F-D3F9-42F9-B394-9113F5C4C7B1}" dt="2025-02-18T04:50:12.959" v="39" actId="1076"/>
          <ac:spMkLst>
            <pc:docMk/>
            <pc:sldMk cId="2335534840" sldId="259"/>
            <ac:spMk id="5" creationId="{45550F67-919C-2875-75EE-A7817E737A41}"/>
          </ac:spMkLst>
        </pc:spChg>
        <pc:graphicFrameChg chg="add mod modGraphic">
          <ac:chgData name="Ananya Datta" userId="88aad7c6-8fa0-4330-8bd1-863b171370f4" providerId="ADAL" clId="{43839A7F-D3F9-42F9-B394-9113F5C4C7B1}" dt="2025-02-18T04:49:52.730" v="35" actId="14100"/>
          <ac:graphicFrameMkLst>
            <pc:docMk/>
            <pc:sldMk cId="2335534840" sldId="259"/>
            <ac:graphicFrameMk id="4" creationId="{85980AAA-21A6-9B54-0E88-9DD61D025F4D}"/>
          </ac:graphicFrameMkLst>
        </pc:graphicFrameChg>
        <pc:graphicFrameChg chg="del">
          <ac:chgData name="Ananya Datta" userId="88aad7c6-8fa0-4330-8bd1-863b171370f4" providerId="ADAL" clId="{43839A7F-D3F9-42F9-B394-9113F5C4C7B1}" dt="2025-02-18T04:17:22.882" v="2" actId="478"/>
          <ac:graphicFrameMkLst>
            <pc:docMk/>
            <pc:sldMk cId="2335534840" sldId="259"/>
            <ac:graphicFrameMk id="6" creationId="{E3FDB2B5-A914-9FFF-B13C-3A4AA340347B}"/>
          </ac:graphicFrameMkLst>
        </pc:graphicFrameChg>
      </pc:sldChg>
      <pc:sldChg chg="addSp delSp modSp new del mod">
        <pc:chgData name="Ananya Datta" userId="88aad7c6-8fa0-4330-8bd1-863b171370f4" providerId="ADAL" clId="{43839A7F-D3F9-42F9-B394-9113F5C4C7B1}" dt="2025-02-19T08:09:15.914" v="4072" actId="47"/>
        <pc:sldMkLst>
          <pc:docMk/>
          <pc:sldMk cId="4128810907" sldId="260"/>
        </pc:sldMkLst>
        <pc:spChg chg="mod">
          <ac:chgData name="Ananya Datta" userId="88aad7c6-8fa0-4330-8bd1-863b171370f4" providerId="ADAL" clId="{43839A7F-D3F9-42F9-B394-9113F5C4C7B1}" dt="2025-02-18T05:08:20.415" v="207" actId="20577"/>
          <ac:spMkLst>
            <pc:docMk/>
            <pc:sldMk cId="4128810907" sldId="260"/>
            <ac:spMk id="2" creationId="{242ECA30-A5EB-ED0A-3DD0-CC235245F2C6}"/>
          </ac:spMkLst>
        </pc:spChg>
        <pc:spChg chg="del">
          <ac:chgData name="Ananya Datta" userId="88aad7c6-8fa0-4330-8bd1-863b171370f4" providerId="ADAL" clId="{43839A7F-D3F9-42F9-B394-9113F5C4C7B1}" dt="2025-02-18T05:11:37.935" v="208" actId="1032"/>
          <ac:spMkLst>
            <pc:docMk/>
            <pc:sldMk cId="4128810907" sldId="260"/>
            <ac:spMk id="3" creationId="{98511EC1-4442-F8A4-E7B7-61DF117F8856}"/>
          </ac:spMkLst>
        </pc:spChg>
        <pc:spChg chg="add mod">
          <ac:chgData name="Ananya Datta" userId="88aad7c6-8fa0-4330-8bd1-863b171370f4" providerId="ADAL" clId="{43839A7F-D3F9-42F9-B394-9113F5C4C7B1}" dt="2025-02-19T07:12:31.778" v="3260" actId="21"/>
          <ac:spMkLst>
            <pc:docMk/>
            <pc:sldMk cId="4128810907" sldId="260"/>
            <ac:spMk id="5" creationId="{54A9A16A-EDC0-13F0-9ADD-99D98E1D3712}"/>
          </ac:spMkLst>
        </pc:spChg>
        <pc:graphicFrameChg chg="add del mod modGraphic">
          <ac:chgData name="Ananya Datta" userId="88aad7c6-8fa0-4330-8bd1-863b171370f4" providerId="ADAL" clId="{43839A7F-D3F9-42F9-B394-9113F5C4C7B1}" dt="2025-02-19T07:12:31.778" v="3260" actId="21"/>
          <ac:graphicFrameMkLst>
            <pc:docMk/>
            <pc:sldMk cId="4128810907" sldId="260"/>
            <ac:graphicFrameMk id="4" creationId="{837690FC-B139-5621-A99D-017FCA3CE05A}"/>
          </ac:graphicFrameMkLst>
        </pc:graphicFrameChg>
      </pc:sldChg>
      <pc:sldChg chg="addSp delSp modSp new del mod">
        <pc:chgData name="Ananya Datta" userId="88aad7c6-8fa0-4330-8bd1-863b171370f4" providerId="ADAL" clId="{43839A7F-D3F9-42F9-B394-9113F5C4C7B1}" dt="2025-02-19T07:00:08.717" v="3160" actId="47"/>
        <pc:sldMkLst>
          <pc:docMk/>
          <pc:sldMk cId="3574439836" sldId="261"/>
        </pc:sldMkLst>
        <pc:spChg chg="mod">
          <ac:chgData name="Ananya Datta" userId="88aad7c6-8fa0-4330-8bd1-863b171370f4" providerId="ADAL" clId="{43839A7F-D3F9-42F9-B394-9113F5C4C7B1}" dt="2025-02-18T06:02:33.647" v="1709" actId="1076"/>
          <ac:spMkLst>
            <pc:docMk/>
            <pc:sldMk cId="3574439836" sldId="261"/>
            <ac:spMk id="2" creationId="{D89A3B8B-53D1-6340-15F3-D2754859F512}"/>
          </ac:spMkLst>
        </pc:spChg>
        <pc:spChg chg="del">
          <ac:chgData name="Ananya Datta" userId="88aad7c6-8fa0-4330-8bd1-863b171370f4" providerId="ADAL" clId="{43839A7F-D3F9-42F9-B394-9113F5C4C7B1}" dt="2025-02-18T05:43:43.946" v="981" actId="1032"/>
          <ac:spMkLst>
            <pc:docMk/>
            <pc:sldMk cId="3574439836" sldId="261"/>
            <ac:spMk id="3" creationId="{91C91FBC-A57F-A2B1-D3F9-5D67B8DAD229}"/>
          </ac:spMkLst>
        </pc:spChg>
        <pc:spChg chg="add mod">
          <ac:chgData name="Ananya Datta" userId="88aad7c6-8fa0-4330-8bd1-863b171370f4" providerId="ADAL" clId="{43839A7F-D3F9-42F9-B394-9113F5C4C7B1}" dt="2025-02-18T06:33:20.693" v="1839" actId="20577"/>
          <ac:spMkLst>
            <pc:docMk/>
            <pc:sldMk cId="3574439836" sldId="261"/>
            <ac:spMk id="5" creationId="{C7E37FBA-2224-33FB-1F44-C4CF40E67A52}"/>
          </ac:spMkLst>
        </pc:spChg>
        <pc:spChg chg="add del mod">
          <ac:chgData name="Ananya Datta" userId="88aad7c6-8fa0-4330-8bd1-863b171370f4" providerId="ADAL" clId="{43839A7F-D3F9-42F9-B394-9113F5C4C7B1}" dt="2025-02-18T06:02:38.081" v="1712"/>
          <ac:spMkLst>
            <pc:docMk/>
            <pc:sldMk cId="3574439836" sldId="261"/>
            <ac:spMk id="6" creationId="{AE4828FB-5952-7923-4A03-91271DEDE4EA}"/>
          </ac:spMkLst>
        </pc:spChg>
        <pc:spChg chg="add mod">
          <ac:chgData name="Ananya Datta" userId="88aad7c6-8fa0-4330-8bd1-863b171370f4" providerId="ADAL" clId="{43839A7F-D3F9-42F9-B394-9113F5C4C7B1}" dt="2025-02-18T05:50:27.528" v="1312"/>
          <ac:spMkLst>
            <pc:docMk/>
            <pc:sldMk cId="3574439836" sldId="261"/>
            <ac:spMk id="7" creationId="{A2BD039C-29EE-C7A9-9C8D-4D2809DE3D6A}"/>
          </ac:spMkLst>
        </pc:spChg>
        <pc:graphicFrameChg chg="add mod modGraphic">
          <ac:chgData name="Ananya Datta" userId="88aad7c6-8fa0-4330-8bd1-863b171370f4" providerId="ADAL" clId="{43839A7F-D3F9-42F9-B394-9113F5C4C7B1}" dt="2025-02-18T06:06:14.031" v="1775" actId="12269"/>
          <ac:graphicFrameMkLst>
            <pc:docMk/>
            <pc:sldMk cId="3574439836" sldId="261"/>
            <ac:graphicFrameMk id="4" creationId="{9F4190BD-BE86-E6C0-4D7E-7978E264409D}"/>
          </ac:graphicFrameMkLst>
        </pc:graphicFrameChg>
      </pc:sldChg>
      <pc:sldChg chg="modSp new del mod">
        <pc:chgData name="Ananya Datta" userId="88aad7c6-8fa0-4330-8bd1-863b171370f4" providerId="ADAL" clId="{43839A7F-D3F9-42F9-B394-9113F5C4C7B1}" dt="2025-02-18T06:02:45.524" v="1713" actId="2696"/>
        <pc:sldMkLst>
          <pc:docMk/>
          <pc:sldMk cId="2493178706" sldId="262"/>
        </pc:sldMkLst>
        <pc:spChg chg="mod">
          <ac:chgData name="Ananya Datta" userId="88aad7c6-8fa0-4330-8bd1-863b171370f4" providerId="ADAL" clId="{43839A7F-D3F9-42F9-B394-9113F5C4C7B1}" dt="2025-02-18T05:37:43.855" v="597" actId="20577"/>
          <ac:spMkLst>
            <pc:docMk/>
            <pc:sldMk cId="2493178706" sldId="262"/>
            <ac:spMk id="2" creationId="{34DEF714-9612-0ED2-0176-1CE00CB6FAB3}"/>
          </ac:spMkLst>
        </pc:spChg>
        <pc:spChg chg="mod">
          <ac:chgData name="Ananya Datta" userId="88aad7c6-8fa0-4330-8bd1-863b171370f4" providerId="ADAL" clId="{43839A7F-D3F9-42F9-B394-9113F5C4C7B1}" dt="2025-02-18T05:42:01.788" v="980" actId="20577"/>
          <ac:spMkLst>
            <pc:docMk/>
            <pc:sldMk cId="2493178706" sldId="262"/>
            <ac:spMk id="3" creationId="{8DDB965A-DC4A-EFF4-6D2B-00264ABC191B}"/>
          </ac:spMkLst>
        </pc:spChg>
        <pc:spChg chg="mod">
          <ac:chgData name="Ananya Datta" userId="88aad7c6-8fa0-4330-8bd1-863b171370f4" providerId="ADAL" clId="{43839A7F-D3F9-42F9-B394-9113F5C4C7B1}" dt="2025-02-18T05:37:58.864" v="632" actId="20577"/>
          <ac:spMkLst>
            <pc:docMk/>
            <pc:sldMk cId="2493178706" sldId="262"/>
            <ac:spMk id="4" creationId="{8F09CE16-2ABE-2E1F-8C02-EEAE36B6881B}"/>
          </ac:spMkLst>
        </pc:spChg>
      </pc:sldChg>
      <pc:sldChg chg="addSp delSp modSp new del mod">
        <pc:chgData name="Ananya Datta" userId="88aad7c6-8fa0-4330-8bd1-863b171370f4" providerId="ADAL" clId="{43839A7F-D3F9-42F9-B394-9113F5C4C7B1}" dt="2025-02-19T07:00:02.024" v="3159" actId="47"/>
        <pc:sldMkLst>
          <pc:docMk/>
          <pc:sldMk cId="2670955277" sldId="262"/>
        </pc:sldMkLst>
        <pc:spChg chg="mod">
          <ac:chgData name="Ananya Datta" userId="88aad7c6-8fa0-4330-8bd1-863b171370f4" providerId="ADAL" clId="{43839A7F-D3F9-42F9-B394-9113F5C4C7B1}" dt="2025-02-18T06:33:57.283" v="1866" actId="20577"/>
          <ac:spMkLst>
            <pc:docMk/>
            <pc:sldMk cId="2670955277" sldId="262"/>
            <ac:spMk id="2" creationId="{0B95E542-D500-F219-0461-FC75F28AEE19}"/>
          </ac:spMkLst>
        </pc:spChg>
        <pc:spChg chg="add del mod">
          <ac:chgData name="Ananya Datta" userId="88aad7c6-8fa0-4330-8bd1-863b171370f4" providerId="ADAL" clId="{43839A7F-D3F9-42F9-B394-9113F5C4C7B1}" dt="2025-02-18T12:42:29.579" v="2663" actId="20577"/>
          <ac:spMkLst>
            <pc:docMk/>
            <pc:sldMk cId="2670955277" sldId="262"/>
            <ac:spMk id="3" creationId="{B1A13D87-752A-8D44-913D-C27BF85C317D}"/>
          </ac:spMkLst>
        </pc:spChg>
        <pc:graphicFrameChg chg="add del mod modGraphic">
          <ac:chgData name="Ananya Datta" userId="88aad7c6-8fa0-4330-8bd1-863b171370f4" providerId="ADAL" clId="{43839A7F-D3F9-42F9-B394-9113F5C4C7B1}" dt="2025-02-18T06:55:53.412" v="1964" actId="1032"/>
          <ac:graphicFrameMkLst>
            <pc:docMk/>
            <pc:sldMk cId="2670955277" sldId="262"/>
            <ac:graphicFrameMk id="4" creationId="{1E79D9A6-27FF-20C9-F243-C06BDC0BFA2F}"/>
          </ac:graphicFrameMkLst>
        </pc:graphicFrameChg>
        <pc:graphicFrameChg chg="add mod modGraphic">
          <ac:chgData name="Ananya Datta" userId="88aad7c6-8fa0-4330-8bd1-863b171370f4" providerId="ADAL" clId="{43839A7F-D3F9-42F9-B394-9113F5C4C7B1}" dt="2025-02-18T08:56:23.232" v="2182" actId="1076"/>
          <ac:graphicFrameMkLst>
            <pc:docMk/>
            <pc:sldMk cId="2670955277" sldId="262"/>
            <ac:graphicFrameMk id="5" creationId="{1C463895-B9F4-DA4C-94BE-2E92D12EB278}"/>
          </ac:graphicFrameMkLst>
        </pc:graphicFrameChg>
      </pc:sldChg>
      <pc:sldChg chg="addSp delSp modSp new mod modShow">
        <pc:chgData name="Ananya Datta" userId="88aad7c6-8fa0-4330-8bd1-863b171370f4" providerId="ADAL" clId="{43839A7F-D3F9-42F9-B394-9113F5C4C7B1}" dt="2025-02-19T08:09:14.230" v="4071" actId="729"/>
        <pc:sldMkLst>
          <pc:docMk/>
          <pc:sldMk cId="1057996653" sldId="263"/>
        </pc:sldMkLst>
        <pc:spChg chg="mod">
          <ac:chgData name="Ananya Datta" userId="88aad7c6-8fa0-4330-8bd1-863b171370f4" providerId="ADAL" clId="{43839A7F-D3F9-42F9-B394-9113F5C4C7B1}" dt="2025-02-18T06:34:33.372" v="1895" actId="20577"/>
          <ac:spMkLst>
            <pc:docMk/>
            <pc:sldMk cId="1057996653" sldId="263"/>
            <ac:spMk id="2" creationId="{ACD51CA1-1FF1-1553-92CC-2EDA54882054}"/>
          </ac:spMkLst>
        </pc:spChg>
        <pc:spChg chg="del">
          <ac:chgData name="Ananya Datta" userId="88aad7c6-8fa0-4330-8bd1-863b171370f4" providerId="ADAL" clId="{43839A7F-D3F9-42F9-B394-9113F5C4C7B1}" dt="2025-02-18T06:36:35.039" v="1897" actId="1957"/>
          <ac:spMkLst>
            <pc:docMk/>
            <pc:sldMk cId="1057996653" sldId="263"/>
            <ac:spMk id="3" creationId="{586B4B68-9BF8-361D-27CB-3F946216761F}"/>
          </ac:spMkLst>
        </pc:spChg>
        <pc:graphicFrameChg chg="add mod">
          <ac:chgData name="Ananya Datta" userId="88aad7c6-8fa0-4330-8bd1-863b171370f4" providerId="ADAL" clId="{43839A7F-D3F9-42F9-B394-9113F5C4C7B1}" dt="2025-02-18T06:50:26.122" v="1958"/>
          <ac:graphicFrameMkLst>
            <pc:docMk/>
            <pc:sldMk cId="1057996653" sldId="263"/>
            <ac:graphicFrameMk id="6" creationId="{01FB561B-07EA-571E-FCDF-19382FE8EE52}"/>
          </ac:graphicFrameMkLst>
        </pc:graphicFrameChg>
      </pc:sldChg>
      <pc:sldChg chg="del">
        <pc:chgData name="Ananya Datta" userId="88aad7c6-8fa0-4330-8bd1-863b171370f4" providerId="ADAL" clId="{43839A7F-D3F9-42F9-B394-9113F5C4C7B1}" dt="2025-02-19T06:59:54.154" v="3158" actId="47"/>
        <pc:sldMkLst>
          <pc:docMk/>
          <pc:sldMk cId="4087715454" sldId="264"/>
        </pc:sldMkLst>
      </pc:sldChg>
      <pc:sldChg chg="del">
        <pc:chgData name="Ananya Datta" userId="88aad7c6-8fa0-4330-8bd1-863b171370f4" providerId="ADAL" clId="{43839A7F-D3F9-42F9-B394-9113F5C4C7B1}" dt="2025-02-19T07:42:37.654" v="3840" actId="47"/>
        <pc:sldMkLst>
          <pc:docMk/>
          <pc:sldMk cId="3888079087" sldId="265"/>
        </pc:sldMkLst>
      </pc:sldChg>
      <pc:sldChg chg="addSp delSp modSp del mod">
        <pc:chgData name="Ananya Datta" userId="88aad7c6-8fa0-4330-8bd1-863b171370f4" providerId="ADAL" clId="{43839A7F-D3F9-42F9-B394-9113F5C4C7B1}" dt="2025-02-19T08:09:09.511" v="4070" actId="47"/>
        <pc:sldMkLst>
          <pc:docMk/>
          <pc:sldMk cId="4238107915" sldId="266"/>
        </pc:sldMkLst>
        <pc:spChg chg="del">
          <ac:chgData name="Ananya Datta" userId="88aad7c6-8fa0-4330-8bd1-863b171370f4" providerId="ADAL" clId="{43839A7F-D3F9-42F9-B394-9113F5C4C7B1}" dt="2025-02-19T07:01:34.025" v="3161" actId="21"/>
          <ac:spMkLst>
            <pc:docMk/>
            <pc:sldMk cId="4238107915" sldId="266"/>
            <ac:spMk id="2" creationId="{5422C708-B451-A264-C66C-D1492770D40E}"/>
          </ac:spMkLst>
        </pc:spChg>
        <pc:spChg chg="add mod">
          <ac:chgData name="Ananya Datta" userId="88aad7c6-8fa0-4330-8bd1-863b171370f4" providerId="ADAL" clId="{43839A7F-D3F9-42F9-B394-9113F5C4C7B1}" dt="2025-02-19T07:01:34.025" v="3161" actId="21"/>
          <ac:spMkLst>
            <pc:docMk/>
            <pc:sldMk cId="4238107915" sldId="266"/>
            <ac:spMk id="4" creationId="{EA49C83A-4100-DD6F-A245-58EB55E7B3E9}"/>
          </ac:spMkLst>
        </pc:spChg>
      </pc:sldChg>
      <pc:sldChg chg="modSp del mod modShow">
        <pc:chgData name="Ananya Datta" userId="88aad7c6-8fa0-4330-8bd1-863b171370f4" providerId="ADAL" clId="{43839A7F-D3F9-42F9-B394-9113F5C4C7B1}" dt="2025-02-19T10:08:09.015" v="4140" actId="47"/>
        <pc:sldMkLst>
          <pc:docMk/>
          <pc:sldMk cId="2679997501" sldId="267"/>
        </pc:sldMkLst>
        <pc:graphicFrameChg chg="mod">
          <ac:chgData name="Ananya Datta" userId="88aad7c6-8fa0-4330-8bd1-863b171370f4" providerId="ADAL" clId="{43839A7F-D3F9-42F9-B394-9113F5C4C7B1}" dt="2025-02-19T07:22:05.751" v="3421" actId="14100"/>
          <ac:graphicFrameMkLst>
            <pc:docMk/>
            <pc:sldMk cId="2679997501" sldId="267"/>
            <ac:graphicFrameMk id="30" creationId="{DB6A3071-4F4A-A45D-E934-3FB6E8C92E64}"/>
          </ac:graphicFrameMkLst>
        </pc:graphicFrameChg>
      </pc:sldChg>
      <pc:sldChg chg="addSp delSp modSp del mod">
        <pc:chgData name="Ananya Datta" userId="88aad7c6-8fa0-4330-8bd1-863b171370f4" providerId="ADAL" clId="{43839A7F-D3F9-42F9-B394-9113F5C4C7B1}" dt="2025-02-19T06:24:43.342" v="2834" actId="47"/>
        <pc:sldMkLst>
          <pc:docMk/>
          <pc:sldMk cId="937191788" sldId="268"/>
        </pc:sldMkLst>
        <pc:spChg chg="del mod">
          <ac:chgData name="Ananya Datta" userId="88aad7c6-8fa0-4330-8bd1-863b171370f4" providerId="ADAL" clId="{43839A7F-D3F9-42F9-B394-9113F5C4C7B1}" dt="2025-02-19T06:14:44.829" v="2820" actId="21"/>
          <ac:spMkLst>
            <pc:docMk/>
            <pc:sldMk cId="937191788" sldId="268"/>
            <ac:spMk id="2" creationId="{BC0C03CA-6B0A-CE08-0C03-A1AB069D55C0}"/>
          </ac:spMkLst>
        </pc:spChg>
        <pc:spChg chg="mod">
          <ac:chgData name="Ananya Datta" userId="88aad7c6-8fa0-4330-8bd1-863b171370f4" providerId="ADAL" clId="{43839A7F-D3F9-42F9-B394-9113F5C4C7B1}" dt="2025-02-19T06:08:42.582" v="2756" actId="5793"/>
          <ac:spMkLst>
            <pc:docMk/>
            <pc:sldMk cId="937191788" sldId="268"/>
            <ac:spMk id="3" creationId="{D1A24F5E-6102-23BD-DBB8-4F9C14042FE0}"/>
          </ac:spMkLst>
        </pc:spChg>
        <pc:spChg chg="add mod">
          <ac:chgData name="Ananya Datta" userId="88aad7c6-8fa0-4330-8bd1-863b171370f4" providerId="ADAL" clId="{43839A7F-D3F9-42F9-B394-9113F5C4C7B1}" dt="2025-02-19T06:14:44.829" v="2820" actId="21"/>
          <ac:spMkLst>
            <pc:docMk/>
            <pc:sldMk cId="937191788" sldId="268"/>
            <ac:spMk id="11" creationId="{D1755C70-17B2-8B36-A4B6-D731C530BB58}"/>
          </ac:spMkLst>
        </pc:spChg>
        <pc:graphicFrameChg chg="add del mod">
          <ac:chgData name="Ananya Datta" userId="88aad7c6-8fa0-4330-8bd1-863b171370f4" providerId="ADAL" clId="{43839A7F-D3F9-42F9-B394-9113F5C4C7B1}" dt="2025-02-19T06:13:19.810" v="2811" actId="21"/>
          <ac:graphicFrameMkLst>
            <pc:docMk/>
            <pc:sldMk cId="937191788" sldId="268"/>
            <ac:graphicFrameMk id="6" creationId="{DBCE8474-0CDC-9BDE-1257-D3F2507A4D28}"/>
          </ac:graphicFrameMkLst>
        </pc:graphicFrameChg>
        <pc:graphicFrameChg chg="add del mod">
          <ac:chgData name="Ananya Datta" userId="88aad7c6-8fa0-4330-8bd1-863b171370f4" providerId="ADAL" clId="{43839A7F-D3F9-42F9-B394-9113F5C4C7B1}" dt="2025-02-19T06:13:28.921" v="2814" actId="21"/>
          <ac:graphicFrameMkLst>
            <pc:docMk/>
            <pc:sldMk cId="937191788" sldId="268"/>
            <ac:graphicFrameMk id="9" creationId="{C9616184-35C9-DBF0-6A04-47B20814C2F9}"/>
          </ac:graphicFrameMkLst>
        </pc:graphicFrameChg>
      </pc:sldChg>
      <pc:sldChg chg="new del">
        <pc:chgData name="Ananya Datta" userId="88aad7c6-8fa0-4330-8bd1-863b171370f4" providerId="ADAL" clId="{43839A7F-D3F9-42F9-B394-9113F5C4C7B1}" dt="2025-02-19T06:24:43.992" v="2835" actId="47"/>
        <pc:sldMkLst>
          <pc:docMk/>
          <pc:sldMk cId="1717958170" sldId="269"/>
        </pc:sldMkLst>
      </pc:sldChg>
      <pc:sldChg chg="addSp delSp modSp new mod">
        <pc:chgData name="Ananya Datta" userId="88aad7c6-8fa0-4330-8bd1-863b171370f4" providerId="ADAL" clId="{43839A7F-D3F9-42F9-B394-9113F5C4C7B1}" dt="2025-02-19T10:07:43.637" v="4139" actId="27918"/>
        <pc:sldMkLst>
          <pc:docMk/>
          <pc:sldMk cId="2955612559" sldId="270"/>
        </pc:sldMkLst>
        <pc:spChg chg="add mod">
          <ac:chgData name="Ananya Datta" userId="88aad7c6-8fa0-4330-8bd1-863b171370f4" providerId="ADAL" clId="{43839A7F-D3F9-42F9-B394-9113F5C4C7B1}" dt="2025-02-19T06:15:15.855" v="2833" actId="20577"/>
          <ac:spMkLst>
            <pc:docMk/>
            <pc:sldMk cId="2955612559" sldId="270"/>
            <ac:spMk id="2" creationId="{BC0C03CA-6B0A-CE08-0C03-A1AB069D55C0}"/>
          </ac:spMkLst>
        </pc:spChg>
        <pc:spChg chg="add del mod">
          <ac:chgData name="Ananya Datta" userId="88aad7c6-8fa0-4330-8bd1-863b171370f4" providerId="ADAL" clId="{43839A7F-D3F9-42F9-B394-9113F5C4C7B1}" dt="2025-02-19T06:35:18.473" v="2850"/>
          <ac:spMkLst>
            <pc:docMk/>
            <pc:sldMk cId="2955612559" sldId="270"/>
            <ac:spMk id="3" creationId="{64861C15-6AFA-1364-C454-2D742CCCCDAC}"/>
          </ac:spMkLst>
        </pc:spChg>
        <pc:graphicFrameChg chg="add mod">
          <ac:chgData name="Ananya Datta" userId="88aad7c6-8fa0-4330-8bd1-863b171370f4" providerId="ADAL" clId="{43839A7F-D3F9-42F9-B394-9113F5C4C7B1}" dt="2025-02-19T06:52:47.703" v="3131" actId="1038"/>
          <ac:graphicFrameMkLst>
            <pc:docMk/>
            <pc:sldMk cId="2955612559" sldId="270"/>
            <ac:graphicFrameMk id="6" creationId="{DBCE8474-0CDC-9BDE-1257-D3F2507A4D28}"/>
          </ac:graphicFrameMkLst>
        </pc:graphicFrameChg>
        <pc:graphicFrameChg chg="add mod">
          <ac:chgData name="Ananya Datta" userId="88aad7c6-8fa0-4330-8bd1-863b171370f4" providerId="ADAL" clId="{43839A7F-D3F9-42F9-B394-9113F5C4C7B1}" dt="2025-02-19T06:52:32.279" v="3108" actId="1076"/>
          <ac:graphicFrameMkLst>
            <pc:docMk/>
            <pc:sldMk cId="2955612559" sldId="270"/>
            <ac:graphicFrameMk id="7" creationId="{B9C36ECD-F0E1-75B2-7448-205E041DDB51}"/>
          </ac:graphicFrameMkLst>
        </pc:graphicFrameChg>
        <pc:graphicFrameChg chg="add mod">
          <ac:chgData name="Ananya Datta" userId="88aad7c6-8fa0-4330-8bd1-863b171370f4" providerId="ADAL" clId="{43839A7F-D3F9-42F9-B394-9113F5C4C7B1}" dt="2025-02-19T06:52:57.222" v="3150" actId="1037"/>
          <ac:graphicFrameMkLst>
            <pc:docMk/>
            <pc:sldMk cId="2955612559" sldId="270"/>
            <ac:graphicFrameMk id="9" creationId="{C9616184-35C9-DBF0-6A04-47B20814C2F9}"/>
          </ac:graphicFrameMkLst>
        </pc:graphicFrameChg>
        <pc:graphicFrameChg chg="add mod">
          <ac:chgData name="Ananya Datta" userId="88aad7c6-8fa0-4330-8bd1-863b171370f4" providerId="ADAL" clId="{43839A7F-D3F9-42F9-B394-9113F5C4C7B1}" dt="2025-02-19T08:11:42.424" v="4084" actId="1957"/>
          <ac:graphicFrameMkLst>
            <pc:docMk/>
            <pc:sldMk cId="2955612559" sldId="270"/>
            <ac:graphicFrameMk id="11" creationId="{C670EC6C-2063-99AF-04AC-3AF62A8E2916}"/>
          </ac:graphicFrameMkLst>
        </pc:graphicFrameChg>
      </pc:sldChg>
      <pc:sldChg chg="addSp delSp modSp new mod">
        <pc:chgData name="Ananya Datta" userId="88aad7c6-8fa0-4330-8bd1-863b171370f4" providerId="ADAL" clId="{43839A7F-D3F9-42F9-B394-9113F5C4C7B1}" dt="2025-02-19T08:08:01.415" v="4068" actId="20577"/>
        <pc:sldMkLst>
          <pc:docMk/>
          <pc:sldMk cId="2196246206" sldId="271"/>
        </pc:sldMkLst>
        <pc:spChg chg="add mod">
          <ac:chgData name="Ananya Datta" userId="88aad7c6-8fa0-4330-8bd1-863b171370f4" providerId="ADAL" clId="{43839A7F-D3F9-42F9-B394-9113F5C4C7B1}" dt="2025-02-19T07:02:06.082" v="3220" actId="1037"/>
          <ac:spMkLst>
            <pc:docMk/>
            <pc:sldMk cId="2196246206" sldId="271"/>
            <ac:spMk id="2" creationId="{5422C708-B451-A264-C66C-D1492770D40E}"/>
          </ac:spMkLst>
        </pc:spChg>
        <pc:spChg chg="add mod">
          <ac:chgData name="Ananya Datta" userId="88aad7c6-8fa0-4330-8bd1-863b171370f4" providerId="ADAL" clId="{43839A7F-D3F9-42F9-B394-9113F5C4C7B1}" dt="2025-02-19T07:13:15.574" v="3284" actId="1037"/>
          <ac:spMkLst>
            <pc:docMk/>
            <pc:sldMk cId="2196246206" sldId="271"/>
            <ac:spMk id="3" creationId="{5747FA1B-0302-EB10-7A8F-5C5F6E29F64E}"/>
          </ac:spMkLst>
        </pc:spChg>
        <pc:spChg chg="add del mod">
          <ac:chgData name="Ananya Datta" userId="88aad7c6-8fa0-4330-8bd1-863b171370f4" providerId="ADAL" clId="{43839A7F-D3F9-42F9-B394-9113F5C4C7B1}" dt="2025-02-19T07:14:47.132" v="3314"/>
          <ac:spMkLst>
            <pc:docMk/>
            <pc:sldMk cId="2196246206" sldId="271"/>
            <ac:spMk id="6" creationId="{92984765-715D-782C-C8CE-61481836F7D3}"/>
          </ac:spMkLst>
        </pc:spChg>
        <pc:spChg chg="add mod">
          <ac:chgData name="Ananya Datta" userId="88aad7c6-8fa0-4330-8bd1-863b171370f4" providerId="ADAL" clId="{43839A7F-D3F9-42F9-B394-9113F5C4C7B1}" dt="2025-02-19T07:14:46.716" v="3312" actId="207"/>
          <ac:spMkLst>
            <pc:docMk/>
            <pc:sldMk cId="2196246206" sldId="271"/>
            <ac:spMk id="7" creationId="{E7640C7D-AE63-DEB3-A2A1-F961B066001A}"/>
          </ac:spMkLst>
        </pc:spChg>
        <pc:spChg chg="add del mod">
          <ac:chgData name="Ananya Datta" userId="88aad7c6-8fa0-4330-8bd1-863b171370f4" providerId="ADAL" clId="{43839A7F-D3F9-42F9-B394-9113F5C4C7B1}" dt="2025-02-19T07:58:05.966" v="3924" actId="478"/>
          <ac:spMkLst>
            <pc:docMk/>
            <pc:sldMk cId="2196246206" sldId="271"/>
            <ac:spMk id="18" creationId="{EB0AA6B1-C3F8-6A44-2AFC-E72D4E9CB5C8}"/>
          </ac:spMkLst>
        </pc:spChg>
        <pc:spChg chg="add mod">
          <ac:chgData name="Ananya Datta" userId="88aad7c6-8fa0-4330-8bd1-863b171370f4" providerId="ADAL" clId="{43839A7F-D3F9-42F9-B394-9113F5C4C7B1}" dt="2025-02-19T08:00:22.631" v="3944" actId="14100"/>
          <ac:spMkLst>
            <pc:docMk/>
            <pc:sldMk cId="2196246206" sldId="271"/>
            <ac:spMk id="19" creationId="{5A1CE741-A249-CE58-F669-C0FAAFD5F11D}"/>
          </ac:spMkLst>
        </pc:spChg>
        <pc:graphicFrameChg chg="add mod">
          <ac:chgData name="Ananya Datta" userId="88aad7c6-8fa0-4330-8bd1-863b171370f4" providerId="ADAL" clId="{43839A7F-D3F9-42F9-B394-9113F5C4C7B1}" dt="2025-02-19T07:15:49.463" v="3326" actId="1035"/>
          <ac:graphicFrameMkLst>
            <pc:docMk/>
            <pc:sldMk cId="2196246206" sldId="271"/>
            <ac:graphicFrameMk id="4" creationId="{837690FC-B139-5621-A99D-017FCA3CE05A}"/>
          </ac:graphicFrameMkLst>
        </pc:graphicFrameChg>
        <pc:graphicFrameChg chg="add mod">
          <ac:chgData name="Ananya Datta" userId="88aad7c6-8fa0-4330-8bd1-863b171370f4" providerId="ADAL" clId="{43839A7F-D3F9-42F9-B394-9113F5C4C7B1}" dt="2025-02-19T08:08:01.415" v="4068" actId="20577"/>
          <ac:graphicFrameMkLst>
            <pc:docMk/>
            <pc:sldMk cId="2196246206" sldId="271"/>
            <ac:graphicFrameMk id="8" creationId="{8CB459E8-6E25-4F07-E964-0FF82052AA18}"/>
          </ac:graphicFrameMkLst>
        </pc:graphicFrameChg>
        <pc:cxnChg chg="add mod">
          <ac:chgData name="Ananya Datta" userId="88aad7c6-8fa0-4330-8bd1-863b171370f4" providerId="ADAL" clId="{43839A7F-D3F9-42F9-B394-9113F5C4C7B1}" dt="2025-02-19T07:16:19.843" v="3328" actId="14100"/>
          <ac:cxnSpMkLst>
            <pc:docMk/>
            <pc:sldMk cId="2196246206" sldId="271"/>
            <ac:cxnSpMk id="10" creationId="{AD223DA4-E784-D873-7738-950A8E16E731}"/>
          </ac:cxnSpMkLst>
        </pc:cxnChg>
        <pc:cxnChg chg="add del">
          <ac:chgData name="Ananya Datta" userId="88aad7c6-8fa0-4330-8bd1-863b171370f4" providerId="ADAL" clId="{43839A7F-D3F9-42F9-B394-9113F5C4C7B1}" dt="2025-02-19T07:17:05.046" v="3331" actId="11529"/>
          <ac:cxnSpMkLst>
            <pc:docMk/>
            <pc:sldMk cId="2196246206" sldId="271"/>
            <ac:cxnSpMk id="13" creationId="{A4FD0C5C-5E97-C5C3-2D7D-23156B20395F}"/>
          </ac:cxnSpMkLst>
        </pc:cxnChg>
        <pc:cxnChg chg="add del">
          <ac:chgData name="Ananya Datta" userId="88aad7c6-8fa0-4330-8bd1-863b171370f4" providerId="ADAL" clId="{43839A7F-D3F9-42F9-B394-9113F5C4C7B1}" dt="2025-02-19T07:17:12.524" v="3333" actId="11529"/>
          <ac:cxnSpMkLst>
            <pc:docMk/>
            <pc:sldMk cId="2196246206" sldId="271"/>
            <ac:cxnSpMk id="15" creationId="{B4816BA8-E461-E89C-98AA-722EE173404D}"/>
          </ac:cxnSpMkLst>
        </pc:cxnChg>
        <pc:cxnChg chg="add">
          <ac:chgData name="Ananya Datta" userId="88aad7c6-8fa0-4330-8bd1-863b171370f4" providerId="ADAL" clId="{43839A7F-D3F9-42F9-B394-9113F5C4C7B1}" dt="2025-02-19T07:17:31.600" v="3334" actId="11529"/>
          <ac:cxnSpMkLst>
            <pc:docMk/>
            <pc:sldMk cId="2196246206" sldId="271"/>
            <ac:cxnSpMk id="17" creationId="{8F6088A4-4A31-0BF1-C728-E1E24CA0BC90}"/>
          </ac:cxnSpMkLst>
        </pc:cxnChg>
      </pc:sldChg>
      <pc:sldChg chg="new del">
        <pc:chgData name="Ananya Datta" userId="88aad7c6-8fa0-4330-8bd1-863b171370f4" providerId="ADAL" clId="{43839A7F-D3F9-42F9-B394-9113F5C4C7B1}" dt="2025-02-19T07:20:18.196" v="3349" actId="47"/>
        <pc:sldMkLst>
          <pc:docMk/>
          <pc:sldMk cId="1415162539" sldId="272"/>
        </pc:sldMkLst>
      </pc:sldChg>
      <pc:sldChg chg="add del">
        <pc:chgData name="Ananya Datta" userId="88aad7c6-8fa0-4330-8bd1-863b171370f4" providerId="ADAL" clId="{43839A7F-D3F9-42F9-B394-9113F5C4C7B1}" dt="2025-02-19T07:20:10.851" v="3347" actId="47"/>
        <pc:sldMkLst>
          <pc:docMk/>
          <pc:sldMk cId="1631115924" sldId="272"/>
        </pc:sldMkLst>
      </pc:sldChg>
      <pc:sldChg chg="addSp delSp modSp new mod">
        <pc:chgData name="Ananya Datta" userId="88aad7c6-8fa0-4330-8bd1-863b171370f4" providerId="ADAL" clId="{43839A7F-D3F9-42F9-B394-9113F5C4C7B1}" dt="2025-02-19T10:06:26.777" v="4134" actId="14100"/>
        <pc:sldMkLst>
          <pc:docMk/>
          <pc:sldMk cId="2302623755" sldId="272"/>
        </pc:sldMkLst>
        <pc:spChg chg="add mod">
          <ac:chgData name="Ananya Datta" userId="88aad7c6-8fa0-4330-8bd1-863b171370f4" providerId="ADAL" clId="{43839A7F-D3F9-42F9-B394-9113F5C4C7B1}" dt="2025-02-19T08:07:31.230" v="4027" actId="1035"/>
          <ac:spMkLst>
            <pc:docMk/>
            <pc:sldMk cId="2302623755" sldId="272"/>
            <ac:spMk id="2" creationId="{F6341DCE-368F-197D-5023-EDA9DC4AA4A9}"/>
          </ac:spMkLst>
        </pc:spChg>
        <pc:spChg chg="add mod">
          <ac:chgData name="Ananya Datta" userId="88aad7c6-8fa0-4330-8bd1-863b171370f4" providerId="ADAL" clId="{43839A7F-D3F9-42F9-B394-9113F5C4C7B1}" dt="2025-02-19T10:04:35.558" v="4098" actId="1076"/>
          <ac:spMkLst>
            <pc:docMk/>
            <pc:sldMk cId="2302623755" sldId="272"/>
            <ac:spMk id="12" creationId="{6C2822E7-D751-4FFE-9562-FD21850CC3D8}"/>
          </ac:spMkLst>
        </pc:spChg>
        <pc:spChg chg="add del mod">
          <ac:chgData name="Ananya Datta" userId="88aad7c6-8fa0-4330-8bd1-863b171370f4" providerId="ADAL" clId="{43839A7F-D3F9-42F9-B394-9113F5C4C7B1}" dt="2025-02-19T07:29:18.936" v="3570"/>
          <ac:spMkLst>
            <pc:docMk/>
            <pc:sldMk cId="2302623755" sldId="272"/>
            <ac:spMk id="13" creationId="{778E9D72-183B-B97D-6040-3DE1B6C47492}"/>
          </ac:spMkLst>
        </pc:spChg>
        <pc:spChg chg="add mod">
          <ac:chgData name="Ananya Datta" userId="88aad7c6-8fa0-4330-8bd1-863b171370f4" providerId="ADAL" clId="{43839A7F-D3F9-42F9-B394-9113F5C4C7B1}" dt="2025-02-19T10:05:39.022" v="4129" actId="1038"/>
          <ac:spMkLst>
            <pc:docMk/>
            <pc:sldMk cId="2302623755" sldId="272"/>
            <ac:spMk id="14" creationId="{E27FD31C-DF8E-4BDD-1196-686985B7CC41}"/>
          </ac:spMkLst>
        </pc:spChg>
        <pc:spChg chg="add mod">
          <ac:chgData name="Ananya Datta" userId="88aad7c6-8fa0-4330-8bd1-863b171370f4" providerId="ADAL" clId="{43839A7F-D3F9-42F9-B394-9113F5C4C7B1}" dt="2025-02-19T10:04:41.404" v="4099" actId="1076"/>
          <ac:spMkLst>
            <pc:docMk/>
            <pc:sldMk cId="2302623755" sldId="272"/>
            <ac:spMk id="25" creationId="{FEF6D64E-82CA-2A34-B323-AB593C57950F}"/>
          </ac:spMkLst>
        </pc:spChg>
        <pc:graphicFrameChg chg="add del mod">
          <ac:chgData name="Ananya Datta" userId="88aad7c6-8fa0-4330-8bd1-863b171370f4" providerId="ADAL" clId="{43839A7F-D3F9-42F9-B394-9113F5C4C7B1}" dt="2025-02-19T08:09:41.649" v="4074" actId="21"/>
          <ac:graphicFrameMkLst>
            <pc:docMk/>
            <pc:sldMk cId="2302623755" sldId="272"/>
            <ac:graphicFrameMk id="3" creationId="{7C777FF1-BF26-A06F-E42B-7E9193B48D75}"/>
          </ac:graphicFrameMkLst>
        </pc:graphicFrameChg>
        <pc:graphicFrameChg chg="add mod modGraphic">
          <ac:chgData name="Ananya Datta" userId="88aad7c6-8fa0-4330-8bd1-863b171370f4" providerId="ADAL" clId="{43839A7F-D3F9-42F9-B394-9113F5C4C7B1}" dt="2025-02-19T10:05:39.022" v="4129" actId="1038"/>
          <ac:graphicFrameMkLst>
            <pc:docMk/>
            <pc:sldMk cId="2302623755" sldId="272"/>
            <ac:graphicFrameMk id="4" creationId="{11DB5F08-1DAC-7D94-582D-7E0102D818E1}"/>
          </ac:graphicFrameMkLst>
        </pc:graphicFrameChg>
        <pc:graphicFrameChg chg="add mod">
          <ac:chgData name="Ananya Datta" userId="88aad7c6-8fa0-4330-8bd1-863b171370f4" providerId="ADAL" clId="{43839A7F-D3F9-42F9-B394-9113F5C4C7B1}" dt="2025-02-19T10:04:23.911" v="4097" actId="1076"/>
          <ac:graphicFrameMkLst>
            <pc:docMk/>
            <pc:sldMk cId="2302623755" sldId="272"/>
            <ac:graphicFrameMk id="21" creationId="{2500FE32-0EED-948A-C3E1-2DD8D5474EB6}"/>
          </ac:graphicFrameMkLst>
        </pc:graphicFrameChg>
        <pc:graphicFrameChg chg="add mod">
          <ac:chgData name="Ananya Datta" userId="88aad7c6-8fa0-4330-8bd1-863b171370f4" providerId="ADAL" clId="{43839A7F-D3F9-42F9-B394-9113F5C4C7B1}" dt="2025-02-19T10:05:25.209" v="4105" actId="1076"/>
          <ac:graphicFrameMkLst>
            <pc:docMk/>
            <pc:sldMk cId="2302623755" sldId="272"/>
            <ac:graphicFrameMk id="41" creationId="{7C777FF1-BF26-A06F-E42B-7E9193B48D75}"/>
          </ac:graphicFrameMkLst>
        </pc:graphicFrameChg>
        <pc:cxnChg chg="add mod">
          <ac:chgData name="Ananya Datta" userId="88aad7c6-8fa0-4330-8bd1-863b171370f4" providerId="ADAL" clId="{43839A7F-D3F9-42F9-B394-9113F5C4C7B1}" dt="2025-02-19T07:23:47.632" v="3435" actId="11529"/>
          <ac:cxnSpMkLst>
            <pc:docMk/>
            <pc:sldMk cId="2302623755" sldId="272"/>
            <ac:cxnSpMk id="6" creationId="{C93A9046-DCC1-B2CA-CF7D-70F3CDA0C687}"/>
          </ac:cxnSpMkLst>
        </pc:cxnChg>
        <pc:cxnChg chg="add del mod">
          <ac:chgData name="Ananya Datta" userId="88aad7c6-8fa0-4330-8bd1-863b171370f4" providerId="ADAL" clId="{43839A7F-D3F9-42F9-B394-9113F5C4C7B1}" dt="2025-02-19T10:05:12.862" v="4103" actId="478"/>
          <ac:cxnSpMkLst>
            <pc:docMk/>
            <pc:sldMk cId="2302623755" sldId="272"/>
            <ac:cxnSpMk id="8" creationId="{BFC47FA9-EC0F-32BC-62A5-9325EA7BB4E3}"/>
          </ac:cxnSpMkLst>
        </pc:cxnChg>
        <pc:cxnChg chg="add mod">
          <ac:chgData name="Ananya Datta" userId="88aad7c6-8fa0-4330-8bd1-863b171370f4" providerId="ADAL" clId="{43839A7F-D3F9-42F9-B394-9113F5C4C7B1}" dt="2025-02-19T10:04:54.908" v="4101" actId="14100"/>
          <ac:cxnSpMkLst>
            <pc:docMk/>
            <pc:sldMk cId="2302623755" sldId="272"/>
            <ac:cxnSpMk id="16" creationId="{725785FA-4FE4-8205-E333-64C3C0403DF9}"/>
          </ac:cxnSpMkLst>
        </pc:cxnChg>
        <pc:cxnChg chg="add del mod">
          <ac:chgData name="Ananya Datta" userId="88aad7c6-8fa0-4330-8bd1-863b171370f4" providerId="ADAL" clId="{43839A7F-D3F9-42F9-B394-9113F5C4C7B1}" dt="2025-02-19T08:05:04.478" v="3974" actId="478"/>
          <ac:cxnSpMkLst>
            <pc:docMk/>
            <pc:sldMk cId="2302623755" sldId="272"/>
            <ac:cxnSpMk id="26" creationId="{CAC083E9-040C-7A9C-B7E4-1E63B6599E7A}"/>
          </ac:cxnSpMkLst>
        </pc:cxnChg>
        <pc:cxnChg chg="add del mod">
          <ac:chgData name="Ananya Datta" userId="88aad7c6-8fa0-4330-8bd1-863b171370f4" providerId="ADAL" clId="{43839A7F-D3F9-42F9-B394-9113F5C4C7B1}" dt="2025-02-19T10:06:03.919" v="4132" actId="478"/>
          <ac:cxnSpMkLst>
            <pc:docMk/>
            <pc:sldMk cId="2302623755" sldId="272"/>
            <ac:cxnSpMk id="48" creationId="{792A5A23-9BFA-F619-43E6-B1847B480303}"/>
          </ac:cxnSpMkLst>
        </pc:cxnChg>
        <pc:cxnChg chg="add mod">
          <ac:chgData name="Ananya Datta" userId="88aad7c6-8fa0-4330-8bd1-863b171370f4" providerId="ADAL" clId="{43839A7F-D3F9-42F9-B394-9113F5C4C7B1}" dt="2025-02-19T10:06:26.777" v="4134" actId="14100"/>
          <ac:cxnSpMkLst>
            <pc:docMk/>
            <pc:sldMk cId="2302623755" sldId="272"/>
            <ac:cxnSpMk id="51" creationId="{5993F9A0-0565-7A96-4E20-7342CB7F7EC2}"/>
          </ac:cxnSpMkLst>
        </pc:cxnChg>
      </pc:sldChg>
      <pc:sldChg chg="add del">
        <pc:chgData name="Ananya Datta" userId="88aad7c6-8fa0-4330-8bd1-863b171370f4" providerId="ADAL" clId="{43839A7F-D3F9-42F9-B394-9113F5C4C7B1}" dt="2025-02-19T07:20:09.911" v="3346" actId="47"/>
        <pc:sldMkLst>
          <pc:docMk/>
          <pc:sldMk cId="4069040011" sldId="273"/>
        </pc:sldMkLst>
      </pc:sldChg>
    </pc:docChg>
  </pc:docChgLst>
  <pc:docChgLst>
    <pc:chgData name="Devendra Rajguru" userId="1bd650c8-359d-4946-9f01-70f5acebb239" providerId="ADAL" clId="{83D9E8C2-DB37-A84A-BBD0-1AF9C34049F2}"/>
    <pc:docChg chg="modSld">
      <pc:chgData name="Devendra Rajguru" userId="1bd650c8-359d-4946-9f01-70f5acebb239" providerId="ADAL" clId="{83D9E8C2-DB37-A84A-BBD0-1AF9C34049F2}" dt="2025-02-19T17:24:53.950" v="2" actId="1036"/>
      <pc:docMkLst>
        <pc:docMk/>
      </pc:docMkLst>
      <pc:sldChg chg="modSp mod">
        <pc:chgData name="Devendra Rajguru" userId="1bd650c8-359d-4946-9f01-70f5acebb239" providerId="ADAL" clId="{83D9E8C2-DB37-A84A-BBD0-1AF9C34049F2}" dt="2025-02-19T16:53:22.663" v="1" actId="14100"/>
        <pc:sldMkLst>
          <pc:docMk/>
          <pc:sldMk cId="1425722780" sldId="261"/>
        </pc:sldMkLst>
        <pc:picChg chg="mod">
          <ac:chgData name="Devendra Rajguru" userId="1bd650c8-359d-4946-9f01-70f5acebb239" providerId="ADAL" clId="{83D9E8C2-DB37-A84A-BBD0-1AF9C34049F2}" dt="2025-02-19T16:53:15.760" v="0" actId="14100"/>
          <ac:picMkLst>
            <pc:docMk/>
            <pc:sldMk cId="1425722780" sldId="261"/>
            <ac:picMk id="6" creationId="{EFC29C86-E142-722B-EF23-A11B9D60FC17}"/>
          </ac:picMkLst>
        </pc:picChg>
        <pc:picChg chg="mod">
          <ac:chgData name="Devendra Rajguru" userId="1bd650c8-359d-4946-9f01-70f5acebb239" providerId="ADAL" clId="{83D9E8C2-DB37-A84A-BBD0-1AF9C34049F2}" dt="2025-02-19T16:53:22.663" v="1" actId="14100"/>
          <ac:picMkLst>
            <pc:docMk/>
            <pc:sldMk cId="1425722780" sldId="261"/>
            <ac:picMk id="10" creationId="{D4314985-3561-5A2E-97F7-CED368E392DF}"/>
          </ac:picMkLst>
        </pc:picChg>
      </pc:sldChg>
      <pc:sldChg chg="modSp mod">
        <pc:chgData name="Devendra Rajguru" userId="1bd650c8-359d-4946-9f01-70f5acebb239" providerId="ADAL" clId="{83D9E8C2-DB37-A84A-BBD0-1AF9C34049F2}" dt="2025-02-19T17:24:53.950" v="2" actId="1036"/>
        <pc:sldMkLst>
          <pc:docMk/>
          <pc:sldMk cId="535662466" sldId="274"/>
        </pc:sldMkLst>
        <pc:spChg chg="mod">
          <ac:chgData name="Devendra Rajguru" userId="1bd650c8-359d-4946-9f01-70f5acebb239" providerId="ADAL" clId="{83D9E8C2-DB37-A84A-BBD0-1AF9C34049F2}" dt="2025-02-19T17:24:53.950" v="2" actId="1036"/>
          <ac:spMkLst>
            <pc:docMk/>
            <pc:sldMk cId="535662466" sldId="274"/>
            <ac:spMk id="53" creationId="{6412BFAB-4287-CEB2-328A-49BD0D0FE4D4}"/>
          </ac:spMkLst>
        </pc:spChg>
        <pc:graphicFrameChg chg="mod">
          <ac:chgData name="Devendra Rajguru" userId="1bd650c8-359d-4946-9f01-70f5acebb239" providerId="ADAL" clId="{83D9E8C2-DB37-A84A-BBD0-1AF9C34049F2}" dt="2025-02-19T17:24:53.950" v="2" actId="1036"/>
          <ac:graphicFrameMkLst>
            <pc:docMk/>
            <pc:sldMk cId="535662466" sldId="274"/>
            <ac:graphicFrameMk id="54" creationId="{2E019144-F98D-AFBA-F9C0-116B5335488B}"/>
          </ac:graphicFrameMkLst>
        </pc:graphicFrameChg>
      </pc:sldChg>
    </pc:docChg>
  </pc:docChgLst>
  <pc:docChgLst>
    <pc:chgData name="Ananya Datta" userId="S::ananya.datta@fairfaxasia.com::88aad7c6-8fa0-4330-8bd1-863b171370f4" providerId="AD" clId="Web-{F26B4B88-10B2-A538-E621-E31D28CBC23A}"/>
    <pc:docChg chg="addSld modSld sldOrd">
      <pc:chgData name="Ananya Datta" userId="S::ananya.datta@fairfaxasia.com::88aad7c6-8fa0-4330-8bd1-863b171370f4" providerId="AD" clId="Web-{F26B4B88-10B2-A538-E621-E31D28CBC23A}" dt="2025-02-18T20:36:38.232" v="712"/>
      <pc:docMkLst>
        <pc:docMk/>
      </pc:docMkLst>
      <pc:sldChg chg="modSp">
        <pc:chgData name="Ananya Datta" userId="S::ananya.datta@fairfaxasia.com::88aad7c6-8fa0-4330-8bd1-863b171370f4" providerId="AD" clId="Web-{F26B4B88-10B2-A538-E621-E31D28CBC23A}" dt="2025-02-18T18:25:48.691" v="179" actId="20577"/>
        <pc:sldMkLst>
          <pc:docMk/>
          <pc:sldMk cId="2335534840" sldId="259"/>
        </pc:sldMkLst>
        <pc:spChg chg="mod">
          <ac:chgData name="Ananya Datta" userId="S::ananya.datta@fairfaxasia.com::88aad7c6-8fa0-4330-8bd1-863b171370f4" providerId="AD" clId="Web-{F26B4B88-10B2-A538-E621-E31D28CBC23A}" dt="2025-02-18T18:25:48.691" v="179" actId="20577"/>
          <ac:spMkLst>
            <pc:docMk/>
            <pc:sldMk cId="2335534840" sldId="259"/>
            <ac:spMk id="3" creationId="{7F3A319C-7AD4-230B-C848-0B89FB7FE4FA}"/>
          </ac:spMkLst>
        </pc:spChg>
      </pc:sldChg>
      <pc:sldChg chg="modSp">
        <pc:chgData name="Ananya Datta" userId="S::ananya.datta@fairfaxasia.com::88aad7c6-8fa0-4330-8bd1-863b171370f4" providerId="AD" clId="Web-{F26B4B88-10B2-A538-E621-E31D28CBC23A}" dt="2025-02-18T19:54:40.700" v="354" actId="1076"/>
        <pc:sldMkLst>
          <pc:docMk/>
          <pc:sldMk cId="3574439836" sldId="261"/>
        </pc:sldMkLst>
        <pc:graphicFrameChg chg="mod">
          <ac:chgData name="Ananya Datta" userId="S::ananya.datta@fairfaxasia.com::88aad7c6-8fa0-4330-8bd1-863b171370f4" providerId="AD" clId="Web-{F26B4B88-10B2-A538-E621-E31D28CBC23A}" dt="2025-02-18T19:54:40.700" v="354" actId="1076"/>
          <ac:graphicFrameMkLst>
            <pc:docMk/>
            <pc:sldMk cId="3574439836" sldId="261"/>
            <ac:graphicFrameMk id="4" creationId="{9F4190BD-BE86-E6C0-4D7E-7978E264409D}"/>
          </ac:graphicFrameMkLst>
        </pc:graphicFrameChg>
      </pc:sldChg>
      <pc:sldChg chg="modSp">
        <pc:chgData name="Ananya Datta" userId="S::ananya.datta@fairfaxasia.com::88aad7c6-8fa0-4330-8bd1-863b171370f4" providerId="AD" clId="Web-{F26B4B88-10B2-A538-E621-E31D28CBC23A}" dt="2025-02-18T20:08:45.882" v="439"/>
        <pc:sldMkLst>
          <pc:docMk/>
          <pc:sldMk cId="2670955277" sldId="262"/>
        </pc:sldMkLst>
        <pc:graphicFrameChg chg="modGraphic">
          <ac:chgData name="Ananya Datta" userId="S::ananya.datta@fairfaxasia.com::88aad7c6-8fa0-4330-8bd1-863b171370f4" providerId="AD" clId="Web-{F26B4B88-10B2-A538-E621-E31D28CBC23A}" dt="2025-02-18T20:08:45.882" v="439"/>
          <ac:graphicFrameMkLst>
            <pc:docMk/>
            <pc:sldMk cId="2670955277" sldId="262"/>
            <ac:graphicFrameMk id="5" creationId="{1C463895-B9F4-DA4C-94BE-2E92D12EB278}"/>
          </ac:graphicFrameMkLst>
        </pc:graphicFrameChg>
      </pc:sldChg>
      <pc:sldChg chg="modSp new">
        <pc:chgData name="Ananya Datta" userId="S::ananya.datta@fairfaxasia.com::88aad7c6-8fa0-4330-8bd1-863b171370f4" providerId="AD" clId="Web-{F26B4B88-10B2-A538-E621-E31D28CBC23A}" dt="2025-02-18T18:50:10.812" v="219" actId="20577"/>
        <pc:sldMkLst>
          <pc:docMk/>
          <pc:sldMk cId="4087715454" sldId="264"/>
        </pc:sldMkLst>
        <pc:spChg chg="mod">
          <ac:chgData name="Ananya Datta" userId="S::ananya.datta@fairfaxasia.com::88aad7c6-8fa0-4330-8bd1-863b171370f4" providerId="AD" clId="Web-{F26B4B88-10B2-A538-E621-E31D28CBC23A}" dt="2025-02-18T17:30:00.564" v="20" actId="20577"/>
          <ac:spMkLst>
            <pc:docMk/>
            <pc:sldMk cId="4087715454" sldId="264"/>
            <ac:spMk id="2" creationId="{A6646706-79C4-F190-8FD7-6B27E2DE7A67}"/>
          </ac:spMkLst>
        </pc:spChg>
        <pc:spChg chg="mod">
          <ac:chgData name="Ananya Datta" userId="S::ananya.datta@fairfaxasia.com::88aad7c6-8fa0-4330-8bd1-863b171370f4" providerId="AD" clId="Web-{F26B4B88-10B2-A538-E621-E31D28CBC23A}" dt="2025-02-18T18:50:10.812" v="219" actId="20577"/>
          <ac:spMkLst>
            <pc:docMk/>
            <pc:sldMk cId="4087715454" sldId="264"/>
            <ac:spMk id="3" creationId="{E83A7F66-45EC-EB98-0E84-4E3675DABCAB}"/>
          </ac:spMkLst>
        </pc:spChg>
      </pc:sldChg>
      <pc:sldChg chg="addSp modSp add replId">
        <pc:chgData name="Ananya Datta" userId="S::ananya.datta@fairfaxasia.com::88aad7c6-8fa0-4330-8bd1-863b171370f4" providerId="AD" clId="Web-{F26B4B88-10B2-A538-E621-E31D28CBC23A}" dt="2025-02-18T20:22:09.137" v="504" actId="20577"/>
        <pc:sldMkLst>
          <pc:docMk/>
          <pc:sldMk cId="3888079087" sldId="265"/>
        </pc:sldMkLst>
        <pc:spChg chg="add mod">
          <ac:chgData name="Ananya Datta" userId="S::ananya.datta@fairfaxasia.com::88aad7c6-8fa0-4330-8bd1-863b171370f4" providerId="AD" clId="Web-{F26B4B88-10B2-A538-E621-E31D28CBC23A}" dt="2025-02-18T20:22:09.137" v="504" actId="20577"/>
          <ac:spMkLst>
            <pc:docMk/>
            <pc:sldMk cId="3888079087" sldId="265"/>
            <ac:spMk id="4" creationId="{AD80D232-0E02-CD92-AE73-14490A2FAFF5}"/>
          </ac:spMkLst>
        </pc:spChg>
      </pc:sldChg>
      <pc:sldChg chg="addSp delSp modSp new ord">
        <pc:chgData name="Ananya Datta" userId="S::ananya.datta@fairfaxasia.com::88aad7c6-8fa0-4330-8bd1-863b171370f4" providerId="AD" clId="Web-{F26B4B88-10B2-A538-E621-E31D28CBC23A}" dt="2025-02-18T20:19:45.559" v="444"/>
        <pc:sldMkLst>
          <pc:docMk/>
          <pc:sldMk cId="4238107915" sldId="266"/>
        </pc:sldMkLst>
        <pc:spChg chg="mod">
          <ac:chgData name="Ananya Datta" userId="S::ananya.datta@fairfaxasia.com::88aad7c6-8fa0-4330-8bd1-863b171370f4" providerId="AD" clId="Web-{F26B4B88-10B2-A538-E621-E31D28CBC23A}" dt="2025-02-18T19:46:30.612" v="243" actId="1076"/>
          <ac:spMkLst>
            <pc:docMk/>
            <pc:sldMk cId="4238107915" sldId="266"/>
            <ac:spMk id="2" creationId="{5422C708-B451-A264-C66C-D1492770D40E}"/>
          </ac:spMkLst>
        </pc:spChg>
        <pc:spChg chg="del">
          <ac:chgData name="Ananya Datta" userId="S::ananya.datta@fairfaxasia.com::88aad7c6-8fa0-4330-8bd1-863b171370f4" providerId="AD" clId="Web-{F26B4B88-10B2-A538-E621-E31D28CBC23A}" dt="2025-02-18T19:47:42.331" v="244"/>
          <ac:spMkLst>
            <pc:docMk/>
            <pc:sldMk cId="4238107915" sldId="266"/>
            <ac:spMk id="3" creationId="{C0DABA2D-CB48-FEF9-67C9-FD9082C5686A}"/>
          </ac:spMkLst>
        </pc:spChg>
        <pc:spChg chg="add mod">
          <ac:chgData name="Ananya Datta" userId="S::ananya.datta@fairfaxasia.com::88aad7c6-8fa0-4330-8bd1-863b171370f4" providerId="AD" clId="Web-{F26B4B88-10B2-A538-E621-E31D28CBC23A}" dt="2025-02-18T19:55:23.216" v="385" actId="20577"/>
          <ac:spMkLst>
            <pc:docMk/>
            <pc:sldMk cId="4238107915" sldId="266"/>
            <ac:spMk id="20" creationId="{47544CE8-DDCA-8DC7-2E6B-A96E3D4E74F9}"/>
          </ac:spMkLst>
        </pc:spChg>
        <pc:spChg chg="add mod">
          <ac:chgData name="Ananya Datta" userId="S::ananya.datta@fairfaxasia.com::88aad7c6-8fa0-4330-8bd1-863b171370f4" providerId="AD" clId="Web-{F26B4B88-10B2-A538-E621-E31D28CBC23A}" dt="2025-02-18T19:56:52.763" v="398" actId="14100"/>
          <ac:spMkLst>
            <pc:docMk/>
            <pc:sldMk cId="4238107915" sldId="266"/>
            <ac:spMk id="39" creationId="{9FA10576-BA07-A5E0-8440-1491363C49DD}"/>
          </ac:spMkLst>
        </pc:spChg>
        <pc:graphicFrameChg chg="add del mod ord modGraphic">
          <ac:chgData name="Ananya Datta" userId="S::ananya.datta@fairfaxasia.com::88aad7c6-8fa0-4330-8bd1-863b171370f4" providerId="AD" clId="Web-{F26B4B88-10B2-A538-E621-E31D28CBC23A}" dt="2025-02-18T19:47:57.847" v="245"/>
          <ac:graphicFrameMkLst>
            <pc:docMk/>
            <pc:sldMk cId="4238107915" sldId="266"/>
            <ac:graphicFrameMk id="4" creationId="{B2C20865-23F2-D9EF-C0BE-CD2A4D306F12}"/>
          </ac:graphicFrameMkLst>
        </pc:graphicFrameChg>
        <pc:graphicFrameChg chg="add mod">
          <ac:chgData name="Ananya Datta" userId="S::ananya.datta@fairfaxasia.com::88aad7c6-8fa0-4330-8bd1-863b171370f4" providerId="AD" clId="Web-{F26B4B88-10B2-A538-E621-E31D28CBC23A}" dt="2025-02-18T19:54:54.622" v="356" actId="14100"/>
          <ac:graphicFrameMkLst>
            <pc:docMk/>
            <pc:sldMk cId="4238107915" sldId="266"/>
            <ac:graphicFrameMk id="22" creationId="{E9773E98-AF67-2EFD-231A-CDDFF558E541}"/>
          </ac:graphicFrameMkLst>
        </pc:graphicFrameChg>
      </pc:sldChg>
      <pc:sldChg chg="addSp delSp modSp add ord replId">
        <pc:chgData name="Ananya Datta" userId="S::ananya.datta@fairfaxasia.com::88aad7c6-8fa0-4330-8bd1-863b171370f4" providerId="AD" clId="Web-{F26B4B88-10B2-A538-E621-E31D28CBC23A}" dt="2025-02-18T20:20:51.606" v="446"/>
        <pc:sldMkLst>
          <pc:docMk/>
          <pc:sldMk cId="2679997501" sldId="267"/>
        </pc:sldMkLst>
        <pc:spChg chg="mod">
          <ac:chgData name="Ananya Datta" userId="S::ananya.datta@fairfaxasia.com::88aad7c6-8fa0-4330-8bd1-863b171370f4" providerId="AD" clId="Web-{F26B4B88-10B2-A538-E621-E31D28CBC23A}" dt="2025-02-18T20:04:33.357" v="438" actId="20577"/>
          <ac:spMkLst>
            <pc:docMk/>
            <pc:sldMk cId="2679997501" sldId="267"/>
            <ac:spMk id="20" creationId="{E972B98B-B6CC-8691-9B8D-95F53321A398}"/>
          </ac:spMkLst>
        </pc:spChg>
        <pc:spChg chg="del mod">
          <ac:chgData name="Ananya Datta" userId="S::ananya.datta@fairfaxasia.com::88aad7c6-8fa0-4330-8bd1-863b171370f4" providerId="AD" clId="Web-{F26B4B88-10B2-A538-E621-E31D28CBC23A}" dt="2025-02-18T20:20:51.606" v="446"/>
          <ac:spMkLst>
            <pc:docMk/>
            <pc:sldMk cId="2679997501" sldId="267"/>
            <ac:spMk id="39" creationId="{AD80D232-0E02-CD92-AE73-14490A2FAFF5}"/>
          </ac:spMkLst>
        </pc:spChg>
        <pc:graphicFrameChg chg="del mod">
          <ac:chgData name="Ananya Datta" userId="S::ananya.datta@fairfaxasia.com::88aad7c6-8fa0-4330-8bd1-863b171370f4" providerId="AD" clId="Web-{F26B4B88-10B2-A538-E621-E31D28CBC23A}" dt="2025-02-18T19:58:17.857" v="404"/>
          <ac:graphicFrameMkLst>
            <pc:docMk/>
            <pc:sldMk cId="2679997501" sldId="267"/>
            <ac:graphicFrameMk id="22" creationId="{EB90E3CA-416A-9092-266A-DBE3327A16E5}"/>
          </ac:graphicFrameMkLst>
        </pc:graphicFrameChg>
        <pc:graphicFrameChg chg="add mod">
          <ac:chgData name="Ananya Datta" userId="S::ananya.datta@fairfaxasia.com::88aad7c6-8fa0-4330-8bd1-863b171370f4" providerId="AD" clId="Web-{F26B4B88-10B2-A538-E621-E31D28CBC23A}" dt="2025-02-18T20:09:31.961" v="443" actId="1076"/>
          <ac:graphicFrameMkLst>
            <pc:docMk/>
            <pc:sldMk cId="2679997501" sldId="267"/>
            <ac:graphicFrameMk id="30" creationId="{DB6A3071-4F4A-A45D-E934-3FB6E8C92E64}"/>
          </ac:graphicFrameMkLst>
        </pc:graphicFrameChg>
      </pc:sldChg>
      <pc:sldChg chg="delSp modSp add replId">
        <pc:chgData name="Ananya Datta" userId="S::ananya.datta@fairfaxasia.com::88aad7c6-8fa0-4330-8bd1-863b171370f4" providerId="AD" clId="Web-{F26B4B88-10B2-A538-E621-E31D28CBC23A}" dt="2025-02-18T20:36:38.232" v="712"/>
        <pc:sldMkLst>
          <pc:docMk/>
          <pc:sldMk cId="937191788" sldId="268"/>
        </pc:sldMkLst>
        <pc:spChg chg="mod">
          <ac:chgData name="Ananya Datta" userId="S::ananya.datta@fairfaxasia.com::88aad7c6-8fa0-4330-8bd1-863b171370f4" providerId="AD" clId="Web-{F26B4B88-10B2-A538-E621-E31D28CBC23A}" dt="2025-02-18T20:25:25.295" v="526" actId="20577"/>
          <ac:spMkLst>
            <pc:docMk/>
            <pc:sldMk cId="937191788" sldId="268"/>
            <ac:spMk id="2" creationId="{BC0C03CA-6B0A-CE08-0C03-A1AB069D55C0}"/>
          </ac:spMkLst>
        </pc:spChg>
        <pc:spChg chg="mod">
          <ac:chgData name="Ananya Datta" userId="S::ananya.datta@fairfaxasia.com::88aad7c6-8fa0-4330-8bd1-863b171370f4" providerId="AD" clId="Web-{F26B4B88-10B2-A538-E621-E31D28CBC23A}" dt="2025-02-18T20:36:31.150" v="711" actId="20577"/>
          <ac:spMkLst>
            <pc:docMk/>
            <pc:sldMk cId="937191788" sldId="268"/>
            <ac:spMk id="3" creationId="{D1A24F5E-6102-23BD-DBB8-4F9C14042FE0}"/>
          </ac:spMkLst>
        </pc:spChg>
        <pc:spChg chg="del">
          <ac:chgData name="Ananya Datta" userId="S::ananya.datta@fairfaxasia.com::88aad7c6-8fa0-4330-8bd1-863b171370f4" providerId="AD" clId="Web-{F26B4B88-10B2-A538-E621-E31D28CBC23A}" dt="2025-02-18T20:36:38.232" v="712"/>
          <ac:spMkLst>
            <pc:docMk/>
            <pc:sldMk cId="937191788" sldId="268"/>
            <ac:spMk id="4" creationId="{2B7F3F7A-7E89-1F45-CB76-214B5F8138FE}"/>
          </ac:spMkLst>
        </pc:spChg>
      </pc:sldChg>
    </pc:docChg>
  </pc:docChgLst>
  <pc:docChgLst>
    <pc:chgData name="Guest User" userId="S::urn:spo:anon#f85285e3907bdb6c6556055fc91ee7bb8b8a51256c7b656495ca1c3179d2a6ae::" providerId="AD" clId="Web-{3E248050-9F77-95ED-390E-C700C7B7EEC5}"/>
    <pc:docChg chg="addSld delSld">
      <pc:chgData name="Guest User" userId="S::urn:spo:anon#f85285e3907bdb6c6556055fc91ee7bb8b8a51256c7b656495ca1c3179d2a6ae::" providerId="AD" clId="Web-{3E248050-9F77-95ED-390E-C700C7B7EEC5}" dt="2025-02-19T14:41:16.293" v="4"/>
      <pc:docMkLst>
        <pc:docMk/>
      </pc:docMkLst>
      <pc:sldChg chg="add">
        <pc:chgData name="Guest User" userId="S::urn:spo:anon#f85285e3907bdb6c6556055fc91ee7bb8b8a51256c7b656495ca1c3179d2a6ae::" providerId="AD" clId="Web-{3E248050-9F77-95ED-390E-C700C7B7EEC5}" dt="2025-02-19T14:41:07.074" v="1"/>
        <pc:sldMkLst>
          <pc:docMk/>
          <pc:sldMk cId="1425722780" sldId="261"/>
        </pc:sldMkLst>
      </pc:sldChg>
      <pc:sldChg chg="add">
        <pc:chgData name="Guest User" userId="S::urn:spo:anon#f85285e3907bdb6c6556055fc91ee7bb8b8a51256c7b656495ca1c3179d2a6ae::" providerId="AD" clId="Web-{3E248050-9F77-95ED-390E-C700C7B7EEC5}" dt="2025-02-19T14:41:07.324" v="2"/>
        <pc:sldMkLst>
          <pc:docMk/>
          <pc:sldMk cId="4160986832" sldId="264"/>
        </pc:sldMkLst>
      </pc:sldChg>
      <pc:sldChg chg="new del">
        <pc:chgData name="Guest User" userId="S::urn:spo:anon#f85285e3907bdb6c6556055fc91ee7bb8b8a51256c7b656495ca1c3179d2a6ae::" providerId="AD" clId="Web-{3E248050-9F77-95ED-390E-C700C7B7EEC5}" dt="2025-02-19T14:41:16.293" v="4"/>
        <pc:sldMkLst>
          <pc:docMk/>
          <pc:sldMk cId="1851152421" sldId="273"/>
        </pc:sldMkLst>
      </pc:sldChg>
      <pc:sldChg chg="add">
        <pc:chgData name="Guest User" userId="S::urn:spo:anon#f85285e3907bdb6c6556055fc91ee7bb8b8a51256c7b656495ca1c3179d2a6ae::" providerId="AD" clId="Web-{3E248050-9F77-95ED-390E-C700C7B7EEC5}" dt="2025-02-19T14:41:07.371" v="3"/>
        <pc:sldMkLst>
          <pc:docMk/>
          <pc:sldMk cId="535662466" sldId="274"/>
        </pc:sldMkLst>
      </pc:sldChg>
    </pc:docChg>
  </pc:docChgLst>
  <pc:docChgLst>
    <pc:chgData name="Guest User" userId="S::urn:spo:anon#f85285e3907bdb6c6556055fc91ee7bb8b8a51256c7b656495ca1c3179d2a6ae::" providerId="AD" clId="Web-{61FF20B0-5D35-D77C-96BB-CF9EB687D738}"/>
    <pc:docChg chg="modSld sldOrd">
      <pc:chgData name="Guest User" userId="S::urn:spo:anon#f85285e3907bdb6c6556055fc91ee7bb8b8a51256c7b656495ca1c3179d2a6ae::" providerId="AD" clId="Web-{61FF20B0-5D35-D77C-96BB-CF9EB687D738}" dt="2025-02-19T14:49:35.904" v="4" actId="1076"/>
      <pc:docMkLst>
        <pc:docMk/>
      </pc:docMkLst>
      <pc:sldChg chg="ord">
        <pc:chgData name="Guest User" userId="S::urn:spo:anon#f85285e3907bdb6c6556055fc91ee7bb8b8a51256c7b656495ca1c3179d2a6ae::" providerId="AD" clId="Web-{61FF20B0-5D35-D77C-96BB-CF9EB687D738}" dt="2025-02-19T14:49:14.216" v="1"/>
        <pc:sldMkLst>
          <pc:docMk/>
          <pc:sldMk cId="1425722780" sldId="261"/>
        </pc:sldMkLst>
      </pc:sldChg>
      <pc:sldChg chg="modSp ord">
        <pc:chgData name="Guest User" userId="S::urn:spo:anon#f85285e3907bdb6c6556055fc91ee7bb8b8a51256c7b656495ca1c3179d2a6ae::" providerId="AD" clId="Web-{61FF20B0-5D35-D77C-96BB-CF9EB687D738}" dt="2025-02-19T14:49:35.904" v="4" actId="1076"/>
        <pc:sldMkLst>
          <pc:docMk/>
          <pc:sldMk cId="4160986832" sldId="264"/>
        </pc:sldMkLst>
        <pc:spChg chg="mod">
          <ac:chgData name="Guest User" userId="S::urn:spo:anon#f85285e3907bdb6c6556055fc91ee7bb8b8a51256c7b656495ca1c3179d2a6ae::" providerId="AD" clId="Web-{61FF20B0-5D35-D77C-96BB-CF9EB687D738}" dt="2025-02-19T14:49:35.904" v="4" actId="1076"/>
          <ac:spMkLst>
            <pc:docMk/>
            <pc:sldMk cId="4160986832" sldId="264"/>
            <ac:spMk id="5" creationId="{C5E23EB6-6A4D-3179-C680-D7B2696F7F18}"/>
          </ac:spMkLst>
        </pc:spChg>
      </pc:sldChg>
      <pc:sldChg chg="ord">
        <pc:chgData name="Guest User" userId="S::urn:spo:anon#f85285e3907bdb6c6556055fc91ee7bb8b8a51256c7b656495ca1c3179d2a6ae::" providerId="AD" clId="Web-{61FF20B0-5D35-D77C-96BB-CF9EB687D738}" dt="2025-02-19T14:49:27.342" v="3"/>
        <pc:sldMkLst>
          <pc:docMk/>
          <pc:sldMk cId="535662466" sldId="27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57796839177928"/>
          <c:y val="0.10991005721517856"/>
          <c:w val="0.80874502991401731"/>
          <c:h val="0.74658521542075829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Loss Ratio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9960</c:v>
                </c:pt>
                <c:pt idx="1">
                  <c:v>10863</c:v>
                </c:pt>
                <c:pt idx="2">
                  <c:v>17446</c:v>
                </c:pt>
                <c:pt idx="3">
                  <c:v>14474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16-4AFD-9715-7810BBDA3E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 Loss Ratio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293310</c:v>
                </c:pt>
                <c:pt idx="1">
                  <c:v>296348</c:v>
                </c:pt>
                <c:pt idx="2">
                  <c:v>435496</c:v>
                </c:pt>
                <c:pt idx="3">
                  <c:v>315472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16-4AFD-9715-7810BBDA3E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6679360"/>
        <c:axId val="426678640"/>
      </c:lineChart>
      <c:catAx>
        <c:axId val="42667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678640"/>
        <c:crosses val="autoZero"/>
        <c:auto val="1"/>
        <c:lblAlgn val="ctr"/>
        <c:lblOffset val="100"/>
        <c:noMultiLvlLbl val="0"/>
      </c:catAx>
      <c:valAx>
        <c:axId val="42667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667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9147262297092559"/>
          <c:y val="2.6634177641922888E-2"/>
          <c:w val="0.47229862246107118"/>
          <c:h val="9.63200785499479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Avg Loss Ratio</a:t>
            </a:r>
          </a:p>
          <a:p>
            <a:pPr>
              <a:defRPr/>
            </a:pPr>
            <a:r>
              <a:rPr lang="en-US" sz="1400" dirty="0"/>
              <a:t>For 2020-2023</a:t>
            </a:r>
          </a:p>
        </c:rich>
      </c:tx>
      <c:layout>
        <c:manualLayout>
          <c:xMode val="edge"/>
          <c:yMode val="edge"/>
          <c:x val="0.26861015986882031"/>
          <c:y val="0.106881489421140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302234762900528"/>
          <c:w val="0.93456004748026911"/>
          <c:h val="0.769776523709947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explosion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35E-416F-B5BB-B0AC88FA9F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0B6-47DD-A540-406E3089CA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Low Loss Ratio</c:v>
                </c:pt>
                <c:pt idx="1">
                  <c:v>High Loss Ratio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0.96199999999999997</c:v>
                </c:pt>
                <c:pt idx="1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5E-416F-B5BB-B0AC88FA9F6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Predicted</a:t>
            </a:r>
            <a:r>
              <a:rPr lang="en-US" sz="1400" baseline="0" dirty="0"/>
              <a:t> Loss Ratio </a:t>
            </a:r>
          </a:p>
          <a:p>
            <a:pPr>
              <a:defRPr/>
            </a:pPr>
            <a:r>
              <a:rPr lang="en-US" sz="1400" baseline="0" dirty="0"/>
              <a:t>For 2024</a:t>
            </a:r>
            <a:endParaRPr lang="en-US" sz="1400" dirty="0"/>
          </a:p>
        </c:rich>
      </c:tx>
      <c:layout>
        <c:manualLayout>
          <c:xMode val="edge"/>
          <c:yMode val="edge"/>
          <c:x val="0.26861015986882031"/>
          <c:y val="0.106881489421140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302234762900528"/>
          <c:w val="0.93456004748026911"/>
          <c:h val="0.769776523709947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0E3-499C-BAEE-91675BB0028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0E3-499C-BAEE-91675BB002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Low Loss Ratio</c:v>
                </c:pt>
                <c:pt idx="1">
                  <c:v>High Loss Ratio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0.97599999999999998</c:v>
                </c:pt>
                <c:pt idx="1">
                  <c:v>2.4E-2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E3-499C-BAEE-91675BB0028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Pricing as per Dashboard</a:t>
            </a:r>
            <a:endParaRPr lang="en-IN"/>
          </a:p>
        </c:rich>
      </c:tx>
      <c:layout>
        <c:manualLayout>
          <c:xMode val="edge"/>
          <c:yMode val="edge"/>
          <c:x val="0.3717266165592937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GIC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&quot;₹&quot;\ 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72127001</c:v>
                </c:pt>
                <c:pt idx="1">
                  <c:v>73051513</c:v>
                </c:pt>
                <c:pt idx="2">
                  <c:v>114337632</c:v>
                </c:pt>
                <c:pt idx="3">
                  <c:v>103644218</c:v>
                </c:pt>
                <c:pt idx="4">
                  <c:v>28173549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3A-423E-B0E7-E22DBF83EA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No. of Claims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10605</c:v>
                </c:pt>
                <c:pt idx="1">
                  <c:v>11650</c:v>
                </c:pt>
                <c:pt idx="2">
                  <c:v>18601</c:v>
                </c:pt>
                <c:pt idx="3">
                  <c:v>15709</c:v>
                </c:pt>
                <c:pt idx="4">
                  <c:v>4244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3A-423E-B0E7-E22DBF83EA9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24032016"/>
        <c:axId val="524032496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&quot;₹&quot;\ 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111104624</c:v>
                </c:pt>
                <c:pt idx="1">
                  <c:v>105313868</c:v>
                </c:pt>
                <c:pt idx="2">
                  <c:v>151954815</c:v>
                </c:pt>
                <c:pt idx="3">
                  <c:v>142703063</c:v>
                </c:pt>
                <c:pt idx="4">
                  <c:v>103249238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3A-423E-B0E7-E22DBF83E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1982432"/>
        <c:axId val="987273055"/>
      </c:lineChart>
      <c:catAx>
        <c:axId val="524032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032496"/>
        <c:crosses val="autoZero"/>
        <c:auto val="1"/>
        <c:lblAlgn val="ctr"/>
        <c:lblOffset val="100"/>
        <c:noMultiLvlLbl val="0"/>
      </c:catAx>
      <c:valAx>
        <c:axId val="52403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032016"/>
        <c:crosses val="autoZero"/>
        <c:crossBetween val="between"/>
        <c:dispUnits>
          <c:builtInUnit val="thousands"/>
        </c:dispUnits>
      </c:valAx>
      <c:valAx>
        <c:axId val="987273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982432"/>
        <c:crosses val="max"/>
        <c:crossBetween val="between"/>
      </c:valAx>
      <c:catAx>
        <c:axId val="5419824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87273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Feature Importance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Split</c:v>
                </c:pt>
                <c:pt idx="1">
                  <c:v>sum_insured</c:v>
                </c:pt>
                <c:pt idx="2">
                  <c:v>ncb_perc</c:v>
                </c:pt>
                <c:pt idx="3">
                  <c:v>make</c:v>
                </c:pt>
                <c:pt idx="4">
                  <c:v>vehicle_age</c:v>
                </c:pt>
                <c:pt idx="5">
                  <c:v>model</c:v>
                </c:pt>
                <c:pt idx="6">
                  <c:v>cc</c:v>
                </c:pt>
                <c:pt idx="7">
                  <c:v>branch</c:v>
                </c:pt>
                <c:pt idx="8">
                  <c:v>cust_postcode</c:v>
                </c:pt>
                <c:pt idx="9">
                  <c:v>loss_ratio</c:v>
                </c:pt>
                <c:pt idx="10">
                  <c:v>cust_type</c:v>
                </c:pt>
                <c:pt idx="11">
                  <c:v>cust_age</c:v>
                </c:pt>
                <c:pt idx="12">
                  <c:v>gic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42.55</c:v>
                </c:pt>
                <c:pt idx="1">
                  <c:v>30.66</c:v>
                </c:pt>
                <c:pt idx="2">
                  <c:v>6.86</c:v>
                </c:pt>
                <c:pt idx="3">
                  <c:v>6.14</c:v>
                </c:pt>
                <c:pt idx="4">
                  <c:v>5.14</c:v>
                </c:pt>
                <c:pt idx="5">
                  <c:v>1.91</c:v>
                </c:pt>
                <c:pt idx="6">
                  <c:v>1.75</c:v>
                </c:pt>
                <c:pt idx="7">
                  <c:v>1.43</c:v>
                </c:pt>
                <c:pt idx="8">
                  <c:v>1.1200000000000001</c:v>
                </c:pt>
                <c:pt idx="9">
                  <c:v>0.67</c:v>
                </c:pt>
                <c:pt idx="10">
                  <c:v>0.5</c:v>
                </c:pt>
                <c:pt idx="11">
                  <c:v>0.44</c:v>
                </c:pt>
                <c:pt idx="1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4-47B4-A291-345B5E1252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00337264"/>
        <c:axId val="1000340144"/>
      </c:barChart>
      <c:catAx>
        <c:axId val="1000337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340144"/>
        <c:crosses val="autoZero"/>
        <c:auto val="1"/>
        <c:lblAlgn val="ctr"/>
        <c:lblOffset val="100"/>
        <c:noMultiLvlLbl val="0"/>
      </c:catAx>
      <c:valAx>
        <c:axId val="10003401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337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2023 Records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13B-4636-879A-52FDA349BB2D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13B-4636-879A-52FDA349BB2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A8A4F21-E1E3-3A40-80EA-C18A3FDFC452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38BD9935-117E-C340-9833-651EF1BA217B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913B-4636-879A-52FDA349BB2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812AD3C-EB89-2842-BA1E-467F2B626B97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A811B883-6619-2E46-8AF6-04D81546AFB2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3B-4636-879A-52FDA349BB2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Predicted GWP &gt; GWP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39.5</c:v>
                </c:pt>
                <c:pt idx="1">
                  <c:v>60.5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Sheet1!$C$2:$C$3</c15:f>
                <c15:dlblRangeCache>
                  <c:ptCount val="2"/>
                  <c:pt idx="0">
                    <c:v>5580</c:v>
                  </c:pt>
                  <c:pt idx="1">
                    <c:v>8543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913B-4636-879A-52FDA349BB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Records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22-4369-942B-BE87338B73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22-4369-942B-BE87338B73C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F2D9C3A-FA6C-614A-A3D4-35627F0F0083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C6160969-B9E6-BE4A-9B27-BB079B51F8CB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4922-4369-942B-BE87338B73C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C86BB14-FCC3-0E4E-ACA9-72C0D68F00E8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CCFC3D39-E2CB-354B-B9D2-0E53DB4C09F0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922-4369-942B-BE87338B73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Predicted GWP &gt; GWP</c:v>
                </c:pt>
                <c:pt idx="1">
                  <c:v>GWP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48.4</c:v>
                </c:pt>
                <c:pt idx="1">
                  <c:v>51.6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Sheet1!$C$2:$C$3</c15:f>
                <c15:dlblRangeCache>
                  <c:ptCount val="2"/>
                  <c:pt idx="0">
                    <c:v>2021</c:v>
                  </c:pt>
                  <c:pt idx="1">
                    <c:v>1898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4922-4369-942B-BE87338B73C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Variation of Predicted GWP from</a:t>
            </a:r>
            <a:r>
              <a:rPr lang="en-IN" baseline="0" dirty="0"/>
              <a:t> Actual GWP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&lt;-50%</c:v>
                </c:pt>
                <c:pt idx="1">
                  <c:v>-50% to -25%</c:v>
                </c:pt>
                <c:pt idx="2">
                  <c:v>-25% to 0</c:v>
                </c:pt>
                <c:pt idx="3">
                  <c:v>0 to 10%</c:v>
                </c:pt>
                <c:pt idx="4">
                  <c:v>10% to 25%</c:v>
                </c:pt>
                <c:pt idx="5">
                  <c:v>25% to 50%</c:v>
                </c:pt>
                <c:pt idx="6">
                  <c:v>50% to 100%</c:v>
                </c:pt>
                <c:pt idx="7">
                  <c:v>100% to 200%</c:v>
                </c:pt>
                <c:pt idx="8">
                  <c:v>200% to 500%</c:v>
                </c:pt>
                <c:pt idx="9">
                  <c:v>500%+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175</c:v>
                </c:pt>
                <c:pt idx="1">
                  <c:v>2639</c:v>
                </c:pt>
                <c:pt idx="2">
                  <c:v>5729</c:v>
                </c:pt>
                <c:pt idx="3">
                  <c:v>1714</c:v>
                </c:pt>
                <c:pt idx="4">
                  <c:v>1649</c:v>
                </c:pt>
                <c:pt idx="5">
                  <c:v>1341</c:v>
                </c:pt>
                <c:pt idx="6">
                  <c:v>684</c:v>
                </c:pt>
                <c:pt idx="7">
                  <c:v>163</c:v>
                </c:pt>
                <c:pt idx="8">
                  <c:v>26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26-439A-A613-CC6F21B6BF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&lt;-50%</c:v>
                </c:pt>
                <c:pt idx="1">
                  <c:v>-50% to -25%</c:v>
                </c:pt>
                <c:pt idx="2">
                  <c:v>-25% to 0</c:v>
                </c:pt>
                <c:pt idx="3">
                  <c:v>0 to 10%</c:v>
                </c:pt>
                <c:pt idx="4">
                  <c:v>10% to 25%</c:v>
                </c:pt>
                <c:pt idx="5">
                  <c:v>25% to 50%</c:v>
                </c:pt>
                <c:pt idx="6">
                  <c:v>50% to 100%</c:v>
                </c:pt>
                <c:pt idx="7">
                  <c:v>100% to 200%</c:v>
                </c:pt>
                <c:pt idx="8">
                  <c:v>200% to 500%</c:v>
                </c:pt>
                <c:pt idx="9">
                  <c:v>500%+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52</c:v>
                </c:pt>
                <c:pt idx="1">
                  <c:v>541</c:v>
                </c:pt>
                <c:pt idx="2">
                  <c:v>1428</c:v>
                </c:pt>
                <c:pt idx="3">
                  <c:v>531</c:v>
                </c:pt>
                <c:pt idx="4">
                  <c:v>534</c:v>
                </c:pt>
                <c:pt idx="5">
                  <c:v>430</c:v>
                </c:pt>
                <c:pt idx="6">
                  <c:v>309</c:v>
                </c:pt>
                <c:pt idx="7">
                  <c:v>74</c:v>
                </c:pt>
                <c:pt idx="8">
                  <c:v>18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26-439A-A613-CC6F21B6BF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0861072"/>
        <c:axId val="1000861552"/>
      </c:barChart>
      <c:catAx>
        <c:axId val="10008610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%increase/decrease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#,##0;[Red]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61552"/>
        <c:crosses val="autoZero"/>
        <c:auto val="1"/>
        <c:lblAlgn val="ctr"/>
        <c:lblOffset val="100"/>
        <c:noMultiLvlLbl val="0"/>
      </c:catAx>
      <c:valAx>
        <c:axId val="100086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#Transactions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861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Actual Vs</a:t>
            </a:r>
            <a:r>
              <a:rPr lang="en-IN" baseline="0" dirty="0"/>
              <a:t> Predicted Loss Ratios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using Actual GWP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9.7799999999999994</c:v>
                </c:pt>
                <c:pt idx="1">
                  <c:v>8.1300000000000008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A1-4A5C-A208-E691A17338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LR using Predicted GWP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7.19</c:v>
                </c:pt>
                <c:pt idx="1">
                  <c:v>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A1-4A5C-A208-E691A1733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3461615"/>
        <c:axId val="1403459695"/>
      </c:barChart>
      <c:catAx>
        <c:axId val="1403461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459695"/>
        <c:crosses val="autoZero"/>
        <c:auto val="1"/>
        <c:lblAlgn val="ctr"/>
        <c:lblOffset val="100"/>
        <c:noMultiLvlLbl val="0"/>
      </c:catAx>
      <c:valAx>
        <c:axId val="140345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Loss Ratio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3461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185593-DDB4-49FB-9EE2-22A644AEE5FD}" type="doc">
      <dgm:prSet loTypeId="urn:microsoft.com/office/officeart/2005/8/layout/hList1" loCatId="list" qsTypeId="urn:microsoft.com/office/officeart/2005/8/quickstyle/3d2" qsCatId="3D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3ACBDBD6-F2AF-4A86-AD22-921960954911}">
      <dgm:prSet phldrT="[Text]"/>
      <dgm:spPr/>
      <dgm:t>
        <a:bodyPr/>
        <a:lstStyle/>
        <a:p>
          <a:r>
            <a:rPr lang="en-US" b="1" dirty="0" err="1"/>
            <a:t>XGBoost</a:t>
          </a:r>
          <a:endParaRPr lang="en-IN" b="1" dirty="0"/>
        </a:p>
      </dgm:t>
    </dgm:pt>
    <dgm:pt modelId="{8D0C667B-E611-4588-82C5-41A0E429F4F2}" type="parTrans" cxnId="{0B867A49-20AB-4F9B-8DDA-46C3D9EC0253}">
      <dgm:prSet/>
      <dgm:spPr/>
      <dgm:t>
        <a:bodyPr/>
        <a:lstStyle/>
        <a:p>
          <a:endParaRPr lang="en-IN"/>
        </a:p>
      </dgm:t>
    </dgm:pt>
    <dgm:pt modelId="{A959A988-E05A-4FC0-99D0-93CF430CE796}" type="sibTrans" cxnId="{0B867A49-20AB-4F9B-8DDA-46C3D9EC0253}">
      <dgm:prSet/>
      <dgm:spPr/>
      <dgm:t>
        <a:bodyPr/>
        <a:lstStyle/>
        <a:p>
          <a:endParaRPr lang="en-IN"/>
        </a:p>
      </dgm:t>
    </dgm:pt>
    <dgm:pt modelId="{AD9DC751-B5EB-486A-9366-411B35B423BD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1) Customer age</a:t>
          </a:r>
          <a:endParaRPr lang="en-IN" dirty="0"/>
        </a:p>
      </dgm:t>
    </dgm:pt>
    <dgm:pt modelId="{A54DED28-485D-450E-9452-625896AEB887}" type="parTrans" cxnId="{7CE6F4B8-C1B4-4ABC-9959-AF8A1CFAE8DF}">
      <dgm:prSet/>
      <dgm:spPr/>
      <dgm:t>
        <a:bodyPr/>
        <a:lstStyle/>
        <a:p>
          <a:endParaRPr lang="en-IN"/>
        </a:p>
      </dgm:t>
    </dgm:pt>
    <dgm:pt modelId="{9DF1D117-1B1D-4528-89B3-6B6E423DAD76}" type="sibTrans" cxnId="{7CE6F4B8-C1B4-4ABC-9959-AF8A1CFAE8DF}">
      <dgm:prSet/>
      <dgm:spPr/>
      <dgm:t>
        <a:bodyPr/>
        <a:lstStyle/>
        <a:p>
          <a:endParaRPr lang="en-IN"/>
        </a:p>
      </dgm:t>
    </dgm:pt>
    <dgm:pt modelId="{912AC5AE-9D08-4DFA-B52B-628E766D203C}">
      <dgm:prSet phldrT="[Text]"/>
      <dgm:spPr/>
      <dgm:t>
        <a:bodyPr/>
        <a:lstStyle/>
        <a:p>
          <a:r>
            <a:rPr lang="en-US" dirty="0" err="1"/>
            <a:t>CatBoost</a:t>
          </a:r>
          <a:endParaRPr lang="en-IN" dirty="0"/>
        </a:p>
      </dgm:t>
    </dgm:pt>
    <dgm:pt modelId="{9B7AEB23-8075-4CBC-B59F-6A331D791B6C}" type="parTrans" cxnId="{DD33C0D5-75D1-4AD4-B939-48187767E948}">
      <dgm:prSet/>
      <dgm:spPr/>
      <dgm:t>
        <a:bodyPr/>
        <a:lstStyle/>
        <a:p>
          <a:endParaRPr lang="en-IN"/>
        </a:p>
      </dgm:t>
    </dgm:pt>
    <dgm:pt modelId="{FEC0E573-F4B3-49B7-AEAA-58682D058416}" type="sibTrans" cxnId="{DD33C0D5-75D1-4AD4-B939-48187767E948}">
      <dgm:prSet/>
      <dgm:spPr/>
      <dgm:t>
        <a:bodyPr/>
        <a:lstStyle/>
        <a:p>
          <a:endParaRPr lang="en-IN"/>
        </a:p>
      </dgm:t>
    </dgm:pt>
    <dgm:pt modelId="{417FB057-059C-486C-B2C5-51ACC2CB87CF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no. of claims</a:t>
          </a:r>
          <a:endParaRPr lang="en-IN" dirty="0"/>
        </a:p>
      </dgm:t>
    </dgm:pt>
    <dgm:pt modelId="{4EB627EC-D1C8-449C-AC1F-E5ABD08E4DB0}" type="parTrans" cxnId="{3CDE4D22-A174-4F04-85EE-5141334356E5}">
      <dgm:prSet/>
      <dgm:spPr/>
      <dgm:t>
        <a:bodyPr/>
        <a:lstStyle/>
        <a:p>
          <a:endParaRPr lang="en-IN"/>
        </a:p>
      </dgm:t>
    </dgm:pt>
    <dgm:pt modelId="{2B39D517-4B7B-4CD3-BBB4-EBD39452C0A9}" type="sibTrans" cxnId="{3CDE4D22-A174-4F04-85EE-5141334356E5}">
      <dgm:prSet/>
      <dgm:spPr/>
      <dgm:t>
        <a:bodyPr/>
        <a:lstStyle/>
        <a:p>
          <a:endParaRPr lang="en-IN"/>
        </a:p>
      </dgm:t>
    </dgm:pt>
    <dgm:pt modelId="{6BB0BBB0-F874-4AF5-BE02-6EDFCFB64080}">
      <dgm:prSet phldrT="[Text]"/>
      <dgm:spPr/>
      <dgm:t>
        <a:bodyPr/>
        <a:lstStyle/>
        <a:p>
          <a:r>
            <a:rPr lang="en-US" dirty="0"/>
            <a:t>Logistic Regression</a:t>
          </a:r>
          <a:endParaRPr lang="en-IN" dirty="0"/>
        </a:p>
      </dgm:t>
    </dgm:pt>
    <dgm:pt modelId="{73D862B4-2104-4554-AD1C-3558B53E7121}" type="parTrans" cxnId="{25A065D2-2AD5-42EB-AF76-5D04D3DEFA66}">
      <dgm:prSet/>
      <dgm:spPr/>
      <dgm:t>
        <a:bodyPr/>
        <a:lstStyle/>
        <a:p>
          <a:endParaRPr lang="en-IN"/>
        </a:p>
      </dgm:t>
    </dgm:pt>
    <dgm:pt modelId="{96EB352F-F0CB-46C0-8056-68C0E94A36C3}" type="sibTrans" cxnId="{25A065D2-2AD5-42EB-AF76-5D04D3DEFA66}">
      <dgm:prSet/>
      <dgm:spPr/>
      <dgm:t>
        <a:bodyPr/>
        <a:lstStyle/>
        <a:p>
          <a:endParaRPr lang="en-IN"/>
        </a:p>
      </dgm:t>
    </dgm:pt>
    <dgm:pt modelId="{779C658D-2566-4C90-80A2-301138D5BA9F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no. of claims</a:t>
          </a:r>
          <a:endParaRPr lang="en-IN" dirty="0"/>
        </a:p>
      </dgm:t>
    </dgm:pt>
    <dgm:pt modelId="{86937022-F08B-4451-B3A1-A18DF759F73B}" type="parTrans" cxnId="{61B5B713-E1D1-4A6B-8E37-E32BAB6346C9}">
      <dgm:prSet/>
      <dgm:spPr/>
      <dgm:t>
        <a:bodyPr/>
        <a:lstStyle/>
        <a:p>
          <a:endParaRPr lang="en-IN"/>
        </a:p>
      </dgm:t>
    </dgm:pt>
    <dgm:pt modelId="{15D6D457-4537-41B2-B0EB-E8821CAE34D7}" type="sibTrans" cxnId="{61B5B713-E1D1-4A6B-8E37-E32BAB6346C9}">
      <dgm:prSet/>
      <dgm:spPr/>
      <dgm:t>
        <a:bodyPr/>
        <a:lstStyle/>
        <a:p>
          <a:endParaRPr lang="en-IN"/>
        </a:p>
      </dgm:t>
    </dgm:pt>
    <dgm:pt modelId="{D54F7CA4-80E9-476F-B9E6-8C9F5E6F7964}">
      <dgm:prSet phldrT="[Text]"/>
      <dgm:spPr/>
      <dgm:t>
        <a:bodyPr/>
        <a:lstStyle/>
        <a:p>
          <a:endParaRPr lang="en-IN"/>
        </a:p>
      </dgm:t>
    </dgm:pt>
    <dgm:pt modelId="{4E8E1AF8-5719-4582-8BC5-7401B85F8EB5}" type="parTrans" cxnId="{F9ADB096-FC77-4A74-B38E-2B2C5DC39026}">
      <dgm:prSet/>
      <dgm:spPr/>
      <dgm:t>
        <a:bodyPr/>
        <a:lstStyle/>
        <a:p>
          <a:endParaRPr lang="en-IN"/>
        </a:p>
      </dgm:t>
    </dgm:pt>
    <dgm:pt modelId="{605A4006-3073-4985-B587-088DCC33AFE7}" type="sibTrans" cxnId="{F9ADB096-FC77-4A74-B38E-2B2C5DC39026}">
      <dgm:prSet/>
      <dgm:spPr/>
      <dgm:t>
        <a:bodyPr/>
        <a:lstStyle/>
        <a:p>
          <a:endParaRPr lang="en-IN"/>
        </a:p>
      </dgm:t>
    </dgm:pt>
    <dgm:pt modelId="{CE8F9974-12DD-40ED-A78C-75EBBA75722B}">
      <dgm:prSet phldrT="[Text]"/>
      <dgm:spPr/>
      <dgm:t>
        <a:bodyPr/>
        <a:lstStyle/>
        <a:p>
          <a:endParaRPr lang="en-IN"/>
        </a:p>
      </dgm:t>
    </dgm:pt>
    <dgm:pt modelId="{F34EC958-30CE-4CA5-A758-F916B9DD322E}" type="parTrans" cxnId="{68C0C6ED-75F8-401A-AF13-2112CC734D11}">
      <dgm:prSet/>
      <dgm:spPr/>
      <dgm:t>
        <a:bodyPr/>
        <a:lstStyle/>
        <a:p>
          <a:endParaRPr lang="en-IN"/>
        </a:p>
      </dgm:t>
    </dgm:pt>
    <dgm:pt modelId="{FA0441EF-0F05-419E-A23B-EF783D90E6E8}" type="sibTrans" cxnId="{68C0C6ED-75F8-401A-AF13-2112CC734D11}">
      <dgm:prSet/>
      <dgm:spPr/>
      <dgm:t>
        <a:bodyPr/>
        <a:lstStyle/>
        <a:p>
          <a:endParaRPr lang="en-IN"/>
        </a:p>
      </dgm:t>
    </dgm:pt>
    <dgm:pt modelId="{C9B92CA3-661D-4245-B025-009B04B89C4B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2) Split</a:t>
          </a:r>
          <a:endParaRPr lang="en-IN" dirty="0"/>
        </a:p>
      </dgm:t>
    </dgm:pt>
    <dgm:pt modelId="{DCEF6B5D-FE6C-48BB-AB4B-A5350FF99C5D}" type="parTrans" cxnId="{821310AC-5828-4737-9BB4-F9E2A32B3307}">
      <dgm:prSet/>
      <dgm:spPr/>
      <dgm:t>
        <a:bodyPr/>
        <a:lstStyle/>
        <a:p>
          <a:endParaRPr lang="en-IN"/>
        </a:p>
      </dgm:t>
    </dgm:pt>
    <dgm:pt modelId="{3C961D52-1788-48C7-8B44-1E9DB00B771F}" type="sibTrans" cxnId="{821310AC-5828-4737-9BB4-F9E2A32B3307}">
      <dgm:prSet/>
      <dgm:spPr/>
      <dgm:t>
        <a:bodyPr/>
        <a:lstStyle/>
        <a:p>
          <a:endParaRPr lang="en-IN"/>
        </a:p>
      </dgm:t>
    </dgm:pt>
    <dgm:pt modelId="{978C4115-10CD-440B-91AF-BD70A231022F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3) </a:t>
          </a:r>
          <a:r>
            <a:rPr lang="en-US" dirty="0" err="1"/>
            <a:t>Ncb</a:t>
          </a:r>
          <a:r>
            <a:rPr lang="en-US" dirty="0"/>
            <a:t> percentage</a:t>
          </a:r>
          <a:endParaRPr lang="en-IN" dirty="0"/>
        </a:p>
      </dgm:t>
    </dgm:pt>
    <dgm:pt modelId="{FF472826-E71C-4C7E-B7F5-6874EE7482AD}" type="parTrans" cxnId="{52441D21-3DC5-4AF8-AF6F-C31E89CB472C}">
      <dgm:prSet/>
      <dgm:spPr/>
      <dgm:t>
        <a:bodyPr/>
        <a:lstStyle/>
        <a:p>
          <a:endParaRPr lang="en-IN"/>
        </a:p>
      </dgm:t>
    </dgm:pt>
    <dgm:pt modelId="{59A33681-2D35-4C53-8BA2-659BE85D9ED8}" type="sibTrans" cxnId="{52441D21-3DC5-4AF8-AF6F-C31E89CB472C}">
      <dgm:prSet/>
      <dgm:spPr/>
      <dgm:t>
        <a:bodyPr/>
        <a:lstStyle/>
        <a:p>
          <a:endParaRPr lang="en-IN"/>
        </a:p>
      </dgm:t>
    </dgm:pt>
    <dgm:pt modelId="{A537D35B-42F7-4F83-8BA1-099BABC13EDF}">
      <dgm:prSet phldrT="[Text]"/>
      <dgm:spPr/>
      <dgm:t>
        <a:bodyPr/>
        <a:lstStyle/>
        <a:p>
          <a:pPr>
            <a:buFont typeface="+mj-lt"/>
            <a:buNone/>
          </a:pPr>
          <a:endParaRPr lang="en-IN" dirty="0"/>
        </a:p>
      </dgm:t>
    </dgm:pt>
    <dgm:pt modelId="{A5429E79-B17A-4190-A05D-FBDBADB90D57}" type="parTrans" cxnId="{844819AA-2E04-4C25-88D1-B693C3A67D87}">
      <dgm:prSet/>
      <dgm:spPr/>
      <dgm:t>
        <a:bodyPr/>
        <a:lstStyle/>
        <a:p>
          <a:endParaRPr lang="en-IN"/>
        </a:p>
      </dgm:t>
    </dgm:pt>
    <dgm:pt modelId="{51D2099E-631E-4D5C-ACB1-2E900DC0E43D}" type="sibTrans" cxnId="{844819AA-2E04-4C25-88D1-B693C3A67D87}">
      <dgm:prSet/>
      <dgm:spPr/>
      <dgm:t>
        <a:bodyPr/>
        <a:lstStyle/>
        <a:p>
          <a:endParaRPr lang="en-IN"/>
        </a:p>
      </dgm:t>
    </dgm:pt>
    <dgm:pt modelId="{94300FAA-4A89-4217-A379-8E4977C6AAC5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4) Customer age</a:t>
          </a:r>
          <a:endParaRPr lang="en-IN" dirty="0"/>
        </a:p>
      </dgm:t>
    </dgm:pt>
    <dgm:pt modelId="{0B10495D-F51F-42DA-A3AF-13DD522B044D}" type="parTrans" cxnId="{31123609-A628-47C5-B346-0DAA9B4DB631}">
      <dgm:prSet/>
      <dgm:spPr/>
      <dgm:t>
        <a:bodyPr/>
        <a:lstStyle/>
        <a:p>
          <a:endParaRPr lang="en-IN"/>
        </a:p>
      </dgm:t>
    </dgm:pt>
    <dgm:pt modelId="{58881E27-C87F-4F7B-BA2D-57F4C2BEEAFB}" type="sibTrans" cxnId="{31123609-A628-47C5-B346-0DAA9B4DB631}">
      <dgm:prSet/>
      <dgm:spPr/>
      <dgm:t>
        <a:bodyPr/>
        <a:lstStyle/>
        <a:p>
          <a:endParaRPr lang="en-IN"/>
        </a:p>
      </dgm:t>
    </dgm:pt>
    <dgm:pt modelId="{E2F919B9-1E21-4272-A641-BAC5D46BBAFE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5) Pre segment</a:t>
          </a:r>
          <a:endParaRPr lang="en-IN" dirty="0"/>
        </a:p>
      </dgm:t>
    </dgm:pt>
    <dgm:pt modelId="{1AD8F1CD-CF27-4ACD-AEC3-48EA9F2CE69F}" type="parTrans" cxnId="{8429214F-7098-475C-855F-E004E7340DE3}">
      <dgm:prSet/>
      <dgm:spPr/>
      <dgm:t>
        <a:bodyPr/>
        <a:lstStyle/>
        <a:p>
          <a:endParaRPr lang="en-IN"/>
        </a:p>
      </dgm:t>
    </dgm:pt>
    <dgm:pt modelId="{D73CA07B-7719-4788-8DAE-B393074DBF1F}" type="sibTrans" cxnId="{8429214F-7098-475C-855F-E004E7340DE3}">
      <dgm:prSet/>
      <dgm:spPr/>
      <dgm:t>
        <a:bodyPr/>
        <a:lstStyle/>
        <a:p>
          <a:endParaRPr lang="en-IN"/>
        </a:p>
      </dgm:t>
    </dgm:pt>
    <dgm:pt modelId="{0C9D6B8F-B6E7-4596-8FA6-0BD26D3E1947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6) Make</a:t>
          </a:r>
          <a:endParaRPr lang="en-IN" dirty="0"/>
        </a:p>
      </dgm:t>
    </dgm:pt>
    <dgm:pt modelId="{1E1F4612-1ED1-405E-80DB-4429ABF0BB15}" type="parTrans" cxnId="{B5FF8408-1ECD-44F0-9800-FA250B9601A1}">
      <dgm:prSet/>
      <dgm:spPr/>
      <dgm:t>
        <a:bodyPr/>
        <a:lstStyle/>
        <a:p>
          <a:endParaRPr lang="en-IN"/>
        </a:p>
      </dgm:t>
    </dgm:pt>
    <dgm:pt modelId="{67BB274E-DC32-4A7B-B11E-D4CAD38EC6F0}" type="sibTrans" cxnId="{B5FF8408-1ECD-44F0-9800-FA250B9601A1}">
      <dgm:prSet/>
      <dgm:spPr/>
      <dgm:t>
        <a:bodyPr/>
        <a:lstStyle/>
        <a:p>
          <a:endParaRPr lang="en-IN"/>
        </a:p>
      </dgm:t>
    </dgm:pt>
    <dgm:pt modelId="{50A814D8-2D3F-4E64-B170-371883EF035B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7) Vehicle age</a:t>
          </a:r>
          <a:endParaRPr lang="en-IN" dirty="0"/>
        </a:p>
      </dgm:t>
    </dgm:pt>
    <dgm:pt modelId="{10F68264-B169-489B-B2DF-E484303CB16D}" type="parTrans" cxnId="{09109B38-07F5-4232-BA2C-F17F8434F8C5}">
      <dgm:prSet/>
      <dgm:spPr/>
      <dgm:t>
        <a:bodyPr/>
        <a:lstStyle/>
        <a:p>
          <a:endParaRPr lang="en-IN"/>
        </a:p>
      </dgm:t>
    </dgm:pt>
    <dgm:pt modelId="{122D038F-23AF-4A4F-A106-8F87CC57206D}" type="sibTrans" cxnId="{09109B38-07F5-4232-BA2C-F17F8434F8C5}">
      <dgm:prSet/>
      <dgm:spPr/>
      <dgm:t>
        <a:bodyPr/>
        <a:lstStyle/>
        <a:p>
          <a:endParaRPr lang="en-IN"/>
        </a:p>
      </dgm:t>
    </dgm:pt>
    <dgm:pt modelId="{94D4311C-16F3-4234-BA2A-0FE6D8553E8F}">
      <dgm:prSet phldrT="[Text]"/>
      <dgm:spPr/>
      <dgm:t>
        <a:bodyPr/>
        <a:lstStyle/>
        <a:p>
          <a:pPr>
            <a:buFont typeface="+mj-lt"/>
            <a:buNone/>
          </a:pPr>
          <a:r>
            <a:rPr lang="en-US"/>
            <a:t>8) CC</a:t>
          </a:r>
          <a:endParaRPr lang="en-IN"/>
        </a:p>
      </dgm:t>
    </dgm:pt>
    <dgm:pt modelId="{898271FC-7FAD-4213-9BD3-29AB17418F36}" type="parTrans" cxnId="{487A27CD-E077-4031-8341-960FA4104988}">
      <dgm:prSet/>
      <dgm:spPr/>
      <dgm:t>
        <a:bodyPr/>
        <a:lstStyle/>
        <a:p>
          <a:endParaRPr lang="en-IN"/>
        </a:p>
      </dgm:t>
    </dgm:pt>
    <dgm:pt modelId="{D21DC480-6AA2-45A5-8DA0-CE2D8306E58C}" type="sibTrans" cxnId="{487A27CD-E077-4031-8341-960FA4104988}">
      <dgm:prSet/>
      <dgm:spPr/>
      <dgm:t>
        <a:bodyPr/>
        <a:lstStyle/>
        <a:p>
          <a:endParaRPr lang="en-IN"/>
        </a:p>
      </dgm:t>
    </dgm:pt>
    <dgm:pt modelId="{540DBA1D-B688-49B3-80EE-DD4A9F29D892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9) Customer gender</a:t>
          </a:r>
          <a:endParaRPr lang="en-IN" dirty="0"/>
        </a:p>
      </dgm:t>
    </dgm:pt>
    <dgm:pt modelId="{61FB917B-224E-4707-A91B-C65CFA99FA20}" type="parTrans" cxnId="{31F03798-5BF6-4C6C-9828-1AD3326C53F3}">
      <dgm:prSet/>
      <dgm:spPr/>
      <dgm:t>
        <a:bodyPr/>
        <a:lstStyle/>
        <a:p>
          <a:endParaRPr lang="en-IN"/>
        </a:p>
      </dgm:t>
    </dgm:pt>
    <dgm:pt modelId="{32AA9A56-AD1F-47BC-B427-A6645747F42F}" type="sibTrans" cxnId="{31F03798-5BF6-4C6C-9828-1AD3326C53F3}">
      <dgm:prSet/>
      <dgm:spPr/>
      <dgm:t>
        <a:bodyPr/>
        <a:lstStyle/>
        <a:p>
          <a:endParaRPr lang="en-IN"/>
        </a:p>
      </dgm:t>
    </dgm:pt>
    <dgm:pt modelId="{3F9A6FE7-E564-4BFC-B758-DE22521BCB8D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2) Post code</a:t>
          </a:r>
          <a:endParaRPr lang="en-IN" dirty="0"/>
        </a:p>
      </dgm:t>
    </dgm:pt>
    <dgm:pt modelId="{0C1A12E7-E982-4BDB-9FF3-C0BEC9B458F0}" type="parTrans" cxnId="{A48790AE-81AB-4467-8ED1-71C3C6C2C26D}">
      <dgm:prSet/>
      <dgm:spPr/>
      <dgm:t>
        <a:bodyPr/>
        <a:lstStyle/>
        <a:p>
          <a:endParaRPr lang="en-IN"/>
        </a:p>
      </dgm:t>
    </dgm:pt>
    <dgm:pt modelId="{7549D506-A1C8-4650-A669-7B939CDF328A}" type="sibTrans" cxnId="{A48790AE-81AB-4467-8ED1-71C3C6C2C26D}">
      <dgm:prSet/>
      <dgm:spPr/>
      <dgm:t>
        <a:bodyPr/>
        <a:lstStyle/>
        <a:p>
          <a:endParaRPr lang="en-IN"/>
        </a:p>
      </dgm:t>
    </dgm:pt>
    <dgm:pt modelId="{F3F830AC-DCE4-4E3E-BFB6-D002D5A35994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3) Vehicle age</a:t>
          </a:r>
          <a:endParaRPr lang="en-IN" dirty="0"/>
        </a:p>
      </dgm:t>
    </dgm:pt>
    <dgm:pt modelId="{CA6E4B13-4E18-432B-91E3-1CB149FBE97E}" type="parTrans" cxnId="{572477CA-9DAF-4FC8-A503-2103797AE2E7}">
      <dgm:prSet/>
      <dgm:spPr/>
      <dgm:t>
        <a:bodyPr/>
        <a:lstStyle/>
        <a:p>
          <a:endParaRPr lang="en-IN"/>
        </a:p>
      </dgm:t>
    </dgm:pt>
    <dgm:pt modelId="{556B3FAF-B650-4269-903E-DD0676D59BEA}" type="sibTrans" cxnId="{572477CA-9DAF-4FC8-A503-2103797AE2E7}">
      <dgm:prSet/>
      <dgm:spPr/>
      <dgm:t>
        <a:bodyPr/>
        <a:lstStyle/>
        <a:p>
          <a:endParaRPr lang="en-IN"/>
        </a:p>
      </dgm:t>
    </dgm:pt>
    <dgm:pt modelId="{AB692230-8737-4B36-AA41-2ACFA967C755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4) Make</a:t>
          </a:r>
          <a:endParaRPr lang="en-IN" dirty="0"/>
        </a:p>
      </dgm:t>
    </dgm:pt>
    <dgm:pt modelId="{063FD5CA-8789-46FA-B0D7-A6B49E643E8A}" type="parTrans" cxnId="{4D4DA516-4173-4DD5-B461-78692CA81957}">
      <dgm:prSet/>
      <dgm:spPr/>
      <dgm:t>
        <a:bodyPr/>
        <a:lstStyle/>
        <a:p>
          <a:endParaRPr lang="en-IN"/>
        </a:p>
      </dgm:t>
    </dgm:pt>
    <dgm:pt modelId="{77738126-8046-48B1-9DB6-16E7E8B2B68F}" type="sibTrans" cxnId="{4D4DA516-4173-4DD5-B461-78692CA81957}">
      <dgm:prSet/>
      <dgm:spPr/>
      <dgm:t>
        <a:bodyPr/>
        <a:lstStyle/>
        <a:p>
          <a:endParaRPr lang="en-IN"/>
        </a:p>
      </dgm:t>
    </dgm:pt>
    <dgm:pt modelId="{ABA24B72-3D7C-420A-A6BF-79F1DAD5B924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5) No. of claims</a:t>
          </a:r>
          <a:endParaRPr lang="en-IN" dirty="0"/>
        </a:p>
      </dgm:t>
    </dgm:pt>
    <dgm:pt modelId="{FE227C67-EC13-4BCA-B52F-6190D285EE3A}" type="parTrans" cxnId="{BEC5D867-1BFA-40E0-8E92-5B3CDDA7B938}">
      <dgm:prSet/>
      <dgm:spPr/>
      <dgm:t>
        <a:bodyPr/>
        <a:lstStyle/>
        <a:p>
          <a:endParaRPr lang="en-IN"/>
        </a:p>
      </dgm:t>
    </dgm:pt>
    <dgm:pt modelId="{1BCDC409-C703-4328-BE4C-AA406A32059E}" type="sibTrans" cxnId="{BEC5D867-1BFA-40E0-8E92-5B3CDDA7B938}">
      <dgm:prSet/>
      <dgm:spPr/>
      <dgm:t>
        <a:bodyPr/>
        <a:lstStyle/>
        <a:p>
          <a:endParaRPr lang="en-IN"/>
        </a:p>
      </dgm:t>
    </dgm:pt>
    <dgm:pt modelId="{09FD79E9-4D7D-4C06-A7D5-E88316683E6A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6) </a:t>
          </a:r>
          <a:r>
            <a:rPr lang="en-US" dirty="0" err="1"/>
            <a:t>Ncb</a:t>
          </a:r>
          <a:r>
            <a:rPr lang="en-US" dirty="0"/>
            <a:t> percentage</a:t>
          </a:r>
          <a:endParaRPr lang="en-IN" dirty="0"/>
        </a:p>
      </dgm:t>
    </dgm:pt>
    <dgm:pt modelId="{EC93D16F-D7B5-42AF-A6EF-898D198DBC39}" type="parTrans" cxnId="{12C8E187-43E7-4DC1-BE7F-75BC8258488A}">
      <dgm:prSet/>
      <dgm:spPr/>
      <dgm:t>
        <a:bodyPr/>
        <a:lstStyle/>
        <a:p>
          <a:endParaRPr lang="en-IN"/>
        </a:p>
      </dgm:t>
    </dgm:pt>
    <dgm:pt modelId="{E0C28C1C-E6C0-41C8-837F-C65C6D956C32}" type="sibTrans" cxnId="{12C8E187-43E7-4DC1-BE7F-75BC8258488A}">
      <dgm:prSet/>
      <dgm:spPr/>
      <dgm:t>
        <a:bodyPr/>
        <a:lstStyle/>
        <a:p>
          <a:endParaRPr lang="en-IN"/>
        </a:p>
      </dgm:t>
    </dgm:pt>
    <dgm:pt modelId="{4988FDFF-E725-410D-A45E-6106A7BCBCD8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7) Year</a:t>
          </a:r>
          <a:endParaRPr lang="en-IN" dirty="0"/>
        </a:p>
      </dgm:t>
    </dgm:pt>
    <dgm:pt modelId="{11480323-56E2-4ECB-AEAC-2017F620C755}" type="parTrans" cxnId="{0930736F-4EEB-4A08-A7FF-079B663CE4AB}">
      <dgm:prSet/>
      <dgm:spPr/>
      <dgm:t>
        <a:bodyPr/>
        <a:lstStyle/>
        <a:p>
          <a:endParaRPr lang="en-IN"/>
        </a:p>
      </dgm:t>
    </dgm:pt>
    <dgm:pt modelId="{D789F744-842F-4A8E-A799-0FD7997098B3}" type="sibTrans" cxnId="{0930736F-4EEB-4A08-A7FF-079B663CE4AB}">
      <dgm:prSet/>
      <dgm:spPr/>
      <dgm:t>
        <a:bodyPr/>
        <a:lstStyle/>
        <a:p>
          <a:endParaRPr lang="en-IN"/>
        </a:p>
      </dgm:t>
    </dgm:pt>
    <dgm:pt modelId="{4DFDAF63-98BE-4809-96C8-483FC09C0B9E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8) Cc</a:t>
          </a:r>
          <a:endParaRPr lang="en-IN" dirty="0"/>
        </a:p>
      </dgm:t>
    </dgm:pt>
    <dgm:pt modelId="{DBB1CF84-8DE5-4B0A-AAE4-EC94E3F0AE6E}" type="parTrans" cxnId="{864D6C6C-5048-424B-9C1D-119FF5CD3D91}">
      <dgm:prSet/>
      <dgm:spPr/>
      <dgm:t>
        <a:bodyPr/>
        <a:lstStyle/>
        <a:p>
          <a:endParaRPr lang="en-IN"/>
        </a:p>
      </dgm:t>
    </dgm:pt>
    <dgm:pt modelId="{D88918E2-DBBF-4F28-AC6E-04B15785E20B}" type="sibTrans" cxnId="{864D6C6C-5048-424B-9C1D-119FF5CD3D91}">
      <dgm:prSet/>
      <dgm:spPr/>
      <dgm:t>
        <a:bodyPr/>
        <a:lstStyle/>
        <a:p>
          <a:endParaRPr lang="en-IN"/>
        </a:p>
      </dgm:t>
    </dgm:pt>
    <dgm:pt modelId="{96DFA856-6A4F-4432-AE94-36CE5F763CA0}">
      <dgm:prSet phldrT="[Text]"/>
      <dgm:spPr/>
      <dgm:t>
        <a:bodyPr/>
        <a:lstStyle/>
        <a:p>
          <a:pPr>
            <a:buFont typeface="+mj-lt"/>
            <a:buNone/>
          </a:pPr>
          <a:r>
            <a:rPr lang="en-US" dirty="0"/>
            <a:t>9) Split</a:t>
          </a:r>
          <a:endParaRPr lang="en-IN" dirty="0"/>
        </a:p>
      </dgm:t>
    </dgm:pt>
    <dgm:pt modelId="{9AFDC0A7-E090-4D8A-AD98-C551FFF051D2}" type="parTrans" cxnId="{255D4AC7-C6B2-4AAD-A284-9953F724C900}">
      <dgm:prSet/>
      <dgm:spPr/>
      <dgm:t>
        <a:bodyPr/>
        <a:lstStyle/>
        <a:p>
          <a:endParaRPr lang="en-IN"/>
        </a:p>
      </dgm:t>
    </dgm:pt>
    <dgm:pt modelId="{D0C0977A-A71C-4AD7-B2E8-6B4E509F8B42}" type="sibTrans" cxnId="{255D4AC7-C6B2-4AAD-A284-9953F724C900}">
      <dgm:prSet/>
      <dgm:spPr/>
      <dgm:t>
        <a:bodyPr/>
        <a:lstStyle/>
        <a:p>
          <a:endParaRPr lang="en-IN"/>
        </a:p>
      </dgm:t>
    </dgm:pt>
    <dgm:pt modelId="{08ED8B7D-2B0B-464A-952C-B176F3925C0D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split</a:t>
          </a:r>
          <a:endParaRPr lang="en-IN" dirty="0"/>
        </a:p>
      </dgm:t>
    </dgm:pt>
    <dgm:pt modelId="{AA483EAA-692A-468A-931B-9013CA138C6A}" type="parTrans" cxnId="{B1DB3143-D9B9-4B98-AAC1-C73DE49BF027}">
      <dgm:prSet/>
      <dgm:spPr/>
      <dgm:t>
        <a:bodyPr/>
        <a:lstStyle/>
        <a:p>
          <a:endParaRPr lang="en-IN"/>
        </a:p>
      </dgm:t>
    </dgm:pt>
    <dgm:pt modelId="{E97647B0-0EE6-4DBA-BB2C-D6F2A8C534D9}" type="sibTrans" cxnId="{B1DB3143-D9B9-4B98-AAC1-C73DE49BF027}">
      <dgm:prSet/>
      <dgm:spPr/>
      <dgm:t>
        <a:bodyPr/>
        <a:lstStyle/>
        <a:p>
          <a:endParaRPr lang="en-IN"/>
        </a:p>
      </dgm:t>
    </dgm:pt>
    <dgm:pt modelId="{23453558-AFC4-4C7F-A0D3-ECEC03175EFC}">
      <dgm:prSet phldrT="[Text]"/>
      <dgm:spPr/>
      <dgm:t>
        <a:bodyPr/>
        <a:lstStyle/>
        <a:p>
          <a:pPr>
            <a:buFont typeface="+mj-lt"/>
            <a:buNone/>
          </a:pPr>
          <a:endParaRPr lang="en-IN" dirty="0"/>
        </a:p>
      </dgm:t>
    </dgm:pt>
    <dgm:pt modelId="{FCB23CB1-378F-4BD9-8401-864DE50DB81E}" type="parTrans" cxnId="{52AA4FA5-233D-4304-9701-DD846921AB42}">
      <dgm:prSet/>
      <dgm:spPr/>
      <dgm:t>
        <a:bodyPr/>
        <a:lstStyle/>
        <a:p>
          <a:endParaRPr lang="en-IN"/>
        </a:p>
      </dgm:t>
    </dgm:pt>
    <dgm:pt modelId="{8007A83C-B8DD-44DF-92EE-73611046A0E9}" type="sibTrans" cxnId="{52AA4FA5-233D-4304-9701-DD846921AB42}">
      <dgm:prSet/>
      <dgm:spPr/>
      <dgm:t>
        <a:bodyPr/>
        <a:lstStyle/>
        <a:p>
          <a:endParaRPr lang="en-IN"/>
        </a:p>
      </dgm:t>
    </dgm:pt>
    <dgm:pt modelId="{7DEB6551-56C9-4DA2-98DA-9EF057C0D4E3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cc</a:t>
          </a:r>
          <a:endParaRPr lang="en-IN" dirty="0"/>
        </a:p>
      </dgm:t>
    </dgm:pt>
    <dgm:pt modelId="{3B3C3152-43DF-4FBC-979F-996ADB33979A}" type="parTrans" cxnId="{F80624A0-A48C-40D0-88F3-5505C1BF9255}">
      <dgm:prSet/>
      <dgm:spPr/>
      <dgm:t>
        <a:bodyPr/>
        <a:lstStyle/>
        <a:p>
          <a:endParaRPr lang="en-IN"/>
        </a:p>
      </dgm:t>
    </dgm:pt>
    <dgm:pt modelId="{DA1BA817-2081-4056-88A2-9736B9AA1687}" type="sibTrans" cxnId="{F80624A0-A48C-40D0-88F3-5505C1BF9255}">
      <dgm:prSet/>
      <dgm:spPr/>
      <dgm:t>
        <a:bodyPr/>
        <a:lstStyle/>
        <a:p>
          <a:endParaRPr lang="en-IN"/>
        </a:p>
      </dgm:t>
    </dgm:pt>
    <dgm:pt modelId="{41D23488-AAD4-4C27-A779-18E7A3E308B8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</a:t>
          </a:r>
          <a:r>
            <a:rPr lang="en-US" dirty="0" err="1"/>
            <a:t>ncb</a:t>
          </a:r>
          <a:r>
            <a:rPr lang="en-US" dirty="0"/>
            <a:t> percentage</a:t>
          </a:r>
          <a:endParaRPr lang="en-IN" dirty="0"/>
        </a:p>
      </dgm:t>
    </dgm:pt>
    <dgm:pt modelId="{AE0156E1-F3EE-451C-B81C-C2A8E191A48C}" type="parTrans" cxnId="{341D8E41-AC79-46F9-9ECE-87387525CA16}">
      <dgm:prSet/>
      <dgm:spPr/>
      <dgm:t>
        <a:bodyPr/>
        <a:lstStyle/>
        <a:p>
          <a:endParaRPr lang="en-IN"/>
        </a:p>
      </dgm:t>
    </dgm:pt>
    <dgm:pt modelId="{5DD83EA8-26F3-44E6-B134-ED23BEC04DD9}" type="sibTrans" cxnId="{341D8E41-AC79-46F9-9ECE-87387525CA16}">
      <dgm:prSet/>
      <dgm:spPr/>
      <dgm:t>
        <a:bodyPr/>
        <a:lstStyle/>
        <a:p>
          <a:endParaRPr lang="en-IN"/>
        </a:p>
      </dgm:t>
    </dgm:pt>
    <dgm:pt modelId="{BF9EFCFF-283C-4DFD-AF72-E5CE39F5CC3E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vehicle age</a:t>
          </a:r>
          <a:endParaRPr lang="en-IN" dirty="0"/>
        </a:p>
      </dgm:t>
    </dgm:pt>
    <dgm:pt modelId="{4CD9EB0B-6B6E-41AE-BBB9-4A98DD0FA7B9}" type="parTrans" cxnId="{E51E9DA9-B6B7-4806-B8B5-E75B6F8597E2}">
      <dgm:prSet/>
      <dgm:spPr/>
      <dgm:t>
        <a:bodyPr/>
        <a:lstStyle/>
        <a:p>
          <a:endParaRPr lang="en-IN"/>
        </a:p>
      </dgm:t>
    </dgm:pt>
    <dgm:pt modelId="{A4D15359-528B-405A-B7BD-A4D76A6637A9}" type="sibTrans" cxnId="{E51E9DA9-B6B7-4806-B8B5-E75B6F8597E2}">
      <dgm:prSet/>
      <dgm:spPr/>
      <dgm:t>
        <a:bodyPr/>
        <a:lstStyle/>
        <a:p>
          <a:endParaRPr lang="en-IN"/>
        </a:p>
      </dgm:t>
    </dgm:pt>
    <dgm:pt modelId="{880A76EA-11BE-4B1E-BCAE-65F2823BB69A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post code</a:t>
          </a:r>
          <a:endParaRPr lang="en-IN" dirty="0"/>
        </a:p>
      </dgm:t>
    </dgm:pt>
    <dgm:pt modelId="{BE5A4B5C-BFD3-41B6-907E-C24686AEEA44}" type="parTrans" cxnId="{1E317140-BEB5-4730-90B0-678F3D6E244E}">
      <dgm:prSet/>
      <dgm:spPr/>
      <dgm:t>
        <a:bodyPr/>
        <a:lstStyle/>
        <a:p>
          <a:endParaRPr lang="en-IN"/>
        </a:p>
      </dgm:t>
    </dgm:pt>
    <dgm:pt modelId="{442A53BA-7218-4A9F-BE3A-38F94B81FD61}" type="sibTrans" cxnId="{1E317140-BEB5-4730-90B0-678F3D6E244E}">
      <dgm:prSet/>
      <dgm:spPr/>
      <dgm:t>
        <a:bodyPr/>
        <a:lstStyle/>
        <a:p>
          <a:endParaRPr lang="en-IN"/>
        </a:p>
      </dgm:t>
    </dgm:pt>
    <dgm:pt modelId="{C9DFA58E-9DA5-4323-83B1-1FF3384FCEE1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Pre segment</a:t>
          </a:r>
          <a:endParaRPr lang="en-IN" dirty="0"/>
        </a:p>
      </dgm:t>
    </dgm:pt>
    <dgm:pt modelId="{57985B42-ED79-4D37-B570-50186E7F9BD2}" type="parTrans" cxnId="{EF744FFE-9E77-4458-A7F2-D378341C274A}">
      <dgm:prSet/>
      <dgm:spPr/>
      <dgm:t>
        <a:bodyPr/>
        <a:lstStyle/>
        <a:p>
          <a:endParaRPr lang="en-IN"/>
        </a:p>
      </dgm:t>
    </dgm:pt>
    <dgm:pt modelId="{D4CD460F-6912-4151-B24E-236B20C622B2}" type="sibTrans" cxnId="{EF744FFE-9E77-4458-A7F2-D378341C274A}">
      <dgm:prSet/>
      <dgm:spPr/>
      <dgm:t>
        <a:bodyPr/>
        <a:lstStyle/>
        <a:p>
          <a:endParaRPr lang="en-IN"/>
        </a:p>
      </dgm:t>
    </dgm:pt>
    <dgm:pt modelId="{F93D0180-6A9A-4FBE-8549-93593F09AE69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customer gender</a:t>
          </a:r>
          <a:endParaRPr lang="en-IN" dirty="0"/>
        </a:p>
      </dgm:t>
    </dgm:pt>
    <dgm:pt modelId="{17DCFCA4-73D9-444A-9126-761275CD2FBC}" type="parTrans" cxnId="{1D0D714E-93F5-46F7-8138-0D7896EC1171}">
      <dgm:prSet/>
      <dgm:spPr/>
      <dgm:t>
        <a:bodyPr/>
        <a:lstStyle/>
        <a:p>
          <a:endParaRPr lang="en-IN"/>
        </a:p>
      </dgm:t>
    </dgm:pt>
    <dgm:pt modelId="{EFB47D5A-F293-4F4E-A712-065B5BA37F09}" type="sibTrans" cxnId="{1D0D714E-93F5-46F7-8138-0D7896EC1171}">
      <dgm:prSet/>
      <dgm:spPr/>
      <dgm:t>
        <a:bodyPr/>
        <a:lstStyle/>
        <a:p>
          <a:endParaRPr lang="en-IN"/>
        </a:p>
      </dgm:t>
    </dgm:pt>
    <dgm:pt modelId="{EFC81A80-EF7F-4004-BBB7-C908789A8E14}">
      <dgm:prSet phldrT="[Text]"/>
      <dgm:spPr/>
      <dgm:t>
        <a:bodyPr/>
        <a:lstStyle/>
        <a:p>
          <a:pPr>
            <a:buFont typeface="+mj-lt"/>
            <a:buAutoNum type="arabicParenR"/>
          </a:pPr>
          <a:r>
            <a:rPr lang="en-US" dirty="0"/>
            <a:t> make</a:t>
          </a:r>
          <a:endParaRPr lang="en-IN" dirty="0"/>
        </a:p>
      </dgm:t>
    </dgm:pt>
    <dgm:pt modelId="{892C62B0-89A9-4A7F-A417-52395F118167}" type="parTrans" cxnId="{73B7A7A7-0BCE-41D4-BE5C-27A2F1A4A768}">
      <dgm:prSet/>
      <dgm:spPr/>
      <dgm:t>
        <a:bodyPr/>
        <a:lstStyle/>
        <a:p>
          <a:endParaRPr lang="en-IN"/>
        </a:p>
      </dgm:t>
    </dgm:pt>
    <dgm:pt modelId="{A92DCECC-6F00-4F3D-8099-93C07F364371}" type="sibTrans" cxnId="{73B7A7A7-0BCE-41D4-BE5C-27A2F1A4A768}">
      <dgm:prSet/>
      <dgm:spPr/>
      <dgm:t>
        <a:bodyPr/>
        <a:lstStyle/>
        <a:p>
          <a:endParaRPr lang="en-IN"/>
        </a:p>
      </dgm:t>
    </dgm:pt>
    <dgm:pt modelId="{5452ED1D-B647-47FC-99CF-2F684A18BB5C}" type="pres">
      <dgm:prSet presAssocID="{02185593-DDB4-49FB-9EE2-22A644AEE5FD}" presName="Name0" presStyleCnt="0">
        <dgm:presLayoutVars>
          <dgm:dir/>
          <dgm:animLvl val="lvl"/>
          <dgm:resizeHandles val="exact"/>
        </dgm:presLayoutVars>
      </dgm:prSet>
      <dgm:spPr/>
    </dgm:pt>
    <dgm:pt modelId="{2C13B17C-86BE-4E02-AD47-1FC105964CC8}" type="pres">
      <dgm:prSet presAssocID="{3ACBDBD6-F2AF-4A86-AD22-921960954911}" presName="composite" presStyleCnt="0"/>
      <dgm:spPr/>
    </dgm:pt>
    <dgm:pt modelId="{FD6E16B1-6EAE-4B31-ACA6-37C0BA5B15E8}" type="pres">
      <dgm:prSet presAssocID="{3ACBDBD6-F2AF-4A86-AD22-921960954911}" presName="parTx" presStyleLbl="alignNode1" presStyleIdx="0" presStyleCnt="3" custLinFactNeighborX="-103" custLinFactNeighborY="-22926">
        <dgm:presLayoutVars>
          <dgm:chMax val="0"/>
          <dgm:chPref val="0"/>
          <dgm:bulletEnabled val="1"/>
        </dgm:presLayoutVars>
      </dgm:prSet>
      <dgm:spPr/>
    </dgm:pt>
    <dgm:pt modelId="{80008C37-134F-4B6F-B970-F7D545295885}" type="pres">
      <dgm:prSet presAssocID="{3ACBDBD6-F2AF-4A86-AD22-921960954911}" presName="desTx" presStyleLbl="alignAccFollowNode1" presStyleIdx="0" presStyleCnt="3">
        <dgm:presLayoutVars>
          <dgm:bulletEnabled val="1"/>
        </dgm:presLayoutVars>
      </dgm:prSet>
      <dgm:spPr/>
    </dgm:pt>
    <dgm:pt modelId="{642DFD29-10CE-4956-9953-75D2443A6D72}" type="pres">
      <dgm:prSet presAssocID="{A959A988-E05A-4FC0-99D0-93CF430CE796}" presName="space" presStyleCnt="0"/>
      <dgm:spPr/>
    </dgm:pt>
    <dgm:pt modelId="{E3C618C2-FA46-48B6-9C4D-077DB49CCC78}" type="pres">
      <dgm:prSet presAssocID="{912AC5AE-9D08-4DFA-B52B-628E766D203C}" presName="composite" presStyleCnt="0"/>
      <dgm:spPr/>
    </dgm:pt>
    <dgm:pt modelId="{F9FC6CC1-6F3D-41E5-8B17-568ADBBDFE72}" type="pres">
      <dgm:prSet presAssocID="{912AC5AE-9D08-4DFA-B52B-628E766D203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055674B-4B73-42F9-AE4E-23D32E482EA6}" type="pres">
      <dgm:prSet presAssocID="{912AC5AE-9D08-4DFA-B52B-628E766D203C}" presName="desTx" presStyleLbl="alignAccFollowNode1" presStyleIdx="1" presStyleCnt="3">
        <dgm:presLayoutVars>
          <dgm:bulletEnabled val="1"/>
        </dgm:presLayoutVars>
      </dgm:prSet>
      <dgm:spPr/>
    </dgm:pt>
    <dgm:pt modelId="{0AF0C95F-B0BF-4A57-817E-42EDFCC5FFD9}" type="pres">
      <dgm:prSet presAssocID="{FEC0E573-F4B3-49B7-AEAA-58682D058416}" presName="space" presStyleCnt="0"/>
      <dgm:spPr/>
    </dgm:pt>
    <dgm:pt modelId="{9F5B6341-BF5A-49B8-B905-82406F22E99A}" type="pres">
      <dgm:prSet presAssocID="{6BB0BBB0-F874-4AF5-BE02-6EDFCFB64080}" presName="composite" presStyleCnt="0"/>
      <dgm:spPr/>
    </dgm:pt>
    <dgm:pt modelId="{E39903E0-BF7B-4A7F-A5A0-EDE70EEE984F}" type="pres">
      <dgm:prSet presAssocID="{6BB0BBB0-F874-4AF5-BE02-6EDFCFB6408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06BDC2B-D1AF-4424-9A21-94C6E455F978}" type="pres">
      <dgm:prSet presAssocID="{6BB0BBB0-F874-4AF5-BE02-6EDFCFB64080}" presName="desTx" presStyleLbl="alignAccFollowNode1" presStyleIdx="2" presStyleCnt="3" custLinFactNeighborX="1211" custLinFactNeighborY="309">
        <dgm:presLayoutVars>
          <dgm:bulletEnabled val="1"/>
        </dgm:presLayoutVars>
      </dgm:prSet>
      <dgm:spPr/>
    </dgm:pt>
  </dgm:ptLst>
  <dgm:cxnLst>
    <dgm:cxn modelId="{34394002-C4DB-461F-9F42-3FB2B2A09647}" type="presOf" srcId="{E2F919B9-1E21-4272-A641-BAC5D46BBAFE}" destId="{9055674B-4B73-42F9-AE4E-23D32E482EA6}" srcOrd="0" destOrd="4" presId="urn:microsoft.com/office/officeart/2005/8/layout/hList1"/>
    <dgm:cxn modelId="{B5FF8408-1ECD-44F0-9800-FA250B9601A1}" srcId="{912AC5AE-9D08-4DFA-B52B-628E766D203C}" destId="{0C9D6B8F-B6E7-4596-8FA6-0BD26D3E1947}" srcOrd="5" destOrd="0" parTransId="{1E1F4612-1ED1-405E-80DB-4429ABF0BB15}" sibTransId="{67BB274E-DC32-4A7B-B11E-D4CAD38EC6F0}"/>
    <dgm:cxn modelId="{31123609-A628-47C5-B346-0DAA9B4DB631}" srcId="{912AC5AE-9D08-4DFA-B52B-628E766D203C}" destId="{94300FAA-4A89-4217-A379-8E4977C6AAC5}" srcOrd="3" destOrd="0" parTransId="{0B10495D-F51F-42DA-A3AF-13DD522B044D}" sibTransId="{58881E27-C87F-4F7B-BA2D-57F4C2BEEAFB}"/>
    <dgm:cxn modelId="{90E93912-95DB-422E-AD55-17440AC41CAA}" type="presOf" srcId="{AB692230-8737-4B36-AA41-2ACFA967C755}" destId="{80008C37-134F-4B6F-B970-F7D545295885}" srcOrd="0" destOrd="3" presId="urn:microsoft.com/office/officeart/2005/8/layout/hList1"/>
    <dgm:cxn modelId="{61B5B713-E1D1-4A6B-8E37-E32BAB6346C9}" srcId="{6BB0BBB0-F874-4AF5-BE02-6EDFCFB64080}" destId="{779C658D-2566-4C90-80A2-301138D5BA9F}" srcOrd="0" destOrd="0" parTransId="{86937022-F08B-4451-B3A1-A18DF759F73B}" sibTransId="{15D6D457-4537-41B2-B0EB-E8821CAE34D7}"/>
    <dgm:cxn modelId="{4D4DA516-4173-4DD5-B461-78692CA81957}" srcId="{3ACBDBD6-F2AF-4A86-AD22-921960954911}" destId="{AB692230-8737-4B36-AA41-2ACFA967C755}" srcOrd="3" destOrd="0" parTransId="{063FD5CA-8789-46FA-B0D7-A6B49E643E8A}" sibTransId="{77738126-8046-48B1-9DB6-16E7E8B2B68F}"/>
    <dgm:cxn modelId="{52441D21-3DC5-4AF8-AF6F-C31E89CB472C}" srcId="{912AC5AE-9D08-4DFA-B52B-628E766D203C}" destId="{978C4115-10CD-440B-91AF-BD70A231022F}" srcOrd="2" destOrd="0" parTransId="{FF472826-E71C-4C7E-B7F5-6874EE7482AD}" sibTransId="{59A33681-2D35-4C53-8BA2-659BE85D9ED8}"/>
    <dgm:cxn modelId="{3CDE4D22-A174-4F04-85EE-5141334356E5}" srcId="{912AC5AE-9D08-4DFA-B52B-628E766D203C}" destId="{417FB057-059C-486C-B2C5-51ACC2CB87CF}" srcOrd="0" destOrd="0" parTransId="{4EB627EC-D1C8-449C-AC1F-E5ABD08E4DB0}" sibTransId="{2B39D517-4B7B-4CD3-BBB4-EBD39452C0A9}"/>
    <dgm:cxn modelId="{7B1D5532-7AC7-4FB8-8432-113C5120DE19}" type="presOf" srcId="{978C4115-10CD-440B-91AF-BD70A231022F}" destId="{9055674B-4B73-42F9-AE4E-23D32E482EA6}" srcOrd="0" destOrd="2" presId="urn:microsoft.com/office/officeart/2005/8/layout/hList1"/>
    <dgm:cxn modelId="{09109B38-07F5-4232-BA2C-F17F8434F8C5}" srcId="{912AC5AE-9D08-4DFA-B52B-628E766D203C}" destId="{50A814D8-2D3F-4E64-B170-371883EF035B}" srcOrd="6" destOrd="0" parTransId="{10F68264-B169-489B-B2DF-E484303CB16D}" sibTransId="{122D038F-23AF-4A4F-A106-8F87CC57206D}"/>
    <dgm:cxn modelId="{6FF44D3A-07E9-4049-8083-0206CC8A57BB}" type="presOf" srcId="{96DFA856-6A4F-4432-AE94-36CE5F763CA0}" destId="{80008C37-134F-4B6F-B970-F7D545295885}" srcOrd="0" destOrd="8" presId="urn:microsoft.com/office/officeart/2005/8/layout/hList1"/>
    <dgm:cxn modelId="{A82F633A-A11F-4C56-9F4D-C19BF57C50EE}" type="presOf" srcId="{C9B92CA3-661D-4245-B025-009B04B89C4B}" destId="{9055674B-4B73-42F9-AE4E-23D32E482EA6}" srcOrd="0" destOrd="1" presId="urn:microsoft.com/office/officeart/2005/8/layout/hList1"/>
    <dgm:cxn modelId="{56EF9F3E-FB5A-4B5B-B756-8C58377AAB58}" type="presOf" srcId="{417FB057-059C-486C-B2C5-51ACC2CB87CF}" destId="{9055674B-4B73-42F9-AE4E-23D32E482EA6}" srcOrd="0" destOrd="0" presId="urn:microsoft.com/office/officeart/2005/8/layout/hList1"/>
    <dgm:cxn modelId="{1E317140-BEB5-4730-90B0-678F3D6E244E}" srcId="{6BB0BBB0-F874-4AF5-BE02-6EDFCFB64080}" destId="{880A76EA-11BE-4B1E-BCAE-65F2823BB69A}" srcOrd="5" destOrd="0" parTransId="{BE5A4B5C-BFD3-41B6-907E-C24686AEEA44}" sibTransId="{442A53BA-7218-4A9F-BE3A-38F94B81FD61}"/>
    <dgm:cxn modelId="{341D8E41-AC79-46F9-9ECE-87387525CA16}" srcId="{6BB0BBB0-F874-4AF5-BE02-6EDFCFB64080}" destId="{41D23488-AAD4-4C27-A779-18E7A3E308B8}" srcOrd="3" destOrd="0" parTransId="{AE0156E1-F3EE-451C-B81C-C2A8E191A48C}" sibTransId="{5DD83EA8-26F3-44E6-B134-ED23BEC04DD9}"/>
    <dgm:cxn modelId="{B1DB3143-D9B9-4B98-AAC1-C73DE49BF027}" srcId="{6BB0BBB0-F874-4AF5-BE02-6EDFCFB64080}" destId="{08ED8B7D-2B0B-464A-952C-B176F3925C0D}" srcOrd="1" destOrd="0" parTransId="{AA483EAA-692A-468A-931B-9013CA138C6A}" sibTransId="{E97647B0-0EE6-4DBA-BB2C-D6F2A8C534D9}"/>
    <dgm:cxn modelId="{0B867A49-20AB-4F9B-8DDA-46C3D9EC0253}" srcId="{02185593-DDB4-49FB-9EE2-22A644AEE5FD}" destId="{3ACBDBD6-F2AF-4A86-AD22-921960954911}" srcOrd="0" destOrd="0" parTransId="{8D0C667B-E611-4588-82C5-41A0E429F4F2}" sibTransId="{A959A988-E05A-4FC0-99D0-93CF430CE796}"/>
    <dgm:cxn modelId="{577BC14B-49A8-4D37-A4B5-C59FE65E95C9}" type="presOf" srcId="{02185593-DDB4-49FB-9EE2-22A644AEE5FD}" destId="{5452ED1D-B647-47FC-99CF-2F684A18BB5C}" srcOrd="0" destOrd="0" presId="urn:microsoft.com/office/officeart/2005/8/layout/hList1"/>
    <dgm:cxn modelId="{517EFD4C-76CE-4BFD-8BE9-7D0F08490AAD}" type="presOf" srcId="{94D4311C-16F3-4234-BA2A-0FE6D8553E8F}" destId="{9055674B-4B73-42F9-AE4E-23D32E482EA6}" srcOrd="0" destOrd="7" presId="urn:microsoft.com/office/officeart/2005/8/layout/hList1"/>
    <dgm:cxn modelId="{1D0D714E-93F5-46F7-8138-0D7896EC1171}" srcId="{6BB0BBB0-F874-4AF5-BE02-6EDFCFB64080}" destId="{F93D0180-6A9A-4FBE-8549-93593F09AE69}" srcOrd="7" destOrd="0" parTransId="{17DCFCA4-73D9-444A-9126-761275CD2FBC}" sibTransId="{EFB47D5A-F293-4F4E-A712-065B5BA37F09}"/>
    <dgm:cxn modelId="{2F75B44E-5357-4EB5-BBC2-4D6DB1262926}" type="presOf" srcId="{C9DFA58E-9DA5-4323-83B1-1FF3384FCEE1}" destId="{506BDC2B-D1AF-4424-9A21-94C6E455F978}" srcOrd="0" destOrd="6" presId="urn:microsoft.com/office/officeart/2005/8/layout/hList1"/>
    <dgm:cxn modelId="{1E56114F-EC35-4404-9B95-7A9BD3437C39}" type="presOf" srcId="{D54F7CA4-80E9-476F-B9E6-8C9F5E6F7964}" destId="{80008C37-134F-4B6F-B970-F7D545295885}" srcOrd="0" destOrd="10" presId="urn:microsoft.com/office/officeart/2005/8/layout/hList1"/>
    <dgm:cxn modelId="{8429214F-7098-475C-855F-E004E7340DE3}" srcId="{912AC5AE-9D08-4DFA-B52B-628E766D203C}" destId="{E2F919B9-1E21-4272-A641-BAC5D46BBAFE}" srcOrd="4" destOrd="0" parTransId="{1AD8F1CD-CF27-4ACD-AEC3-48EA9F2CE69F}" sibTransId="{D73CA07B-7719-4788-8DAE-B393074DBF1F}"/>
    <dgm:cxn modelId="{A0110351-EE4B-4B75-A45E-F7D81A8B1A98}" type="presOf" srcId="{ABA24B72-3D7C-420A-A6BF-79F1DAD5B924}" destId="{80008C37-134F-4B6F-B970-F7D545295885}" srcOrd="0" destOrd="4" presId="urn:microsoft.com/office/officeart/2005/8/layout/hList1"/>
    <dgm:cxn modelId="{A3DA705C-96E7-462A-B51F-ADA85D88563F}" type="presOf" srcId="{08ED8B7D-2B0B-464A-952C-B176F3925C0D}" destId="{506BDC2B-D1AF-4424-9A21-94C6E455F978}" srcOrd="0" destOrd="1" presId="urn:microsoft.com/office/officeart/2005/8/layout/hList1"/>
    <dgm:cxn modelId="{BEC5D867-1BFA-40E0-8E92-5B3CDDA7B938}" srcId="{3ACBDBD6-F2AF-4A86-AD22-921960954911}" destId="{ABA24B72-3D7C-420A-A6BF-79F1DAD5B924}" srcOrd="4" destOrd="0" parTransId="{FE227C67-EC13-4BCA-B52F-6190D285EE3A}" sibTransId="{1BCDC409-C703-4328-BE4C-AA406A32059E}"/>
    <dgm:cxn modelId="{864D6C6C-5048-424B-9C1D-119FF5CD3D91}" srcId="{3ACBDBD6-F2AF-4A86-AD22-921960954911}" destId="{4DFDAF63-98BE-4809-96C8-483FC09C0B9E}" srcOrd="7" destOrd="0" parTransId="{DBB1CF84-8DE5-4B0A-AAE4-EC94E3F0AE6E}" sibTransId="{D88918E2-DBBF-4F28-AC6E-04B15785E20B}"/>
    <dgm:cxn modelId="{0930736F-4EEB-4A08-A7FF-079B663CE4AB}" srcId="{3ACBDBD6-F2AF-4A86-AD22-921960954911}" destId="{4988FDFF-E725-410D-A45E-6106A7BCBCD8}" srcOrd="6" destOrd="0" parTransId="{11480323-56E2-4ECB-AEAC-2017F620C755}" sibTransId="{D789F744-842F-4A8E-A799-0FD7997098B3}"/>
    <dgm:cxn modelId="{6450477D-A8C1-4DBE-9B24-550837FC8229}" type="presOf" srcId="{BF9EFCFF-283C-4DFD-AF72-E5CE39F5CC3E}" destId="{506BDC2B-D1AF-4424-9A21-94C6E455F978}" srcOrd="0" destOrd="4" presId="urn:microsoft.com/office/officeart/2005/8/layout/hList1"/>
    <dgm:cxn modelId="{7814B482-2B92-4591-BAF1-872CF4AE4259}" type="presOf" srcId="{912AC5AE-9D08-4DFA-B52B-628E766D203C}" destId="{F9FC6CC1-6F3D-41E5-8B17-568ADBBDFE72}" srcOrd="0" destOrd="0" presId="urn:microsoft.com/office/officeart/2005/8/layout/hList1"/>
    <dgm:cxn modelId="{12C8E187-43E7-4DC1-BE7F-75BC8258488A}" srcId="{3ACBDBD6-F2AF-4A86-AD22-921960954911}" destId="{09FD79E9-4D7D-4C06-A7D5-E88316683E6A}" srcOrd="5" destOrd="0" parTransId="{EC93D16F-D7B5-42AF-A6EF-898D198DBC39}" sibTransId="{E0C28C1C-E6C0-41C8-837F-C65C6D956C32}"/>
    <dgm:cxn modelId="{68C8878E-C185-4C50-BA6D-D24CF327F606}" type="presOf" srcId="{F93D0180-6A9A-4FBE-8549-93593F09AE69}" destId="{506BDC2B-D1AF-4424-9A21-94C6E455F978}" srcOrd="0" destOrd="7" presId="urn:microsoft.com/office/officeart/2005/8/layout/hList1"/>
    <dgm:cxn modelId="{F9ADB096-FC77-4A74-B38E-2B2C5DC39026}" srcId="{3ACBDBD6-F2AF-4A86-AD22-921960954911}" destId="{D54F7CA4-80E9-476F-B9E6-8C9F5E6F7964}" srcOrd="10" destOrd="0" parTransId="{4E8E1AF8-5719-4582-8BC5-7401B85F8EB5}" sibTransId="{605A4006-3073-4985-B587-088DCC33AFE7}"/>
    <dgm:cxn modelId="{31F03798-5BF6-4C6C-9828-1AD3326C53F3}" srcId="{912AC5AE-9D08-4DFA-B52B-628E766D203C}" destId="{540DBA1D-B688-49B3-80EE-DD4A9F29D892}" srcOrd="8" destOrd="0" parTransId="{61FB917B-224E-4707-A91B-C65CFA99FA20}" sibTransId="{32AA9A56-AD1F-47BC-B427-A6645747F42F}"/>
    <dgm:cxn modelId="{67DD539B-52D8-4E92-9294-4EF738BCDB13}" type="presOf" srcId="{4988FDFF-E725-410D-A45E-6106A7BCBCD8}" destId="{80008C37-134F-4B6F-B970-F7D545295885}" srcOrd="0" destOrd="6" presId="urn:microsoft.com/office/officeart/2005/8/layout/hList1"/>
    <dgm:cxn modelId="{2589869B-1D9D-4771-84EB-1D0728D2B8AD}" type="presOf" srcId="{CE8F9974-12DD-40ED-A78C-75EBBA75722B}" destId="{80008C37-134F-4B6F-B970-F7D545295885}" srcOrd="0" destOrd="9" presId="urn:microsoft.com/office/officeart/2005/8/layout/hList1"/>
    <dgm:cxn modelId="{F80624A0-A48C-40D0-88F3-5505C1BF9255}" srcId="{6BB0BBB0-F874-4AF5-BE02-6EDFCFB64080}" destId="{7DEB6551-56C9-4DA2-98DA-9EF057C0D4E3}" srcOrd="2" destOrd="0" parTransId="{3B3C3152-43DF-4FBC-979F-996ADB33979A}" sibTransId="{DA1BA817-2081-4056-88A2-9736B9AA1687}"/>
    <dgm:cxn modelId="{52AA4FA5-233D-4304-9701-DD846921AB42}" srcId="{6BB0BBB0-F874-4AF5-BE02-6EDFCFB64080}" destId="{23453558-AFC4-4C7F-A0D3-ECEC03175EFC}" srcOrd="9" destOrd="0" parTransId="{FCB23CB1-378F-4BD9-8401-864DE50DB81E}" sibTransId="{8007A83C-B8DD-44DF-92EE-73611046A0E9}"/>
    <dgm:cxn modelId="{73B7A7A7-0BCE-41D4-BE5C-27A2F1A4A768}" srcId="{6BB0BBB0-F874-4AF5-BE02-6EDFCFB64080}" destId="{EFC81A80-EF7F-4004-BBB7-C908789A8E14}" srcOrd="8" destOrd="0" parTransId="{892C62B0-89A9-4A7F-A417-52395F118167}" sibTransId="{A92DCECC-6F00-4F3D-8099-93C07F364371}"/>
    <dgm:cxn modelId="{E51E9DA9-B6B7-4806-B8B5-E75B6F8597E2}" srcId="{6BB0BBB0-F874-4AF5-BE02-6EDFCFB64080}" destId="{BF9EFCFF-283C-4DFD-AF72-E5CE39F5CC3E}" srcOrd="4" destOrd="0" parTransId="{4CD9EB0B-6B6E-41AE-BBB9-4A98DD0FA7B9}" sibTransId="{A4D15359-528B-405A-B7BD-A4D76A6637A9}"/>
    <dgm:cxn modelId="{844819AA-2E04-4C25-88D1-B693C3A67D87}" srcId="{912AC5AE-9D08-4DFA-B52B-628E766D203C}" destId="{A537D35B-42F7-4F83-8BA1-099BABC13EDF}" srcOrd="9" destOrd="0" parTransId="{A5429E79-B17A-4190-A05D-FBDBADB90D57}" sibTransId="{51D2099E-631E-4D5C-ACB1-2E900DC0E43D}"/>
    <dgm:cxn modelId="{821310AC-5828-4737-9BB4-F9E2A32B3307}" srcId="{912AC5AE-9D08-4DFA-B52B-628E766D203C}" destId="{C9B92CA3-661D-4245-B025-009B04B89C4B}" srcOrd="1" destOrd="0" parTransId="{DCEF6B5D-FE6C-48BB-AB4B-A5350FF99C5D}" sibTransId="{3C961D52-1788-48C7-8B44-1E9DB00B771F}"/>
    <dgm:cxn modelId="{A48790AE-81AB-4467-8ED1-71C3C6C2C26D}" srcId="{3ACBDBD6-F2AF-4A86-AD22-921960954911}" destId="{3F9A6FE7-E564-4BFC-B758-DE22521BCB8D}" srcOrd="1" destOrd="0" parTransId="{0C1A12E7-E982-4BDB-9FF3-C0BEC9B458F0}" sibTransId="{7549D506-A1C8-4650-A669-7B939CDF328A}"/>
    <dgm:cxn modelId="{C60AB5AF-25EB-4174-AF5B-F5EDD6CC6061}" type="presOf" srcId="{23453558-AFC4-4C7F-A0D3-ECEC03175EFC}" destId="{506BDC2B-D1AF-4424-9A21-94C6E455F978}" srcOrd="0" destOrd="9" presId="urn:microsoft.com/office/officeart/2005/8/layout/hList1"/>
    <dgm:cxn modelId="{50A37AB1-A62A-4644-8F5B-D2553AE26946}" type="presOf" srcId="{09FD79E9-4D7D-4C06-A7D5-E88316683E6A}" destId="{80008C37-134F-4B6F-B970-F7D545295885}" srcOrd="0" destOrd="5" presId="urn:microsoft.com/office/officeart/2005/8/layout/hList1"/>
    <dgm:cxn modelId="{7CE6F4B8-C1B4-4ABC-9959-AF8A1CFAE8DF}" srcId="{3ACBDBD6-F2AF-4A86-AD22-921960954911}" destId="{AD9DC751-B5EB-486A-9366-411B35B423BD}" srcOrd="0" destOrd="0" parTransId="{A54DED28-485D-450E-9452-625896AEB887}" sibTransId="{9DF1D117-1B1D-4528-89B3-6B6E423DAD76}"/>
    <dgm:cxn modelId="{B35DB5BA-BD1B-452F-B9DD-7D30A37BEB82}" type="presOf" srcId="{AD9DC751-B5EB-486A-9366-411B35B423BD}" destId="{80008C37-134F-4B6F-B970-F7D545295885}" srcOrd="0" destOrd="0" presId="urn:microsoft.com/office/officeart/2005/8/layout/hList1"/>
    <dgm:cxn modelId="{F62A33C4-A2C4-40B1-B9A7-A9D57F6E00E6}" type="presOf" srcId="{4DFDAF63-98BE-4809-96C8-483FC09C0B9E}" destId="{80008C37-134F-4B6F-B970-F7D545295885}" srcOrd="0" destOrd="7" presId="urn:microsoft.com/office/officeart/2005/8/layout/hList1"/>
    <dgm:cxn modelId="{255D4AC7-C6B2-4AAD-A284-9953F724C900}" srcId="{3ACBDBD6-F2AF-4A86-AD22-921960954911}" destId="{96DFA856-6A4F-4432-AE94-36CE5F763CA0}" srcOrd="8" destOrd="0" parTransId="{9AFDC0A7-E090-4D8A-AD98-C551FFF051D2}" sibTransId="{D0C0977A-A71C-4AD7-B2E8-6B4E509F8B42}"/>
    <dgm:cxn modelId="{572477CA-9DAF-4FC8-A503-2103797AE2E7}" srcId="{3ACBDBD6-F2AF-4A86-AD22-921960954911}" destId="{F3F830AC-DCE4-4E3E-BFB6-D002D5A35994}" srcOrd="2" destOrd="0" parTransId="{CA6E4B13-4E18-432B-91E3-1CB149FBE97E}" sibTransId="{556B3FAF-B650-4269-903E-DD0676D59BEA}"/>
    <dgm:cxn modelId="{487A27CD-E077-4031-8341-960FA4104988}" srcId="{912AC5AE-9D08-4DFA-B52B-628E766D203C}" destId="{94D4311C-16F3-4234-BA2A-0FE6D8553E8F}" srcOrd="7" destOrd="0" parTransId="{898271FC-7FAD-4213-9BD3-29AB17418F36}" sibTransId="{D21DC480-6AA2-45A5-8DA0-CE2D8306E58C}"/>
    <dgm:cxn modelId="{25A065D2-2AD5-42EB-AF76-5D04D3DEFA66}" srcId="{02185593-DDB4-49FB-9EE2-22A644AEE5FD}" destId="{6BB0BBB0-F874-4AF5-BE02-6EDFCFB64080}" srcOrd="2" destOrd="0" parTransId="{73D862B4-2104-4554-AD1C-3558B53E7121}" sibTransId="{96EB352F-F0CB-46C0-8056-68C0E94A36C3}"/>
    <dgm:cxn modelId="{8B1D07D3-BF0F-4462-8F18-0D124CCB1BC5}" type="presOf" srcId="{6BB0BBB0-F874-4AF5-BE02-6EDFCFB64080}" destId="{E39903E0-BF7B-4A7F-A5A0-EDE70EEE984F}" srcOrd="0" destOrd="0" presId="urn:microsoft.com/office/officeart/2005/8/layout/hList1"/>
    <dgm:cxn modelId="{DD33C0D5-75D1-4AD4-B939-48187767E948}" srcId="{02185593-DDB4-49FB-9EE2-22A644AEE5FD}" destId="{912AC5AE-9D08-4DFA-B52B-628E766D203C}" srcOrd="1" destOrd="0" parTransId="{9B7AEB23-8075-4CBC-B59F-6A331D791B6C}" sibTransId="{FEC0E573-F4B3-49B7-AEAA-58682D058416}"/>
    <dgm:cxn modelId="{550BE1D8-8FAF-4817-8736-28E1F3A2CF90}" type="presOf" srcId="{A537D35B-42F7-4F83-8BA1-099BABC13EDF}" destId="{9055674B-4B73-42F9-AE4E-23D32E482EA6}" srcOrd="0" destOrd="9" presId="urn:microsoft.com/office/officeart/2005/8/layout/hList1"/>
    <dgm:cxn modelId="{A6BF82DB-4D46-410B-97D3-749E1A543E22}" type="presOf" srcId="{3ACBDBD6-F2AF-4A86-AD22-921960954911}" destId="{FD6E16B1-6EAE-4B31-ACA6-37C0BA5B15E8}" srcOrd="0" destOrd="0" presId="urn:microsoft.com/office/officeart/2005/8/layout/hList1"/>
    <dgm:cxn modelId="{C695B1DC-12C5-4A21-B386-CA8CDBC62F56}" type="presOf" srcId="{0C9D6B8F-B6E7-4596-8FA6-0BD26D3E1947}" destId="{9055674B-4B73-42F9-AE4E-23D32E482EA6}" srcOrd="0" destOrd="5" presId="urn:microsoft.com/office/officeart/2005/8/layout/hList1"/>
    <dgm:cxn modelId="{C0EC85E5-7325-42A9-8ADE-07AEEB582971}" type="presOf" srcId="{41D23488-AAD4-4C27-A779-18E7A3E308B8}" destId="{506BDC2B-D1AF-4424-9A21-94C6E455F978}" srcOrd="0" destOrd="3" presId="urn:microsoft.com/office/officeart/2005/8/layout/hList1"/>
    <dgm:cxn modelId="{E622ACE7-5825-41AB-B258-6A6CD9E06A45}" type="presOf" srcId="{880A76EA-11BE-4B1E-BCAE-65F2823BB69A}" destId="{506BDC2B-D1AF-4424-9A21-94C6E455F978}" srcOrd="0" destOrd="5" presId="urn:microsoft.com/office/officeart/2005/8/layout/hList1"/>
    <dgm:cxn modelId="{56187AE8-7B1E-4AC4-BD0C-69F48DFA3AA6}" type="presOf" srcId="{540DBA1D-B688-49B3-80EE-DD4A9F29D892}" destId="{9055674B-4B73-42F9-AE4E-23D32E482EA6}" srcOrd="0" destOrd="8" presId="urn:microsoft.com/office/officeart/2005/8/layout/hList1"/>
    <dgm:cxn modelId="{02246CED-A7CD-461D-9FB2-C2F5912FB804}" type="presOf" srcId="{3F9A6FE7-E564-4BFC-B758-DE22521BCB8D}" destId="{80008C37-134F-4B6F-B970-F7D545295885}" srcOrd="0" destOrd="1" presId="urn:microsoft.com/office/officeart/2005/8/layout/hList1"/>
    <dgm:cxn modelId="{68C0C6ED-75F8-401A-AF13-2112CC734D11}" srcId="{3ACBDBD6-F2AF-4A86-AD22-921960954911}" destId="{CE8F9974-12DD-40ED-A78C-75EBBA75722B}" srcOrd="9" destOrd="0" parTransId="{F34EC958-30CE-4CA5-A758-F916B9DD322E}" sibTransId="{FA0441EF-0F05-419E-A23B-EF783D90E6E8}"/>
    <dgm:cxn modelId="{BCDC53F1-7E06-41BB-AE4B-04E329A39DC3}" type="presOf" srcId="{EFC81A80-EF7F-4004-BBB7-C908789A8E14}" destId="{506BDC2B-D1AF-4424-9A21-94C6E455F978}" srcOrd="0" destOrd="8" presId="urn:microsoft.com/office/officeart/2005/8/layout/hList1"/>
    <dgm:cxn modelId="{5BD1EDF2-EAE8-4821-A6EC-1948DA79ACC7}" type="presOf" srcId="{50A814D8-2D3F-4E64-B170-371883EF035B}" destId="{9055674B-4B73-42F9-AE4E-23D32E482EA6}" srcOrd="0" destOrd="6" presId="urn:microsoft.com/office/officeart/2005/8/layout/hList1"/>
    <dgm:cxn modelId="{C91E76F3-4CD1-4E1A-86EB-013FD6BEF356}" type="presOf" srcId="{7DEB6551-56C9-4DA2-98DA-9EF057C0D4E3}" destId="{506BDC2B-D1AF-4424-9A21-94C6E455F978}" srcOrd="0" destOrd="2" presId="urn:microsoft.com/office/officeart/2005/8/layout/hList1"/>
    <dgm:cxn modelId="{5CD642F9-FEF7-4388-968B-913AEEE67950}" type="presOf" srcId="{94300FAA-4A89-4217-A379-8E4977C6AAC5}" destId="{9055674B-4B73-42F9-AE4E-23D32E482EA6}" srcOrd="0" destOrd="3" presId="urn:microsoft.com/office/officeart/2005/8/layout/hList1"/>
    <dgm:cxn modelId="{9D1385F9-99CB-40CB-A615-EBDE1CB3D6BB}" type="presOf" srcId="{F3F830AC-DCE4-4E3E-BFB6-D002D5A35994}" destId="{80008C37-134F-4B6F-B970-F7D545295885}" srcOrd="0" destOrd="2" presId="urn:microsoft.com/office/officeart/2005/8/layout/hList1"/>
    <dgm:cxn modelId="{92ABC6FD-E038-442E-9608-38DC39F425F8}" type="presOf" srcId="{779C658D-2566-4C90-80A2-301138D5BA9F}" destId="{506BDC2B-D1AF-4424-9A21-94C6E455F978}" srcOrd="0" destOrd="0" presId="urn:microsoft.com/office/officeart/2005/8/layout/hList1"/>
    <dgm:cxn modelId="{EF744FFE-9E77-4458-A7F2-D378341C274A}" srcId="{6BB0BBB0-F874-4AF5-BE02-6EDFCFB64080}" destId="{C9DFA58E-9DA5-4323-83B1-1FF3384FCEE1}" srcOrd="6" destOrd="0" parTransId="{57985B42-ED79-4D37-B570-50186E7F9BD2}" sibTransId="{D4CD460F-6912-4151-B24E-236B20C622B2}"/>
    <dgm:cxn modelId="{AC60FE2F-377B-4BA0-A315-7217F0BFA06D}" type="presParOf" srcId="{5452ED1D-B647-47FC-99CF-2F684A18BB5C}" destId="{2C13B17C-86BE-4E02-AD47-1FC105964CC8}" srcOrd="0" destOrd="0" presId="urn:microsoft.com/office/officeart/2005/8/layout/hList1"/>
    <dgm:cxn modelId="{B2B896FB-CF94-441C-B724-436BA1B6D6D9}" type="presParOf" srcId="{2C13B17C-86BE-4E02-AD47-1FC105964CC8}" destId="{FD6E16B1-6EAE-4B31-ACA6-37C0BA5B15E8}" srcOrd="0" destOrd="0" presId="urn:microsoft.com/office/officeart/2005/8/layout/hList1"/>
    <dgm:cxn modelId="{7AAC973E-3CEE-498B-BFDE-5C0757ED5830}" type="presParOf" srcId="{2C13B17C-86BE-4E02-AD47-1FC105964CC8}" destId="{80008C37-134F-4B6F-B970-F7D545295885}" srcOrd="1" destOrd="0" presId="urn:microsoft.com/office/officeart/2005/8/layout/hList1"/>
    <dgm:cxn modelId="{459F05D2-4650-472A-BB29-D2E4B66D4D8F}" type="presParOf" srcId="{5452ED1D-B647-47FC-99CF-2F684A18BB5C}" destId="{642DFD29-10CE-4956-9953-75D2443A6D72}" srcOrd="1" destOrd="0" presId="urn:microsoft.com/office/officeart/2005/8/layout/hList1"/>
    <dgm:cxn modelId="{34F2E9D8-E3A7-4A5C-A871-642D59115212}" type="presParOf" srcId="{5452ED1D-B647-47FC-99CF-2F684A18BB5C}" destId="{E3C618C2-FA46-48B6-9C4D-077DB49CCC78}" srcOrd="2" destOrd="0" presId="urn:microsoft.com/office/officeart/2005/8/layout/hList1"/>
    <dgm:cxn modelId="{B0227C11-45B3-488A-BD95-3F2E072193E0}" type="presParOf" srcId="{E3C618C2-FA46-48B6-9C4D-077DB49CCC78}" destId="{F9FC6CC1-6F3D-41E5-8B17-568ADBBDFE72}" srcOrd="0" destOrd="0" presId="urn:microsoft.com/office/officeart/2005/8/layout/hList1"/>
    <dgm:cxn modelId="{0B2F8E5C-C07A-4B59-AE16-5F2AA0831D1F}" type="presParOf" srcId="{E3C618C2-FA46-48B6-9C4D-077DB49CCC78}" destId="{9055674B-4B73-42F9-AE4E-23D32E482EA6}" srcOrd="1" destOrd="0" presId="urn:microsoft.com/office/officeart/2005/8/layout/hList1"/>
    <dgm:cxn modelId="{B1B96ADB-E531-425D-9BA9-7933C25F6D47}" type="presParOf" srcId="{5452ED1D-B647-47FC-99CF-2F684A18BB5C}" destId="{0AF0C95F-B0BF-4A57-817E-42EDFCC5FFD9}" srcOrd="3" destOrd="0" presId="urn:microsoft.com/office/officeart/2005/8/layout/hList1"/>
    <dgm:cxn modelId="{D41C4E34-93A4-4751-9EC6-E4CD4779A932}" type="presParOf" srcId="{5452ED1D-B647-47FC-99CF-2F684A18BB5C}" destId="{9F5B6341-BF5A-49B8-B905-82406F22E99A}" srcOrd="4" destOrd="0" presId="urn:microsoft.com/office/officeart/2005/8/layout/hList1"/>
    <dgm:cxn modelId="{6D2AC2C8-52FD-4701-A26D-C55CB9FF7D77}" type="presParOf" srcId="{9F5B6341-BF5A-49B8-B905-82406F22E99A}" destId="{E39903E0-BF7B-4A7F-A5A0-EDE70EEE984F}" srcOrd="0" destOrd="0" presId="urn:microsoft.com/office/officeart/2005/8/layout/hList1"/>
    <dgm:cxn modelId="{FAB8C12D-0D6B-4195-87AD-FDE74AF0CA7A}" type="presParOf" srcId="{9F5B6341-BF5A-49B8-B905-82406F22E99A}" destId="{506BDC2B-D1AF-4424-9A21-94C6E455F9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02902B-4250-4F61-952B-A00B7C8DB3BB}" type="doc">
      <dgm:prSet loTypeId="urn:microsoft.com/office/officeart/2011/layout/CircleProcess" loCatId="process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IN"/>
        </a:p>
      </dgm:t>
    </dgm:pt>
    <dgm:pt modelId="{236D32EF-5E01-474E-A5D4-ADE7CDF47806}">
      <dgm:prSet phldrT="[Text]"/>
      <dgm:spPr/>
      <dgm:t>
        <a:bodyPr/>
        <a:lstStyle/>
        <a:p>
          <a:r>
            <a:rPr lang="en-US"/>
            <a:t>Data Understanding &amp; Cleaning</a:t>
          </a:r>
        </a:p>
      </dgm:t>
    </dgm:pt>
    <dgm:pt modelId="{6BCEFC9A-6CFA-4930-BC82-A51B4208805E}" type="parTrans" cxnId="{117FE946-4882-4F32-91B9-1057D070858B}">
      <dgm:prSet/>
      <dgm:spPr/>
      <dgm:t>
        <a:bodyPr/>
        <a:lstStyle/>
        <a:p>
          <a:endParaRPr lang="en-IN"/>
        </a:p>
      </dgm:t>
    </dgm:pt>
    <dgm:pt modelId="{48DE8463-1759-46BB-BD82-EB776D7EBF09}" type="sibTrans" cxnId="{117FE946-4882-4F32-91B9-1057D070858B}">
      <dgm:prSet/>
      <dgm:spPr/>
      <dgm:t>
        <a:bodyPr/>
        <a:lstStyle/>
        <a:p>
          <a:endParaRPr lang="en-IN"/>
        </a:p>
      </dgm:t>
    </dgm:pt>
    <dgm:pt modelId="{DF20A2C4-9087-451C-863F-0C4A9359CE70}">
      <dgm:prSet phldrT="[Text]"/>
      <dgm:spPr/>
      <dgm:t>
        <a:bodyPr/>
        <a:lstStyle/>
        <a:p>
          <a:r>
            <a:rPr lang="en-US"/>
            <a:t>Exploratory analysis</a:t>
          </a:r>
          <a:endParaRPr lang="en-IN"/>
        </a:p>
      </dgm:t>
    </dgm:pt>
    <dgm:pt modelId="{791E0348-FCDD-497E-848C-8BE191BE6DA7}" type="parTrans" cxnId="{7E92F763-1943-48FD-B566-AAE73D9DE40E}">
      <dgm:prSet/>
      <dgm:spPr/>
      <dgm:t>
        <a:bodyPr/>
        <a:lstStyle/>
        <a:p>
          <a:endParaRPr lang="en-IN"/>
        </a:p>
      </dgm:t>
    </dgm:pt>
    <dgm:pt modelId="{00304415-842F-4B5F-BD7A-532C5E8C5756}" type="sibTrans" cxnId="{7E92F763-1943-48FD-B566-AAE73D9DE40E}">
      <dgm:prSet/>
      <dgm:spPr/>
      <dgm:t>
        <a:bodyPr/>
        <a:lstStyle/>
        <a:p>
          <a:endParaRPr lang="en-IN"/>
        </a:p>
      </dgm:t>
    </dgm:pt>
    <dgm:pt modelId="{4B79557E-98C1-46E6-B12C-F8486651E7B2}">
      <dgm:prSet phldrT="[Text]"/>
      <dgm:spPr/>
      <dgm:t>
        <a:bodyPr/>
        <a:lstStyle/>
        <a:p>
          <a:r>
            <a:rPr lang="en-US"/>
            <a:t>Model Development</a:t>
          </a:r>
          <a:endParaRPr lang="en-IN"/>
        </a:p>
      </dgm:t>
    </dgm:pt>
    <dgm:pt modelId="{31FE4E74-46D4-4EB5-BC84-4D6ACCDE30C0}" type="parTrans" cxnId="{E462254F-5D61-4AB3-9E52-B00173BF6220}">
      <dgm:prSet/>
      <dgm:spPr/>
      <dgm:t>
        <a:bodyPr/>
        <a:lstStyle/>
        <a:p>
          <a:endParaRPr lang="en-IN"/>
        </a:p>
      </dgm:t>
    </dgm:pt>
    <dgm:pt modelId="{B9150628-BD05-490C-8586-DBA73A40BFBB}" type="sibTrans" cxnId="{E462254F-5D61-4AB3-9E52-B00173BF6220}">
      <dgm:prSet/>
      <dgm:spPr/>
      <dgm:t>
        <a:bodyPr/>
        <a:lstStyle/>
        <a:p>
          <a:endParaRPr lang="en-IN"/>
        </a:p>
      </dgm:t>
    </dgm:pt>
    <dgm:pt modelId="{ED3FC34E-004E-4907-B3F4-50C22BEAC46D}">
      <dgm:prSet phldrT="[Text]"/>
      <dgm:spPr/>
      <dgm:t>
        <a:bodyPr/>
        <a:lstStyle/>
        <a:p>
          <a:r>
            <a:rPr lang="en-US"/>
            <a:t>Hyperparameter Tuning &amp; Optimization</a:t>
          </a:r>
          <a:endParaRPr lang="en-IN"/>
        </a:p>
      </dgm:t>
    </dgm:pt>
    <dgm:pt modelId="{9A7B5316-FD79-481E-9829-6E1DB63E8115}" type="parTrans" cxnId="{4BBD5F27-867C-44A5-B11D-2B9CAA8DBD72}">
      <dgm:prSet/>
      <dgm:spPr/>
      <dgm:t>
        <a:bodyPr/>
        <a:lstStyle/>
        <a:p>
          <a:endParaRPr lang="en-IN"/>
        </a:p>
      </dgm:t>
    </dgm:pt>
    <dgm:pt modelId="{6510FA74-C289-4B26-9810-2079A15E0594}" type="sibTrans" cxnId="{4BBD5F27-867C-44A5-B11D-2B9CAA8DBD72}">
      <dgm:prSet/>
      <dgm:spPr/>
      <dgm:t>
        <a:bodyPr/>
        <a:lstStyle/>
        <a:p>
          <a:endParaRPr lang="en-IN"/>
        </a:p>
      </dgm:t>
    </dgm:pt>
    <dgm:pt modelId="{1BE1BC78-A434-4B41-8C5E-E8A39B86E6EF}">
      <dgm:prSet phldrT="[Text]"/>
      <dgm:spPr/>
      <dgm:t>
        <a:bodyPr/>
        <a:lstStyle/>
        <a:p>
          <a:r>
            <a:rPr lang="en-US"/>
            <a:t>Testing and Generalization</a:t>
          </a:r>
          <a:endParaRPr lang="en-IN"/>
        </a:p>
      </dgm:t>
    </dgm:pt>
    <dgm:pt modelId="{4E21C5ED-FA3A-4FD1-AFDC-09840A82027B}" type="parTrans" cxnId="{22B472A8-7E9B-4D3B-AC44-FF103A18EDB3}">
      <dgm:prSet/>
      <dgm:spPr/>
      <dgm:t>
        <a:bodyPr/>
        <a:lstStyle/>
        <a:p>
          <a:endParaRPr lang="en-IN"/>
        </a:p>
      </dgm:t>
    </dgm:pt>
    <dgm:pt modelId="{46DD187C-05F1-41EC-8230-24D71E30451B}" type="sibTrans" cxnId="{22B472A8-7E9B-4D3B-AC44-FF103A18EDB3}">
      <dgm:prSet/>
      <dgm:spPr/>
      <dgm:t>
        <a:bodyPr/>
        <a:lstStyle/>
        <a:p>
          <a:endParaRPr lang="en-IN"/>
        </a:p>
      </dgm:t>
    </dgm:pt>
    <dgm:pt modelId="{BAE962BC-E843-4ACD-A757-FBEDD222CD41}" type="pres">
      <dgm:prSet presAssocID="{A402902B-4250-4F61-952B-A00B7C8DB3B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D8F5179-1EE3-41C2-89A7-F57EEF2F98A3}" type="pres">
      <dgm:prSet presAssocID="{1BE1BC78-A434-4B41-8C5E-E8A39B86E6EF}" presName="Accent5" presStyleCnt="0"/>
      <dgm:spPr/>
    </dgm:pt>
    <dgm:pt modelId="{8E215A1C-EB46-4E37-93CB-EDC3CCAA56A4}" type="pres">
      <dgm:prSet presAssocID="{1BE1BC78-A434-4B41-8C5E-E8A39B86E6EF}" presName="Accent" presStyleLbl="node1" presStyleIdx="0" presStyleCnt="5"/>
      <dgm:spPr/>
    </dgm:pt>
    <dgm:pt modelId="{542D7E3E-2884-4ADB-8AAE-7FC668AF4F19}" type="pres">
      <dgm:prSet presAssocID="{1BE1BC78-A434-4B41-8C5E-E8A39B86E6EF}" presName="ParentBackground5" presStyleCnt="0"/>
      <dgm:spPr/>
    </dgm:pt>
    <dgm:pt modelId="{254DD769-22C9-4EBD-92FE-745EBC833C58}" type="pres">
      <dgm:prSet presAssocID="{1BE1BC78-A434-4B41-8C5E-E8A39B86E6EF}" presName="ParentBackground" presStyleLbl="fgAcc1" presStyleIdx="0" presStyleCnt="5"/>
      <dgm:spPr/>
    </dgm:pt>
    <dgm:pt modelId="{EA38FCDC-F570-4B5E-BAE0-F0298531DA2A}" type="pres">
      <dgm:prSet presAssocID="{1BE1BC78-A434-4B41-8C5E-E8A39B86E6EF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C462FCE-A04C-46DB-80FB-02B035A12D9C}" type="pres">
      <dgm:prSet presAssocID="{ED3FC34E-004E-4907-B3F4-50C22BEAC46D}" presName="Accent4" presStyleCnt="0"/>
      <dgm:spPr/>
    </dgm:pt>
    <dgm:pt modelId="{67060BBD-9F13-4D02-995F-25FD50F2559B}" type="pres">
      <dgm:prSet presAssocID="{ED3FC34E-004E-4907-B3F4-50C22BEAC46D}" presName="Accent" presStyleLbl="node1" presStyleIdx="1" presStyleCnt="5"/>
      <dgm:spPr/>
    </dgm:pt>
    <dgm:pt modelId="{E9B3157E-991B-455F-9052-26A43342299C}" type="pres">
      <dgm:prSet presAssocID="{ED3FC34E-004E-4907-B3F4-50C22BEAC46D}" presName="ParentBackground4" presStyleCnt="0"/>
      <dgm:spPr/>
    </dgm:pt>
    <dgm:pt modelId="{02E96374-20A1-4171-87DF-61A0F87ABF4D}" type="pres">
      <dgm:prSet presAssocID="{ED3FC34E-004E-4907-B3F4-50C22BEAC46D}" presName="ParentBackground" presStyleLbl="fgAcc1" presStyleIdx="1" presStyleCnt="5"/>
      <dgm:spPr/>
    </dgm:pt>
    <dgm:pt modelId="{4185F4D2-E998-4FAA-98C7-AF6A674B81F7}" type="pres">
      <dgm:prSet presAssocID="{ED3FC34E-004E-4907-B3F4-50C22BEAC46D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550126D-96DB-42BE-AD5A-FB3A64E7773B}" type="pres">
      <dgm:prSet presAssocID="{4B79557E-98C1-46E6-B12C-F8486651E7B2}" presName="Accent3" presStyleCnt="0"/>
      <dgm:spPr/>
    </dgm:pt>
    <dgm:pt modelId="{A58474C0-1716-40F0-9D22-899AB03B8666}" type="pres">
      <dgm:prSet presAssocID="{4B79557E-98C1-46E6-B12C-F8486651E7B2}" presName="Accent" presStyleLbl="node1" presStyleIdx="2" presStyleCnt="5"/>
      <dgm:spPr/>
    </dgm:pt>
    <dgm:pt modelId="{555FCA4F-0458-49BB-B396-C0DBC71AB7E0}" type="pres">
      <dgm:prSet presAssocID="{4B79557E-98C1-46E6-B12C-F8486651E7B2}" presName="ParentBackground3" presStyleCnt="0"/>
      <dgm:spPr/>
    </dgm:pt>
    <dgm:pt modelId="{BD63830F-84AA-488C-B379-D0FD91104D80}" type="pres">
      <dgm:prSet presAssocID="{4B79557E-98C1-46E6-B12C-F8486651E7B2}" presName="ParentBackground" presStyleLbl="fgAcc1" presStyleIdx="2" presStyleCnt="5"/>
      <dgm:spPr/>
    </dgm:pt>
    <dgm:pt modelId="{88C5D634-AF0B-4462-B720-AFD1CE758E79}" type="pres">
      <dgm:prSet presAssocID="{4B79557E-98C1-46E6-B12C-F8486651E7B2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75820D9-8C52-43FD-9BCA-E6610F715D1C}" type="pres">
      <dgm:prSet presAssocID="{DF20A2C4-9087-451C-863F-0C4A9359CE70}" presName="Accent2" presStyleCnt="0"/>
      <dgm:spPr/>
    </dgm:pt>
    <dgm:pt modelId="{489659A4-FA9A-4600-A639-2714C7E2648B}" type="pres">
      <dgm:prSet presAssocID="{DF20A2C4-9087-451C-863F-0C4A9359CE70}" presName="Accent" presStyleLbl="node1" presStyleIdx="3" presStyleCnt="5"/>
      <dgm:spPr/>
    </dgm:pt>
    <dgm:pt modelId="{D071E825-0B22-42CC-B282-352859B6ABA7}" type="pres">
      <dgm:prSet presAssocID="{DF20A2C4-9087-451C-863F-0C4A9359CE70}" presName="ParentBackground2" presStyleCnt="0"/>
      <dgm:spPr/>
    </dgm:pt>
    <dgm:pt modelId="{6E8C7B43-A43E-41BB-B3D2-2E56D90C8850}" type="pres">
      <dgm:prSet presAssocID="{DF20A2C4-9087-451C-863F-0C4A9359CE70}" presName="ParentBackground" presStyleLbl="fgAcc1" presStyleIdx="3" presStyleCnt="5"/>
      <dgm:spPr/>
    </dgm:pt>
    <dgm:pt modelId="{9E2C75BD-FF44-4E95-9F16-C27BC2AD6B2B}" type="pres">
      <dgm:prSet presAssocID="{DF20A2C4-9087-451C-863F-0C4A9359CE7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184E287-D9F6-4760-A90F-71997EA95059}" type="pres">
      <dgm:prSet presAssocID="{236D32EF-5E01-474E-A5D4-ADE7CDF47806}" presName="Accent1" presStyleCnt="0"/>
      <dgm:spPr/>
    </dgm:pt>
    <dgm:pt modelId="{03AEECE5-A289-4E88-A3BD-42E807D6A393}" type="pres">
      <dgm:prSet presAssocID="{236D32EF-5E01-474E-A5D4-ADE7CDF47806}" presName="Accent" presStyleLbl="node1" presStyleIdx="4" presStyleCnt="5"/>
      <dgm:spPr/>
    </dgm:pt>
    <dgm:pt modelId="{4C14E672-BC12-40B4-A0C1-D64C3E59AE6E}" type="pres">
      <dgm:prSet presAssocID="{236D32EF-5E01-474E-A5D4-ADE7CDF47806}" presName="ParentBackground1" presStyleCnt="0"/>
      <dgm:spPr/>
    </dgm:pt>
    <dgm:pt modelId="{E100DE9B-C758-4C40-B2D8-8520C88BBC22}" type="pres">
      <dgm:prSet presAssocID="{236D32EF-5E01-474E-A5D4-ADE7CDF47806}" presName="ParentBackground" presStyleLbl="fgAcc1" presStyleIdx="4" presStyleCnt="5"/>
      <dgm:spPr/>
    </dgm:pt>
    <dgm:pt modelId="{F6A07B06-47CF-4462-ACE6-227C34CE478D}" type="pres">
      <dgm:prSet presAssocID="{236D32EF-5E01-474E-A5D4-ADE7CDF47806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24A1902-5363-4DB9-B288-AB25265F9D71}" type="presOf" srcId="{1BE1BC78-A434-4B41-8C5E-E8A39B86E6EF}" destId="{EA38FCDC-F570-4B5E-BAE0-F0298531DA2A}" srcOrd="1" destOrd="0" presId="urn:microsoft.com/office/officeart/2011/layout/CircleProcess"/>
    <dgm:cxn modelId="{AC12E017-9E46-47CD-9F67-FFA6E2406BAD}" type="presOf" srcId="{236D32EF-5E01-474E-A5D4-ADE7CDF47806}" destId="{F6A07B06-47CF-4462-ACE6-227C34CE478D}" srcOrd="1" destOrd="0" presId="urn:microsoft.com/office/officeart/2011/layout/CircleProcess"/>
    <dgm:cxn modelId="{E3F44121-1A50-4CF2-BEA1-DF8EADF70BA1}" type="presOf" srcId="{A402902B-4250-4F61-952B-A00B7C8DB3BB}" destId="{BAE962BC-E843-4ACD-A757-FBEDD222CD41}" srcOrd="0" destOrd="0" presId="urn:microsoft.com/office/officeart/2011/layout/CircleProcess"/>
    <dgm:cxn modelId="{132A8C21-DE1E-4C42-8F74-B89844D0AAC0}" type="presOf" srcId="{ED3FC34E-004E-4907-B3F4-50C22BEAC46D}" destId="{02E96374-20A1-4171-87DF-61A0F87ABF4D}" srcOrd="0" destOrd="0" presId="urn:microsoft.com/office/officeart/2011/layout/CircleProcess"/>
    <dgm:cxn modelId="{4BBD5F27-867C-44A5-B11D-2B9CAA8DBD72}" srcId="{A402902B-4250-4F61-952B-A00B7C8DB3BB}" destId="{ED3FC34E-004E-4907-B3F4-50C22BEAC46D}" srcOrd="3" destOrd="0" parTransId="{9A7B5316-FD79-481E-9829-6E1DB63E8115}" sibTransId="{6510FA74-C289-4B26-9810-2079A15E0594}"/>
    <dgm:cxn modelId="{6E8E1E34-E69E-4E1E-9E14-AC3938E4433E}" type="presOf" srcId="{1BE1BC78-A434-4B41-8C5E-E8A39B86E6EF}" destId="{254DD769-22C9-4EBD-92FE-745EBC833C58}" srcOrd="0" destOrd="0" presId="urn:microsoft.com/office/officeart/2011/layout/CircleProcess"/>
    <dgm:cxn modelId="{5B9D8B36-EED8-4D12-8A72-34BDDA9A2AF5}" type="presOf" srcId="{236D32EF-5E01-474E-A5D4-ADE7CDF47806}" destId="{E100DE9B-C758-4C40-B2D8-8520C88BBC22}" srcOrd="0" destOrd="0" presId="urn:microsoft.com/office/officeart/2011/layout/CircleProcess"/>
    <dgm:cxn modelId="{117FE946-4882-4F32-91B9-1057D070858B}" srcId="{A402902B-4250-4F61-952B-A00B7C8DB3BB}" destId="{236D32EF-5E01-474E-A5D4-ADE7CDF47806}" srcOrd="0" destOrd="0" parTransId="{6BCEFC9A-6CFA-4930-BC82-A51B4208805E}" sibTransId="{48DE8463-1759-46BB-BD82-EB776D7EBF09}"/>
    <dgm:cxn modelId="{E462254F-5D61-4AB3-9E52-B00173BF6220}" srcId="{A402902B-4250-4F61-952B-A00B7C8DB3BB}" destId="{4B79557E-98C1-46E6-B12C-F8486651E7B2}" srcOrd="2" destOrd="0" parTransId="{31FE4E74-46D4-4EB5-BC84-4D6ACCDE30C0}" sibTransId="{B9150628-BD05-490C-8586-DBA73A40BFBB}"/>
    <dgm:cxn modelId="{7E92F763-1943-48FD-B566-AAE73D9DE40E}" srcId="{A402902B-4250-4F61-952B-A00B7C8DB3BB}" destId="{DF20A2C4-9087-451C-863F-0C4A9359CE70}" srcOrd="1" destOrd="0" parTransId="{791E0348-FCDD-497E-848C-8BE191BE6DA7}" sibTransId="{00304415-842F-4B5F-BD7A-532C5E8C5756}"/>
    <dgm:cxn modelId="{A42EF87B-A6BC-4F30-A863-3A23B26419F9}" type="presOf" srcId="{ED3FC34E-004E-4907-B3F4-50C22BEAC46D}" destId="{4185F4D2-E998-4FAA-98C7-AF6A674B81F7}" srcOrd="1" destOrd="0" presId="urn:microsoft.com/office/officeart/2011/layout/CircleProcess"/>
    <dgm:cxn modelId="{354CB67C-079B-4CC8-AAA6-927836497B36}" type="presOf" srcId="{DF20A2C4-9087-451C-863F-0C4A9359CE70}" destId="{6E8C7B43-A43E-41BB-B3D2-2E56D90C8850}" srcOrd="0" destOrd="0" presId="urn:microsoft.com/office/officeart/2011/layout/CircleProcess"/>
    <dgm:cxn modelId="{8381C787-2849-4D7A-BBBF-BDD4A67EF44C}" type="presOf" srcId="{4B79557E-98C1-46E6-B12C-F8486651E7B2}" destId="{BD63830F-84AA-488C-B379-D0FD91104D80}" srcOrd="0" destOrd="0" presId="urn:microsoft.com/office/officeart/2011/layout/CircleProcess"/>
    <dgm:cxn modelId="{F8856A90-6867-4BC6-8055-4FC95E5DC082}" type="presOf" srcId="{4B79557E-98C1-46E6-B12C-F8486651E7B2}" destId="{88C5D634-AF0B-4462-B720-AFD1CE758E79}" srcOrd="1" destOrd="0" presId="urn:microsoft.com/office/officeart/2011/layout/CircleProcess"/>
    <dgm:cxn modelId="{01AAD89F-E091-4C84-836D-263C2A113605}" type="presOf" srcId="{DF20A2C4-9087-451C-863F-0C4A9359CE70}" destId="{9E2C75BD-FF44-4E95-9F16-C27BC2AD6B2B}" srcOrd="1" destOrd="0" presId="urn:microsoft.com/office/officeart/2011/layout/CircleProcess"/>
    <dgm:cxn modelId="{22B472A8-7E9B-4D3B-AC44-FF103A18EDB3}" srcId="{A402902B-4250-4F61-952B-A00B7C8DB3BB}" destId="{1BE1BC78-A434-4B41-8C5E-E8A39B86E6EF}" srcOrd="4" destOrd="0" parTransId="{4E21C5ED-FA3A-4FD1-AFDC-09840A82027B}" sibTransId="{46DD187C-05F1-41EC-8230-24D71E30451B}"/>
    <dgm:cxn modelId="{E2671643-0D8B-461C-9772-EAB889416C91}" type="presParOf" srcId="{BAE962BC-E843-4ACD-A757-FBEDD222CD41}" destId="{8D8F5179-1EE3-41C2-89A7-F57EEF2F98A3}" srcOrd="0" destOrd="0" presId="urn:microsoft.com/office/officeart/2011/layout/CircleProcess"/>
    <dgm:cxn modelId="{047851FC-8296-4D88-BD9B-2CAFC09AFF4F}" type="presParOf" srcId="{8D8F5179-1EE3-41C2-89A7-F57EEF2F98A3}" destId="{8E215A1C-EB46-4E37-93CB-EDC3CCAA56A4}" srcOrd="0" destOrd="0" presId="urn:microsoft.com/office/officeart/2011/layout/CircleProcess"/>
    <dgm:cxn modelId="{D9C13AAF-3315-4D97-A70D-6A2BCA282A0D}" type="presParOf" srcId="{BAE962BC-E843-4ACD-A757-FBEDD222CD41}" destId="{542D7E3E-2884-4ADB-8AAE-7FC668AF4F19}" srcOrd="1" destOrd="0" presId="urn:microsoft.com/office/officeart/2011/layout/CircleProcess"/>
    <dgm:cxn modelId="{580F9549-CAB5-40D1-B325-5A1B1156790C}" type="presParOf" srcId="{542D7E3E-2884-4ADB-8AAE-7FC668AF4F19}" destId="{254DD769-22C9-4EBD-92FE-745EBC833C58}" srcOrd="0" destOrd="0" presId="urn:microsoft.com/office/officeart/2011/layout/CircleProcess"/>
    <dgm:cxn modelId="{3C4D6EF3-8FC0-49DB-B43A-A7ACDEC4477E}" type="presParOf" srcId="{BAE962BC-E843-4ACD-A757-FBEDD222CD41}" destId="{EA38FCDC-F570-4B5E-BAE0-F0298531DA2A}" srcOrd="2" destOrd="0" presId="urn:microsoft.com/office/officeart/2011/layout/CircleProcess"/>
    <dgm:cxn modelId="{0A99FD4F-3C8C-4681-AD87-144461D10C2D}" type="presParOf" srcId="{BAE962BC-E843-4ACD-A757-FBEDD222CD41}" destId="{4C462FCE-A04C-46DB-80FB-02B035A12D9C}" srcOrd="3" destOrd="0" presId="urn:microsoft.com/office/officeart/2011/layout/CircleProcess"/>
    <dgm:cxn modelId="{87CC9E73-1E3D-4427-94AE-41A520072DEF}" type="presParOf" srcId="{4C462FCE-A04C-46DB-80FB-02B035A12D9C}" destId="{67060BBD-9F13-4D02-995F-25FD50F2559B}" srcOrd="0" destOrd="0" presId="urn:microsoft.com/office/officeart/2011/layout/CircleProcess"/>
    <dgm:cxn modelId="{9CB395B3-7B1A-42EF-8F6E-B0B178153832}" type="presParOf" srcId="{BAE962BC-E843-4ACD-A757-FBEDD222CD41}" destId="{E9B3157E-991B-455F-9052-26A43342299C}" srcOrd="4" destOrd="0" presId="urn:microsoft.com/office/officeart/2011/layout/CircleProcess"/>
    <dgm:cxn modelId="{23ED0EEE-D834-4554-A290-E3AB9EE36C94}" type="presParOf" srcId="{E9B3157E-991B-455F-9052-26A43342299C}" destId="{02E96374-20A1-4171-87DF-61A0F87ABF4D}" srcOrd="0" destOrd="0" presId="urn:microsoft.com/office/officeart/2011/layout/CircleProcess"/>
    <dgm:cxn modelId="{1E40334F-28C1-4806-90B1-CB541A568DC3}" type="presParOf" srcId="{BAE962BC-E843-4ACD-A757-FBEDD222CD41}" destId="{4185F4D2-E998-4FAA-98C7-AF6A674B81F7}" srcOrd="5" destOrd="0" presId="urn:microsoft.com/office/officeart/2011/layout/CircleProcess"/>
    <dgm:cxn modelId="{A158AE52-5DD0-4A1A-ADE0-D345F8BD5FBB}" type="presParOf" srcId="{BAE962BC-E843-4ACD-A757-FBEDD222CD41}" destId="{9550126D-96DB-42BE-AD5A-FB3A64E7773B}" srcOrd="6" destOrd="0" presId="urn:microsoft.com/office/officeart/2011/layout/CircleProcess"/>
    <dgm:cxn modelId="{8CAA0CF4-892C-47A6-993D-F261A06A948E}" type="presParOf" srcId="{9550126D-96DB-42BE-AD5A-FB3A64E7773B}" destId="{A58474C0-1716-40F0-9D22-899AB03B8666}" srcOrd="0" destOrd="0" presId="urn:microsoft.com/office/officeart/2011/layout/CircleProcess"/>
    <dgm:cxn modelId="{F1DCF399-D491-4DC3-887A-E6995048E7CA}" type="presParOf" srcId="{BAE962BC-E843-4ACD-A757-FBEDD222CD41}" destId="{555FCA4F-0458-49BB-B396-C0DBC71AB7E0}" srcOrd="7" destOrd="0" presId="urn:microsoft.com/office/officeart/2011/layout/CircleProcess"/>
    <dgm:cxn modelId="{6BABD53B-C92E-4D16-AFF3-22638D7D0C64}" type="presParOf" srcId="{555FCA4F-0458-49BB-B396-C0DBC71AB7E0}" destId="{BD63830F-84AA-488C-B379-D0FD91104D80}" srcOrd="0" destOrd="0" presId="urn:microsoft.com/office/officeart/2011/layout/CircleProcess"/>
    <dgm:cxn modelId="{9AA9559E-E88E-4CD8-A4C4-B778DE50A83E}" type="presParOf" srcId="{BAE962BC-E843-4ACD-A757-FBEDD222CD41}" destId="{88C5D634-AF0B-4462-B720-AFD1CE758E79}" srcOrd="8" destOrd="0" presId="urn:microsoft.com/office/officeart/2011/layout/CircleProcess"/>
    <dgm:cxn modelId="{221C1398-26CF-4A9E-882C-9BCA05DCE8B7}" type="presParOf" srcId="{BAE962BC-E843-4ACD-A757-FBEDD222CD41}" destId="{175820D9-8C52-43FD-9BCA-E6610F715D1C}" srcOrd="9" destOrd="0" presId="urn:microsoft.com/office/officeart/2011/layout/CircleProcess"/>
    <dgm:cxn modelId="{08B09457-B3A1-4970-A048-810951AC70AE}" type="presParOf" srcId="{175820D9-8C52-43FD-9BCA-E6610F715D1C}" destId="{489659A4-FA9A-4600-A639-2714C7E2648B}" srcOrd="0" destOrd="0" presId="urn:microsoft.com/office/officeart/2011/layout/CircleProcess"/>
    <dgm:cxn modelId="{2FB5193D-66D1-4B2F-A132-56A4192F7F78}" type="presParOf" srcId="{BAE962BC-E843-4ACD-A757-FBEDD222CD41}" destId="{D071E825-0B22-42CC-B282-352859B6ABA7}" srcOrd="10" destOrd="0" presId="urn:microsoft.com/office/officeart/2011/layout/CircleProcess"/>
    <dgm:cxn modelId="{61DE467C-0482-4CDF-BADC-772CCEA96818}" type="presParOf" srcId="{D071E825-0B22-42CC-B282-352859B6ABA7}" destId="{6E8C7B43-A43E-41BB-B3D2-2E56D90C8850}" srcOrd="0" destOrd="0" presId="urn:microsoft.com/office/officeart/2011/layout/CircleProcess"/>
    <dgm:cxn modelId="{8EECEFAC-771E-47C7-8506-FD4D8C9303EB}" type="presParOf" srcId="{BAE962BC-E843-4ACD-A757-FBEDD222CD41}" destId="{9E2C75BD-FF44-4E95-9F16-C27BC2AD6B2B}" srcOrd="11" destOrd="0" presId="urn:microsoft.com/office/officeart/2011/layout/CircleProcess"/>
    <dgm:cxn modelId="{98191438-1C66-4312-B063-CB4904FD6AF2}" type="presParOf" srcId="{BAE962BC-E843-4ACD-A757-FBEDD222CD41}" destId="{A184E287-D9F6-4760-A90F-71997EA95059}" srcOrd="12" destOrd="0" presId="urn:microsoft.com/office/officeart/2011/layout/CircleProcess"/>
    <dgm:cxn modelId="{41974533-0691-4192-BA87-9C685464CE0A}" type="presParOf" srcId="{A184E287-D9F6-4760-A90F-71997EA95059}" destId="{03AEECE5-A289-4E88-A3BD-42E807D6A393}" srcOrd="0" destOrd="0" presId="urn:microsoft.com/office/officeart/2011/layout/CircleProcess"/>
    <dgm:cxn modelId="{D75FA48A-2E4F-482A-A422-7EAB552B8992}" type="presParOf" srcId="{BAE962BC-E843-4ACD-A757-FBEDD222CD41}" destId="{4C14E672-BC12-40B4-A0C1-D64C3E59AE6E}" srcOrd="13" destOrd="0" presId="urn:microsoft.com/office/officeart/2011/layout/CircleProcess"/>
    <dgm:cxn modelId="{EB9A706F-37BE-4C3C-94B2-5F319EAD9F54}" type="presParOf" srcId="{4C14E672-BC12-40B4-A0C1-D64C3E59AE6E}" destId="{E100DE9B-C758-4C40-B2D8-8520C88BBC22}" srcOrd="0" destOrd="0" presId="urn:microsoft.com/office/officeart/2011/layout/CircleProcess"/>
    <dgm:cxn modelId="{D9B7896B-44CC-412F-9B47-FAE19E6457AD}" type="presParOf" srcId="{BAE962BC-E843-4ACD-A757-FBEDD222CD41}" destId="{F6A07B06-47CF-4462-ACE6-227C34CE478D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3E965D-3E34-4427-8C87-CD7C93E3667B}" type="doc">
      <dgm:prSet loTypeId="urn:microsoft.com/office/officeart/2005/8/layout/equation2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A22EB36-B6FC-4016-813E-EDE02D6DA58E}">
      <dgm:prSet phldrT="[Text]"/>
      <dgm:spPr/>
      <dgm:t>
        <a:bodyPr/>
        <a:lstStyle/>
        <a:p>
          <a:r>
            <a:rPr lang="en-US" dirty="0"/>
            <a:t>Drop less significant features</a:t>
          </a:r>
          <a:endParaRPr lang="en-IN" dirty="0"/>
        </a:p>
      </dgm:t>
    </dgm:pt>
    <dgm:pt modelId="{333EE439-C906-4A97-A374-4C6857AD65CA}" type="parTrans" cxnId="{B76BA28A-5157-4356-B466-C60097F3DC58}">
      <dgm:prSet/>
      <dgm:spPr/>
      <dgm:t>
        <a:bodyPr/>
        <a:lstStyle/>
        <a:p>
          <a:endParaRPr lang="en-IN"/>
        </a:p>
      </dgm:t>
    </dgm:pt>
    <dgm:pt modelId="{ED6D5392-CEC3-4C53-AC0F-90D0CE6090E5}" type="sibTrans" cxnId="{B76BA28A-5157-4356-B466-C60097F3DC58}">
      <dgm:prSet/>
      <dgm:spPr/>
      <dgm:t>
        <a:bodyPr/>
        <a:lstStyle/>
        <a:p>
          <a:endParaRPr lang="en-IN"/>
        </a:p>
      </dgm:t>
    </dgm:pt>
    <dgm:pt modelId="{D90653BA-D5D6-4FA6-939D-6253F31C4545}">
      <dgm:prSet phldrT="[Text]"/>
      <dgm:spPr/>
      <dgm:t>
        <a:bodyPr/>
        <a:lstStyle/>
        <a:p>
          <a:r>
            <a:rPr lang="en-US" dirty="0"/>
            <a:t>CC Bins</a:t>
          </a:r>
          <a:endParaRPr lang="en-IN" dirty="0"/>
        </a:p>
      </dgm:t>
    </dgm:pt>
    <dgm:pt modelId="{CB6B1352-1E83-4FF5-9D97-3DACB4FEC3F9}" type="parTrans" cxnId="{B9D3ACA3-7206-4853-9642-33FEB33ECFC5}">
      <dgm:prSet/>
      <dgm:spPr/>
      <dgm:t>
        <a:bodyPr/>
        <a:lstStyle/>
        <a:p>
          <a:endParaRPr lang="en-IN"/>
        </a:p>
      </dgm:t>
    </dgm:pt>
    <dgm:pt modelId="{C620BA5E-AC75-49AB-8675-3581E7F60562}" type="sibTrans" cxnId="{B9D3ACA3-7206-4853-9642-33FEB33ECFC5}">
      <dgm:prSet/>
      <dgm:spPr/>
      <dgm:t>
        <a:bodyPr/>
        <a:lstStyle/>
        <a:p>
          <a:endParaRPr lang="en-IN"/>
        </a:p>
      </dgm:t>
    </dgm:pt>
    <dgm:pt modelId="{D990F9C8-DBC4-461D-98BA-6D2E677FA283}">
      <dgm:prSet phldrT="[Text]"/>
      <dgm:spPr/>
      <dgm:t>
        <a:bodyPr/>
        <a:lstStyle/>
        <a:p>
          <a:r>
            <a:rPr lang="en-US"/>
            <a:t>Grouping of records </a:t>
          </a:r>
          <a:endParaRPr lang="en-IN"/>
        </a:p>
      </dgm:t>
    </dgm:pt>
    <dgm:pt modelId="{CCE3A949-5A65-4C87-AE52-27D577648346}" type="parTrans" cxnId="{D8211CFA-1C39-4E1D-9214-E39290298091}">
      <dgm:prSet/>
      <dgm:spPr/>
      <dgm:t>
        <a:bodyPr/>
        <a:lstStyle/>
        <a:p>
          <a:endParaRPr lang="en-IN"/>
        </a:p>
      </dgm:t>
    </dgm:pt>
    <dgm:pt modelId="{A0FB1F1E-37A2-4665-9646-10B0C4EA700B}" type="sibTrans" cxnId="{D8211CFA-1C39-4E1D-9214-E39290298091}">
      <dgm:prSet/>
      <dgm:spPr/>
      <dgm:t>
        <a:bodyPr/>
        <a:lstStyle/>
        <a:p>
          <a:endParaRPr lang="en-IN"/>
        </a:p>
      </dgm:t>
    </dgm:pt>
    <dgm:pt modelId="{4D46EE09-0D4E-4ECF-A8D5-5098BCEF835E}">
      <dgm:prSet phldrT="[Text]"/>
      <dgm:spPr/>
      <dgm:t>
        <a:bodyPr/>
        <a:lstStyle/>
        <a:p>
          <a:r>
            <a:rPr lang="en-US"/>
            <a:t>Concatenation of Policy &amp; Claim data</a:t>
          </a:r>
          <a:endParaRPr lang="en-IN"/>
        </a:p>
      </dgm:t>
    </dgm:pt>
    <dgm:pt modelId="{DF8C9C62-ADF1-49D0-BA07-AD601EE82593}" type="parTrans" cxnId="{DD8D31CF-5A01-4BE3-BF7E-18E3825924BC}">
      <dgm:prSet/>
      <dgm:spPr/>
      <dgm:t>
        <a:bodyPr/>
        <a:lstStyle/>
        <a:p>
          <a:endParaRPr lang="en-IN"/>
        </a:p>
      </dgm:t>
    </dgm:pt>
    <dgm:pt modelId="{DBE9AEA9-5198-439D-A884-783C60E90758}" type="sibTrans" cxnId="{DD8D31CF-5A01-4BE3-BF7E-18E3825924BC}">
      <dgm:prSet/>
      <dgm:spPr/>
      <dgm:t>
        <a:bodyPr/>
        <a:lstStyle/>
        <a:p>
          <a:endParaRPr lang="en-IN"/>
        </a:p>
      </dgm:t>
    </dgm:pt>
    <dgm:pt modelId="{F43CBED1-7152-4DAF-AE78-1B1D3BBB02B9}" type="pres">
      <dgm:prSet presAssocID="{6B3E965D-3E34-4427-8C87-CD7C93E3667B}" presName="Name0" presStyleCnt="0">
        <dgm:presLayoutVars>
          <dgm:dir/>
          <dgm:resizeHandles val="exact"/>
        </dgm:presLayoutVars>
      </dgm:prSet>
      <dgm:spPr/>
    </dgm:pt>
    <dgm:pt modelId="{D9F1762F-299A-4715-8760-E1A4E7710F3F}" type="pres">
      <dgm:prSet presAssocID="{6B3E965D-3E34-4427-8C87-CD7C93E3667B}" presName="vNodes" presStyleCnt="0"/>
      <dgm:spPr/>
    </dgm:pt>
    <dgm:pt modelId="{1E9E66CD-4424-4689-A999-E66E6287EDE7}" type="pres">
      <dgm:prSet presAssocID="{BA22EB36-B6FC-4016-813E-EDE02D6DA58E}" presName="node" presStyleLbl="node1" presStyleIdx="0" presStyleCnt="4" custScaleX="174756" custScaleY="63929">
        <dgm:presLayoutVars>
          <dgm:bulletEnabled val="1"/>
        </dgm:presLayoutVars>
      </dgm:prSet>
      <dgm:spPr/>
    </dgm:pt>
    <dgm:pt modelId="{B8752D85-D7B9-4388-8CB9-0146DBA97AEC}" type="pres">
      <dgm:prSet presAssocID="{ED6D5392-CEC3-4C53-AC0F-90D0CE6090E5}" presName="spacerT" presStyleCnt="0"/>
      <dgm:spPr/>
    </dgm:pt>
    <dgm:pt modelId="{184F9961-171B-432A-917E-F6F352E52CD1}" type="pres">
      <dgm:prSet presAssocID="{ED6D5392-CEC3-4C53-AC0F-90D0CE6090E5}" presName="sibTrans" presStyleLbl="sibTrans2D1" presStyleIdx="0" presStyleCnt="3"/>
      <dgm:spPr/>
    </dgm:pt>
    <dgm:pt modelId="{E5329D32-961B-47FB-B6C6-720422403C01}" type="pres">
      <dgm:prSet presAssocID="{ED6D5392-CEC3-4C53-AC0F-90D0CE6090E5}" presName="spacerB" presStyleCnt="0"/>
      <dgm:spPr/>
    </dgm:pt>
    <dgm:pt modelId="{8501A44C-2E95-4091-A5BB-3E6FA657EBFA}" type="pres">
      <dgm:prSet presAssocID="{D90653BA-D5D6-4FA6-939D-6253F31C4545}" presName="node" presStyleLbl="node1" presStyleIdx="1" presStyleCnt="4" custScaleX="189260" custScaleY="52091">
        <dgm:presLayoutVars>
          <dgm:bulletEnabled val="1"/>
        </dgm:presLayoutVars>
      </dgm:prSet>
      <dgm:spPr/>
    </dgm:pt>
    <dgm:pt modelId="{78B58BFA-5397-4758-AE51-93ED655FAA73}" type="pres">
      <dgm:prSet presAssocID="{C620BA5E-AC75-49AB-8675-3581E7F60562}" presName="spacerT" presStyleCnt="0"/>
      <dgm:spPr/>
    </dgm:pt>
    <dgm:pt modelId="{285BD0E7-17DF-4B39-B6AF-67EABA894D64}" type="pres">
      <dgm:prSet presAssocID="{C620BA5E-AC75-49AB-8675-3581E7F60562}" presName="sibTrans" presStyleLbl="sibTrans2D1" presStyleIdx="1" presStyleCnt="3"/>
      <dgm:spPr/>
    </dgm:pt>
    <dgm:pt modelId="{786263AC-2BAF-414B-8E2B-7CDFC83FDDA9}" type="pres">
      <dgm:prSet presAssocID="{C620BA5E-AC75-49AB-8675-3581E7F60562}" presName="spacerB" presStyleCnt="0"/>
      <dgm:spPr/>
    </dgm:pt>
    <dgm:pt modelId="{82C2786F-DF07-4214-A1B0-5E1E7C4B30C0}" type="pres">
      <dgm:prSet presAssocID="{D990F9C8-DBC4-461D-98BA-6D2E677FA283}" presName="node" presStyleLbl="node1" presStyleIdx="2" presStyleCnt="4" custScaleX="163888" custScaleY="69676">
        <dgm:presLayoutVars>
          <dgm:bulletEnabled val="1"/>
        </dgm:presLayoutVars>
      </dgm:prSet>
      <dgm:spPr/>
    </dgm:pt>
    <dgm:pt modelId="{8201961C-F331-4C7C-9AF7-03597FBA439E}" type="pres">
      <dgm:prSet presAssocID="{6B3E965D-3E34-4427-8C87-CD7C93E3667B}" presName="sibTransLast" presStyleLbl="sibTrans2D1" presStyleIdx="2" presStyleCnt="3"/>
      <dgm:spPr/>
    </dgm:pt>
    <dgm:pt modelId="{24F8749D-A3BB-4C2A-9B9F-50BF39940C67}" type="pres">
      <dgm:prSet presAssocID="{6B3E965D-3E34-4427-8C87-CD7C93E3667B}" presName="connectorText" presStyleLbl="sibTrans2D1" presStyleIdx="2" presStyleCnt="3"/>
      <dgm:spPr/>
    </dgm:pt>
    <dgm:pt modelId="{D25D9FBF-8A50-4A9E-B05A-DA51377F1C6D}" type="pres">
      <dgm:prSet presAssocID="{6B3E965D-3E34-4427-8C87-CD7C93E3667B}" presName="lastNode" presStyleLbl="node1" presStyleIdx="3" presStyleCnt="4">
        <dgm:presLayoutVars>
          <dgm:bulletEnabled val="1"/>
        </dgm:presLayoutVars>
      </dgm:prSet>
      <dgm:spPr/>
    </dgm:pt>
  </dgm:ptLst>
  <dgm:cxnLst>
    <dgm:cxn modelId="{5860F21C-79B9-4AB3-9A96-B4D2DE3B8B33}" type="presOf" srcId="{A0FB1F1E-37A2-4665-9646-10B0C4EA700B}" destId="{24F8749D-A3BB-4C2A-9B9F-50BF39940C67}" srcOrd="1" destOrd="0" presId="urn:microsoft.com/office/officeart/2005/8/layout/equation2"/>
    <dgm:cxn modelId="{98842164-94D9-4AAE-9CEA-10E8FC86A2D6}" type="presOf" srcId="{4D46EE09-0D4E-4ECF-A8D5-5098BCEF835E}" destId="{D25D9FBF-8A50-4A9E-B05A-DA51377F1C6D}" srcOrd="0" destOrd="0" presId="urn:microsoft.com/office/officeart/2005/8/layout/equation2"/>
    <dgm:cxn modelId="{B76BA28A-5157-4356-B466-C60097F3DC58}" srcId="{6B3E965D-3E34-4427-8C87-CD7C93E3667B}" destId="{BA22EB36-B6FC-4016-813E-EDE02D6DA58E}" srcOrd="0" destOrd="0" parTransId="{333EE439-C906-4A97-A374-4C6857AD65CA}" sibTransId="{ED6D5392-CEC3-4C53-AC0F-90D0CE6090E5}"/>
    <dgm:cxn modelId="{B9D3ACA3-7206-4853-9642-33FEB33ECFC5}" srcId="{6B3E965D-3E34-4427-8C87-CD7C93E3667B}" destId="{D90653BA-D5D6-4FA6-939D-6253F31C4545}" srcOrd="1" destOrd="0" parTransId="{CB6B1352-1E83-4FF5-9D97-3DACB4FEC3F9}" sibTransId="{C620BA5E-AC75-49AB-8675-3581E7F60562}"/>
    <dgm:cxn modelId="{FEB616B1-9717-47E9-ACD2-8B7BC6C50772}" type="presOf" srcId="{D90653BA-D5D6-4FA6-939D-6253F31C4545}" destId="{8501A44C-2E95-4091-A5BB-3E6FA657EBFA}" srcOrd="0" destOrd="0" presId="urn:microsoft.com/office/officeart/2005/8/layout/equation2"/>
    <dgm:cxn modelId="{11D14AB1-D068-4FFC-9753-687508FC93E3}" type="presOf" srcId="{D990F9C8-DBC4-461D-98BA-6D2E677FA283}" destId="{82C2786F-DF07-4214-A1B0-5E1E7C4B30C0}" srcOrd="0" destOrd="0" presId="urn:microsoft.com/office/officeart/2005/8/layout/equation2"/>
    <dgm:cxn modelId="{AFC161B1-86B0-413C-8FA5-BC5B0F9A285C}" type="presOf" srcId="{A0FB1F1E-37A2-4665-9646-10B0C4EA700B}" destId="{8201961C-F331-4C7C-9AF7-03597FBA439E}" srcOrd="0" destOrd="0" presId="urn:microsoft.com/office/officeart/2005/8/layout/equation2"/>
    <dgm:cxn modelId="{5E3D0BB4-DE55-48EC-874A-8B4392424DD7}" type="presOf" srcId="{6B3E965D-3E34-4427-8C87-CD7C93E3667B}" destId="{F43CBED1-7152-4DAF-AE78-1B1D3BBB02B9}" srcOrd="0" destOrd="0" presId="urn:microsoft.com/office/officeart/2005/8/layout/equation2"/>
    <dgm:cxn modelId="{3307B0C1-FC7C-4DCA-B474-B8FF8B3C01EE}" type="presOf" srcId="{BA22EB36-B6FC-4016-813E-EDE02D6DA58E}" destId="{1E9E66CD-4424-4689-A999-E66E6287EDE7}" srcOrd="0" destOrd="0" presId="urn:microsoft.com/office/officeart/2005/8/layout/equation2"/>
    <dgm:cxn modelId="{DD8D31CF-5A01-4BE3-BF7E-18E3825924BC}" srcId="{6B3E965D-3E34-4427-8C87-CD7C93E3667B}" destId="{4D46EE09-0D4E-4ECF-A8D5-5098BCEF835E}" srcOrd="3" destOrd="0" parTransId="{DF8C9C62-ADF1-49D0-BA07-AD601EE82593}" sibTransId="{DBE9AEA9-5198-439D-A884-783C60E90758}"/>
    <dgm:cxn modelId="{088DECD7-6C87-4A37-B3EE-375CF118C54A}" type="presOf" srcId="{C620BA5E-AC75-49AB-8675-3581E7F60562}" destId="{285BD0E7-17DF-4B39-B6AF-67EABA894D64}" srcOrd="0" destOrd="0" presId="urn:microsoft.com/office/officeart/2005/8/layout/equation2"/>
    <dgm:cxn modelId="{90C6D8EC-39CD-45C4-83A7-9F8A920485A9}" type="presOf" srcId="{ED6D5392-CEC3-4C53-AC0F-90D0CE6090E5}" destId="{184F9961-171B-432A-917E-F6F352E52CD1}" srcOrd="0" destOrd="0" presId="urn:microsoft.com/office/officeart/2005/8/layout/equation2"/>
    <dgm:cxn modelId="{D8211CFA-1C39-4E1D-9214-E39290298091}" srcId="{6B3E965D-3E34-4427-8C87-CD7C93E3667B}" destId="{D990F9C8-DBC4-461D-98BA-6D2E677FA283}" srcOrd="2" destOrd="0" parTransId="{CCE3A949-5A65-4C87-AE52-27D577648346}" sibTransId="{A0FB1F1E-37A2-4665-9646-10B0C4EA700B}"/>
    <dgm:cxn modelId="{EFDD0C9C-7006-4AC5-8C96-DA8BB183A78F}" type="presParOf" srcId="{F43CBED1-7152-4DAF-AE78-1B1D3BBB02B9}" destId="{D9F1762F-299A-4715-8760-E1A4E7710F3F}" srcOrd="0" destOrd="0" presId="urn:microsoft.com/office/officeart/2005/8/layout/equation2"/>
    <dgm:cxn modelId="{CB7305BA-4194-45D0-976D-C8FCE77CAD77}" type="presParOf" srcId="{D9F1762F-299A-4715-8760-E1A4E7710F3F}" destId="{1E9E66CD-4424-4689-A999-E66E6287EDE7}" srcOrd="0" destOrd="0" presId="urn:microsoft.com/office/officeart/2005/8/layout/equation2"/>
    <dgm:cxn modelId="{1DCB58C7-56D3-4F7B-BC8C-F7358D6897DE}" type="presParOf" srcId="{D9F1762F-299A-4715-8760-E1A4E7710F3F}" destId="{B8752D85-D7B9-4388-8CB9-0146DBA97AEC}" srcOrd="1" destOrd="0" presId="urn:microsoft.com/office/officeart/2005/8/layout/equation2"/>
    <dgm:cxn modelId="{FD5FAA7B-A701-45F3-8323-3AA5CB0073FE}" type="presParOf" srcId="{D9F1762F-299A-4715-8760-E1A4E7710F3F}" destId="{184F9961-171B-432A-917E-F6F352E52CD1}" srcOrd="2" destOrd="0" presId="urn:microsoft.com/office/officeart/2005/8/layout/equation2"/>
    <dgm:cxn modelId="{DAD49CD4-D509-494D-8590-B39DF09C739F}" type="presParOf" srcId="{D9F1762F-299A-4715-8760-E1A4E7710F3F}" destId="{E5329D32-961B-47FB-B6C6-720422403C01}" srcOrd="3" destOrd="0" presId="urn:microsoft.com/office/officeart/2005/8/layout/equation2"/>
    <dgm:cxn modelId="{3F9127B7-A71C-48C3-BCD2-DCF390FC57FD}" type="presParOf" srcId="{D9F1762F-299A-4715-8760-E1A4E7710F3F}" destId="{8501A44C-2E95-4091-A5BB-3E6FA657EBFA}" srcOrd="4" destOrd="0" presId="urn:microsoft.com/office/officeart/2005/8/layout/equation2"/>
    <dgm:cxn modelId="{A0167300-DB59-43F7-B5DE-5947FDDF604B}" type="presParOf" srcId="{D9F1762F-299A-4715-8760-E1A4E7710F3F}" destId="{78B58BFA-5397-4758-AE51-93ED655FAA73}" srcOrd="5" destOrd="0" presId="urn:microsoft.com/office/officeart/2005/8/layout/equation2"/>
    <dgm:cxn modelId="{82604550-2EFF-48F8-98E6-1DFD6179B1A9}" type="presParOf" srcId="{D9F1762F-299A-4715-8760-E1A4E7710F3F}" destId="{285BD0E7-17DF-4B39-B6AF-67EABA894D64}" srcOrd="6" destOrd="0" presId="urn:microsoft.com/office/officeart/2005/8/layout/equation2"/>
    <dgm:cxn modelId="{1BC99FA7-E7A0-4B30-A300-A035D412149C}" type="presParOf" srcId="{D9F1762F-299A-4715-8760-E1A4E7710F3F}" destId="{786263AC-2BAF-414B-8E2B-7CDFC83FDDA9}" srcOrd="7" destOrd="0" presId="urn:microsoft.com/office/officeart/2005/8/layout/equation2"/>
    <dgm:cxn modelId="{00C9ECB9-0757-4A2D-B28E-BF8C6BD7A8F7}" type="presParOf" srcId="{D9F1762F-299A-4715-8760-E1A4E7710F3F}" destId="{82C2786F-DF07-4214-A1B0-5E1E7C4B30C0}" srcOrd="8" destOrd="0" presId="urn:microsoft.com/office/officeart/2005/8/layout/equation2"/>
    <dgm:cxn modelId="{3B559D36-F885-42E0-AB8E-8586A99FFFDC}" type="presParOf" srcId="{F43CBED1-7152-4DAF-AE78-1B1D3BBB02B9}" destId="{8201961C-F331-4C7C-9AF7-03597FBA439E}" srcOrd="1" destOrd="0" presId="urn:microsoft.com/office/officeart/2005/8/layout/equation2"/>
    <dgm:cxn modelId="{2568E2CE-2F55-4428-923F-AB14E240D4ED}" type="presParOf" srcId="{8201961C-F331-4C7C-9AF7-03597FBA439E}" destId="{24F8749D-A3BB-4C2A-9B9F-50BF39940C67}" srcOrd="0" destOrd="0" presId="urn:microsoft.com/office/officeart/2005/8/layout/equation2"/>
    <dgm:cxn modelId="{AB157052-E77A-4A29-8C2B-D886EE03EA89}" type="presParOf" srcId="{F43CBED1-7152-4DAF-AE78-1B1D3BBB02B9}" destId="{D25D9FBF-8A50-4A9E-B05A-DA51377F1C6D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51C393-1561-4798-A335-7FFE74C1C3A1}" type="doc">
      <dgm:prSet loTypeId="urn:microsoft.com/office/officeart/2005/8/layout/process2" loCatId="process" qsTypeId="urn:microsoft.com/office/officeart/2005/8/quickstyle/simple1" qsCatId="simple" csTypeId="urn:microsoft.com/office/officeart/2005/8/colors/accent4_2" csCatId="accent4" phldr="1"/>
      <dgm:spPr/>
    </dgm:pt>
    <dgm:pt modelId="{9839848B-3B8C-4EE9-B477-4E648B8285D5}">
      <dgm:prSet phldrT="[Text]" custT="1"/>
      <dgm:spPr/>
      <dgm:t>
        <a:bodyPr/>
        <a:lstStyle/>
        <a:p>
          <a:r>
            <a:rPr lang="en-US" sz="1800" dirty="0"/>
            <a:t>Outlier Detection</a:t>
          </a:r>
          <a:endParaRPr lang="en-IN" sz="1800" dirty="0"/>
        </a:p>
      </dgm:t>
    </dgm:pt>
    <dgm:pt modelId="{40957FDE-9DCF-47DF-B509-6FABE5238F06}" type="parTrans" cxnId="{D4E46630-42C5-46A5-B2C4-2D8F9C3F0BDD}">
      <dgm:prSet/>
      <dgm:spPr/>
      <dgm:t>
        <a:bodyPr/>
        <a:lstStyle/>
        <a:p>
          <a:endParaRPr lang="en-IN"/>
        </a:p>
      </dgm:t>
    </dgm:pt>
    <dgm:pt modelId="{3E1045F7-7451-4371-A6B2-222A1A8B15A7}" type="sibTrans" cxnId="{D4E46630-42C5-46A5-B2C4-2D8F9C3F0BDD}">
      <dgm:prSet/>
      <dgm:spPr/>
      <dgm:t>
        <a:bodyPr/>
        <a:lstStyle/>
        <a:p>
          <a:endParaRPr lang="en-IN"/>
        </a:p>
      </dgm:t>
    </dgm:pt>
    <dgm:pt modelId="{CD6FEF20-BD41-477B-A551-B25B64D54DCA}">
      <dgm:prSet phldrT="[Text]" custT="1"/>
      <dgm:spPr/>
      <dgm:t>
        <a:bodyPr/>
        <a:lstStyle/>
        <a:p>
          <a:r>
            <a:rPr lang="en-US" sz="1800" dirty="0"/>
            <a:t>Missing Data imputation</a:t>
          </a:r>
          <a:endParaRPr lang="en-IN" sz="1800" dirty="0"/>
        </a:p>
      </dgm:t>
    </dgm:pt>
    <dgm:pt modelId="{180080DE-5D6E-40A5-BD7D-8647E83CB559}" type="parTrans" cxnId="{4ED0CEAE-A059-4AB8-A863-DA883C876B44}">
      <dgm:prSet/>
      <dgm:spPr/>
      <dgm:t>
        <a:bodyPr/>
        <a:lstStyle/>
        <a:p>
          <a:endParaRPr lang="en-IN"/>
        </a:p>
      </dgm:t>
    </dgm:pt>
    <dgm:pt modelId="{AC28A254-6CDB-4A10-99AE-5291BB96834B}" type="sibTrans" cxnId="{4ED0CEAE-A059-4AB8-A863-DA883C876B44}">
      <dgm:prSet/>
      <dgm:spPr/>
      <dgm:t>
        <a:bodyPr/>
        <a:lstStyle/>
        <a:p>
          <a:endParaRPr lang="en-IN"/>
        </a:p>
      </dgm:t>
    </dgm:pt>
    <dgm:pt modelId="{6D817D09-97BD-4D6A-9C39-4B3EFD803F1C}">
      <dgm:prSet phldrT="[Text]" custT="1"/>
      <dgm:spPr/>
      <dgm:t>
        <a:bodyPr/>
        <a:lstStyle/>
        <a:p>
          <a:r>
            <a:rPr lang="en-US" sz="1800" dirty="0"/>
            <a:t>Drop features &amp; records </a:t>
          </a:r>
          <a:endParaRPr lang="en-IN" sz="1800" dirty="0"/>
        </a:p>
      </dgm:t>
    </dgm:pt>
    <dgm:pt modelId="{7B545C36-0189-4E67-99D2-332F6244F4A3}" type="parTrans" cxnId="{002D72A8-F2BB-4B72-86E2-C8C28E2562E5}">
      <dgm:prSet/>
      <dgm:spPr/>
      <dgm:t>
        <a:bodyPr/>
        <a:lstStyle/>
        <a:p>
          <a:endParaRPr lang="en-IN"/>
        </a:p>
      </dgm:t>
    </dgm:pt>
    <dgm:pt modelId="{F72CEBA2-8B5D-4C01-8986-1CE99604EE6F}" type="sibTrans" cxnId="{002D72A8-F2BB-4B72-86E2-C8C28E2562E5}">
      <dgm:prSet/>
      <dgm:spPr/>
      <dgm:t>
        <a:bodyPr/>
        <a:lstStyle/>
        <a:p>
          <a:endParaRPr lang="en-IN"/>
        </a:p>
      </dgm:t>
    </dgm:pt>
    <dgm:pt modelId="{C0ABDDC4-2FB2-4640-A924-EFC0A33722B9}">
      <dgm:prSet phldrT="[Text]" custT="1"/>
      <dgm:spPr/>
      <dgm:t>
        <a:bodyPr/>
        <a:lstStyle/>
        <a:p>
          <a:r>
            <a:rPr lang="en-US" sz="1800" dirty="0"/>
            <a:t>Include Loss Ratio</a:t>
          </a:r>
          <a:endParaRPr lang="en-IN" sz="1800" dirty="0"/>
        </a:p>
      </dgm:t>
    </dgm:pt>
    <dgm:pt modelId="{A4F48B9E-F688-4D8E-B6EB-6DE506C457AE}" type="parTrans" cxnId="{F931840B-E038-4E63-8FCF-A51C4CF0EBC6}">
      <dgm:prSet/>
      <dgm:spPr/>
      <dgm:t>
        <a:bodyPr/>
        <a:lstStyle/>
        <a:p>
          <a:endParaRPr lang="en-IN"/>
        </a:p>
      </dgm:t>
    </dgm:pt>
    <dgm:pt modelId="{D18B8D15-F79C-4D0C-A6CE-549589C32EE8}" type="sibTrans" cxnId="{F931840B-E038-4E63-8FCF-A51C4CF0EBC6}">
      <dgm:prSet/>
      <dgm:spPr/>
      <dgm:t>
        <a:bodyPr/>
        <a:lstStyle/>
        <a:p>
          <a:endParaRPr lang="en-IN"/>
        </a:p>
      </dgm:t>
    </dgm:pt>
    <dgm:pt modelId="{AD8EA654-B593-44DE-A501-778FE42317C1}" type="pres">
      <dgm:prSet presAssocID="{6451C393-1561-4798-A335-7FFE74C1C3A1}" presName="linearFlow" presStyleCnt="0">
        <dgm:presLayoutVars>
          <dgm:resizeHandles val="exact"/>
        </dgm:presLayoutVars>
      </dgm:prSet>
      <dgm:spPr/>
    </dgm:pt>
    <dgm:pt modelId="{B24B6C1D-3DED-4EEB-9808-30FD2579EA2E}" type="pres">
      <dgm:prSet presAssocID="{9839848B-3B8C-4EE9-B477-4E648B8285D5}" presName="node" presStyleLbl="node1" presStyleIdx="0" presStyleCnt="4" custLinFactNeighborX="-392">
        <dgm:presLayoutVars>
          <dgm:bulletEnabled val="1"/>
        </dgm:presLayoutVars>
      </dgm:prSet>
      <dgm:spPr/>
    </dgm:pt>
    <dgm:pt modelId="{BE639A80-A30B-40BF-BF33-8751D676E5DB}" type="pres">
      <dgm:prSet presAssocID="{3E1045F7-7451-4371-A6B2-222A1A8B15A7}" presName="sibTrans" presStyleLbl="sibTrans2D1" presStyleIdx="0" presStyleCnt="3"/>
      <dgm:spPr/>
    </dgm:pt>
    <dgm:pt modelId="{E6AE64DE-8081-41C8-9896-BBF14A7C7611}" type="pres">
      <dgm:prSet presAssocID="{3E1045F7-7451-4371-A6B2-222A1A8B15A7}" presName="connectorText" presStyleLbl="sibTrans2D1" presStyleIdx="0" presStyleCnt="3"/>
      <dgm:spPr/>
    </dgm:pt>
    <dgm:pt modelId="{38E01A24-BA26-41A1-B369-5A7096CC8ECE}" type="pres">
      <dgm:prSet presAssocID="{CD6FEF20-BD41-477B-A551-B25B64D54DCA}" presName="node" presStyleLbl="node1" presStyleIdx="1" presStyleCnt="4">
        <dgm:presLayoutVars>
          <dgm:bulletEnabled val="1"/>
        </dgm:presLayoutVars>
      </dgm:prSet>
      <dgm:spPr/>
    </dgm:pt>
    <dgm:pt modelId="{A9A91825-7B2D-4AB6-A2A9-7CA0D8620D44}" type="pres">
      <dgm:prSet presAssocID="{AC28A254-6CDB-4A10-99AE-5291BB96834B}" presName="sibTrans" presStyleLbl="sibTrans2D1" presStyleIdx="1" presStyleCnt="3"/>
      <dgm:spPr/>
    </dgm:pt>
    <dgm:pt modelId="{1865B3BB-300E-42EB-AE6B-5818F6C4289F}" type="pres">
      <dgm:prSet presAssocID="{AC28A254-6CDB-4A10-99AE-5291BB96834B}" presName="connectorText" presStyleLbl="sibTrans2D1" presStyleIdx="1" presStyleCnt="3"/>
      <dgm:spPr/>
    </dgm:pt>
    <dgm:pt modelId="{BAEC338B-79FF-4E63-9439-75E28922EE88}" type="pres">
      <dgm:prSet presAssocID="{C0ABDDC4-2FB2-4640-A924-EFC0A33722B9}" presName="node" presStyleLbl="node1" presStyleIdx="2" presStyleCnt="4">
        <dgm:presLayoutVars>
          <dgm:bulletEnabled val="1"/>
        </dgm:presLayoutVars>
      </dgm:prSet>
      <dgm:spPr/>
    </dgm:pt>
    <dgm:pt modelId="{BEAF24EE-FD52-477C-9E7B-71D2007844DF}" type="pres">
      <dgm:prSet presAssocID="{D18B8D15-F79C-4D0C-A6CE-549589C32EE8}" presName="sibTrans" presStyleLbl="sibTrans2D1" presStyleIdx="2" presStyleCnt="3"/>
      <dgm:spPr/>
    </dgm:pt>
    <dgm:pt modelId="{D06576BD-41B1-49EA-9DD3-27BD39470AF8}" type="pres">
      <dgm:prSet presAssocID="{D18B8D15-F79C-4D0C-A6CE-549589C32EE8}" presName="connectorText" presStyleLbl="sibTrans2D1" presStyleIdx="2" presStyleCnt="3"/>
      <dgm:spPr/>
    </dgm:pt>
    <dgm:pt modelId="{0FC34EB0-5759-4901-B7E1-F2777DBCE381}" type="pres">
      <dgm:prSet presAssocID="{6D817D09-97BD-4D6A-9C39-4B3EFD803F1C}" presName="node" presStyleLbl="node1" presStyleIdx="3" presStyleCnt="4">
        <dgm:presLayoutVars>
          <dgm:bulletEnabled val="1"/>
        </dgm:presLayoutVars>
      </dgm:prSet>
      <dgm:spPr/>
    </dgm:pt>
  </dgm:ptLst>
  <dgm:cxnLst>
    <dgm:cxn modelId="{F931840B-E038-4E63-8FCF-A51C4CF0EBC6}" srcId="{6451C393-1561-4798-A335-7FFE74C1C3A1}" destId="{C0ABDDC4-2FB2-4640-A924-EFC0A33722B9}" srcOrd="2" destOrd="0" parTransId="{A4F48B9E-F688-4D8E-B6EB-6DE506C457AE}" sibTransId="{D18B8D15-F79C-4D0C-A6CE-549589C32EE8}"/>
    <dgm:cxn modelId="{AE060E24-FC28-47B1-935B-A7F1666E8F82}" type="presOf" srcId="{CD6FEF20-BD41-477B-A551-B25B64D54DCA}" destId="{38E01A24-BA26-41A1-B369-5A7096CC8ECE}" srcOrd="0" destOrd="0" presId="urn:microsoft.com/office/officeart/2005/8/layout/process2"/>
    <dgm:cxn modelId="{D4E46630-42C5-46A5-B2C4-2D8F9C3F0BDD}" srcId="{6451C393-1561-4798-A335-7FFE74C1C3A1}" destId="{9839848B-3B8C-4EE9-B477-4E648B8285D5}" srcOrd="0" destOrd="0" parTransId="{40957FDE-9DCF-47DF-B509-6FABE5238F06}" sibTransId="{3E1045F7-7451-4371-A6B2-222A1A8B15A7}"/>
    <dgm:cxn modelId="{6A78C031-28AA-4D55-B3D4-9251EFC6FE64}" type="presOf" srcId="{6451C393-1561-4798-A335-7FFE74C1C3A1}" destId="{AD8EA654-B593-44DE-A501-778FE42317C1}" srcOrd="0" destOrd="0" presId="urn:microsoft.com/office/officeart/2005/8/layout/process2"/>
    <dgm:cxn modelId="{7BB36654-6132-48D0-8225-6492D075D9A1}" type="presOf" srcId="{6D817D09-97BD-4D6A-9C39-4B3EFD803F1C}" destId="{0FC34EB0-5759-4901-B7E1-F2777DBCE381}" srcOrd="0" destOrd="0" presId="urn:microsoft.com/office/officeart/2005/8/layout/process2"/>
    <dgm:cxn modelId="{835F3873-7033-41C1-A17F-303DD78911F0}" type="presOf" srcId="{AC28A254-6CDB-4A10-99AE-5291BB96834B}" destId="{1865B3BB-300E-42EB-AE6B-5818F6C4289F}" srcOrd="1" destOrd="0" presId="urn:microsoft.com/office/officeart/2005/8/layout/process2"/>
    <dgm:cxn modelId="{2FD4ED80-EE46-4FA0-9CDB-0CDDFC031CEC}" type="presOf" srcId="{C0ABDDC4-2FB2-4640-A924-EFC0A33722B9}" destId="{BAEC338B-79FF-4E63-9439-75E28922EE88}" srcOrd="0" destOrd="0" presId="urn:microsoft.com/office/officeart/2005/8/layout/process2"/>
    <dgm:cxn modelId="{4187F49B-27AC-4C93-AE7D-7B72EA390B27}" type="presOf" srcId="{9839848B-3B8C-4EE9-B477-4E648B8285D5}" destId="{B24B6C1D-3DED-4EEB-9808-30FD2579EA2E}" srcOrd="0" destOrd="0" presId="urn:microsoft.com/office/officeart/2005/8/layout/process2"/>
    <dgm:cxn modelId="{F8C300A5-5318-4A6B-82EE-2D11BAC19F02}" type="presOf" srcId="{3E1045F7-7451-4371-A6B2-222A1A8B15A7}" destId="{BE639A80-A30B-40BF-BF33-8751D676E5DB}" srcOrd="0" destOrd="0" presId="urn:microsoft.com/office/officeart/2005/8/layout/process2"/>
    <dgm:cxn modelId="{002D72A8-F2BB-4B72-86E2-C8C28E2562E5}" srcId="{6451C393-1561-4798-A335-7FFE74C1C3A1}" destId="{6D817D09-97BD-4D6A-9C39-4B3EFD803F1C}" srcOrd="3" destOrd="0" parTransId="{7B545C36-0189-4E67-99D2-332F6244F4A3}" sibTransId="{F72CEBA2-8B5D-4C01-8986-1CE99604EE6F}"/>
    <dgm:cxn modelId="{4ED0CEAE-A059-4AB8-A863-DA883C876B44}" srcId="{6451C393-1561-4798-A335-7FFE74C1C3A1}" destId="{CD6FEF20-BD41-477B-A551-B25B64D54DCA}" srcOrd="1" destOrd="0" parTransId="{180080DE-5D6E-40A5-BD7D-8647E83CB559}" sibTransId="{AC28A254-6CDB-4A10-99AE-5291BB96834B}"/>
    <dgm:cxn modelId="{34B052C0-5D26-41E4-8FBE-28EF4D8C2E3E}" type="presOf" srcId="{3E1045F7-7451-4371-A6B2-222A1A8B15A7}" destId="{E6AE64DE-8081-41C8-9896-BBF14A7C7611}" srcOrd="1" destOrd="0" presId="urn:microsoft.com/office/officeart/2005/8/layout/process2"/>
    <dgm:cxn modelId="{7F89A4D0-0A29-45CF-94B6-150FB481E853}" type="presOf" srcId="{AC28A254-6CDB-4A10-99AE-5291BB96834B}" destId="{A9A91825-7B2D-4AB6-A2A9-7CA0D8620D44}" srcOrd="0" destOrd="0" presId="urn:microsoft.com/office/officeart/2005/8/layout/process2"/>
    <dgm:cxn modelId="{9608F9E7-6270-470B-A93C-D523C861E442}" type="presOf" srcId="{D18B8D15-F79C-4D0C-A6CE-549589C32EE8}" destId="{D06576BD-41B1-49EA-9DD3-27BD39470AF8}" srcOrd="1" destOrd="0" presId="urn:microsoft.com/office/officeart/2005/8/layout/process2"/>
    <dgm:cxn modelId="{064C08F5-1C09-409C-B800-817DCA599076}" type="presOf" srcId="{D18B8D15-F79C-4D0C-A6CE-549589C32EE8}" destId="{BEAF24EE-FD52-477C-9E7B-71D2007844DF}" srcOrd="0" destOrd="0" presId="urn:microsoft.com/office/officeart/2005/8/layout/process2"/>
    <dgm:cxn modelId="{2EFD055D-8C2E-4C5A-AED3-5149D2E440DF}" type="presParOf" srcId="{AD8EA654-B593-44DE-A501-778FE42317C1}" destId="{B24B6C1D-3DED-4EEB-9808-30FD2579EA2E}" srcOrd="0" destOrd="0" presId="urn:microsoft.com/office/officeart/2005/8/layout/process2"/>
    <dgm:cxn modelId="{09511522-6932-4F02-BC96-13AB679E37C4}" type="presParOf" srcId="{AD8EA654-B593-44DE-A501-778FE42317C1}" destId="{BE639A80-A30B-40BF-BF33-8751D676E5DB}" srcOrd="1" destOrd="0" presId="urn:microsoft.com/office/officeart/2005/8/layout/process2"/>
    <dgm:cxn modelId="{92379C08-E9CF-4CC4-A5F5-52AA3415D66D}" type="presParOf" srcId="{BE639A80-A30B-40BF-BF33-8751D676E5DB}" destId="{E6AE64DE-8081-41C8-9896-BBF14A7C7611}" srcOrd="0" destOrd="0" presId="urn:microsoft.com/office/officeart/2005/8/layout/process2"/>
    <dgm:cxn modelId="{B8026628-C0AB-4A00-B1AC-9A60FF70774D}" type="presParOf" srcId="{AD8EA654-B593-44DE-A501-778FE42317C1}" destId="{38E01A24-BA26-41A1-B369-5A7096CC8ECE}" srcOrd="2" destOrd="0" presId="urn:microsoft.com/office/officeart/2005/8/layout/process2"/>
    <dgm:cxn modelId="{673A9401-DEDA-4E94-B823-C41C66F3C431}" type="presParOf" srcId="{AD8EA654-B593-44DE-A501-778FE42317C1}" destId="{A9A91825-7B2D-4AB6-A2A9-7CA0D8620D44}" srcOrd="3" destOrd="0" presId="urn:microsoft.com/office/officeart/2005/8/layout/process2"/>
    <dgm:cxn modelId="{69D16452-CD20-4CAB-BE3E-D0FA5F1C7877}" type="presParOf" srcId="{A9A91825-7B2D-4AB6-A2A9-7CA0D8620D44}" destId="{1865B3BB-300E-42EB-AE6B-5818F6C4289F}" srcOrd="0" destOrd="0" presId="urn:microsoft.com/office/officeart/2005/8/layout/process2"/>
    <dgm:cxn modelId="{CB3DC25E-C703-4ACC-93E4-7ECE12041B6E}" type="presParOf" srcId="{AD8EA654-B593-44DE-A501-778FE42317C1}" destId="{BAEC338B-79FF-4E63-9439-75E28922EE88}" srcOrd="4" destOrd="0" presId="urn:microsoft.com/office/officeart/2005/8/layout/process2"/>
    <dgm:cxn modelId="{54DB5232-8F6A-4EEB-9B56-105B7E945164}" type="presParOf" srcId="{AD8EA654-B593-44DE-A501-778FE42317C1}" destId="{BEAF24EE-FD52-477C-9E7B-71D2007844DF}" srcOrd="5" destOrd="0" presId="urn:microsoft.com/office/officeart/2005/8/layout/process2"/>
    <dgm:cxn modelId="{0D544BC4-F1E6-42E3-8985-2B96EE56963B}" type="presParOf" srcId="{BEAF24EE-FD52-477C-9E7B-71D2007844DF}" destId="{D06576BD-41B1-49EA-9DD3-27BD39470AF8}" srcOrd="0" destOrd="0" presId="urn:microsoft.com/office/officeart/2005/8/layout/process2"/>
    <dgm:cxn modelId="{B2452D82-AD8B-44DB-B947-715874E3C2D1}" type="presParOf" srcId="{AD8EA654-B593-44DE-A501-778FE42317C1}" destId="{0FC34EB0-5759-4901-B7E1-F2777DBCE381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02902B-4250-4F61-952B-A00B7C8DB3BB}" type="doc">
      <dgm:prSet loTypeId="urn:microsoft.com/office/officeart/2011/layout/CircleProcess" loCatId="process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IN"/>
        </a:p>
      </dgm:t>
    </dgm:pt>
    <dgm:pt modelId="{236D32EF-5E01-474E-A5D4-ADE7CDF47806}">
      <dgm:prSet phldrT="[Text]"/>
      <dgm:spPr/>
      <dgm:t>
        <a:bodyPr/>
        <a:lstStyle/>
        <a:p>
          <a:r>
            <a:rPr lang="en-US" dirty="0"/>
            <a:t>Data Understanding &amp; Cleaning</a:t>
          </a:r>
        </a:p>
      </dgm:t>
    </dgm:pt>
    <dgm:pt modelId="{6BCEFC9A-6CFA-4930-BC82-A51B4208805E}" type="parTrans" cxnId="{117FE946-4882-4F32-91B9-1057D070858B}">
      <dgm:prSet/>
      <dgm:spPr/>
      <dgm:t>
        <a:bodyPr/>
        <a:lstStyle/>
        <a:p>
          <a:endParaRPr lang="en-IN"/>
        </a:p>
      </dgm:t>
    </dgm:pt>
    <dgm:pt modelId="{48DE8463-1759-46BB-BD82-EB776D7EBF09}" type="sibTrans" cxnId="{117FE946-4882-4F32-91B9-1057D070858B}">
      <dgm:prSet/>
      <dgm:spPr/>
      <dgm:t>
        <a:bodyPr/>
        <a:lstStyle/>
        <a:p>
          <a:endParaRPr lang="en-IN"/>
        </a:p>
      </dgm:t>
    </dgm:pt>
    <dgm:pt modelId="{DF20A2C4-9087-451C-863F-0C4A9359CE70}">
      <dgm:prSet phldrT="[Text]"/>
      <dgm:spPr/>
      <dgm:t>
        <a:bodyPr/>
        <a:lstStyle/>
        <a:p>
          <a:r>
            <a:rPr lang="en-US"/>
            <a:t>Exploratory analysis</a:t>
          </a:r>
          <a:endParaRPr lang="en-IN"/>
        </a:p>
      </dgm:t>
    </dgm:pt>
    <dgm:pt modelId="{791E0348-FCDD-497E-848C-8BE191BE6DA7}" type="parTrans" cxnId="{7E92F763-1943-48FD-B566-AAE73D9DE40E}">
      <dgm:prSet/>
      <dgm:spPr/>
      <dgm:t>
        <a:bodyPr/>
        <a:lstStyle/>
        <a:p>
          <a:endParaRPr lang="en-IN"/>
        </a:p>
      </dgm:t>
    </dgm:pt>
    <dgm:pt modelId="{00304415-842F-4B5F-BD7A-532C5E8C5756}" type="sibTrans" cxnId="{7E92F763-1943-48FD-B566-AAE73D9DE40E}">
      <dgm:prSet/>
      <dgm:spPr/>
      <dgm:t>
        <a:bodyPr/>
        <a:lstStyle/>
        <a:p>
          <a:endParaRPr lang="en-IN"/>
        </a:p>
      </dgm:t>
    </dgm:pt>
    <dgm:pt modelId="{4B79557E-98C1-46E6-B12C-F8486651E7B2}">
      <dgm:prSet phldrT="[Text]"/>
      <dgm:spPr/>
      <dgm:t>
        <a:bodyPr/>
        <a:lstStyle/>
        <a:p>
          <a:r>
            <a:rPr lang="en-US"/>
            <a:t>Model Development</a:t>
          </a:r>
          <a:endParaRPr lang="en-IN"/>
        </a:p>
      </dgm:t>
    </dgm:pt>
    <dgm:pt modelId="{31FE4E74-46D4-4EB5-BC84-4D6ACCDE30C0}" type="parTrans" cxnId="{E462254F-5D61-4AB3-9E52-B00173BF6220}">
      <dgm:prSet/>
      <dgm:spPr/>
      <dgm:t>
        <a:bodyPr/>
        <a:lstStyle/>
        <a:p>
          <a:endParaRPr lang="en-IN"/>
        </a:p>
      </dgm:t>
    </dgm:pt>
    <dgm:pt modelId="{B9150628-BD05-490C-8586-DBA73A40BFBB}" type="sibTrans" cxnId="{E462254F-5D61-4AB3-9E52-B00173BF6220}">
      <dgm:prSet/>
      <dgm:spPr/>
      <dgm:t>
        <a:bodyPr/>
        <a:lstStyle/>
        <a:p>
          <a:endParaRPr lang="en-IN"/>
        </a:p>
      </dgm:t>
    </dgm:pt>
    <dgm:pt modelId="{ED3FC34E-004E-4907-B3F4-50C22BEAC46D}">
      <dgm:prSet phldrT="[Text]"/>
      <dgm:spPr/>
      <dgm:t>
        <a:bodyPr/>
        <a:lstStyle/>
        <a:p>
          <a:r>
            <a:rPr lang="en-US"/>
            <a:t>Hyperparameter Tuning &amp; Optimization</a:t>
          </a:r>
          <a:endParaRPr lang="en-IN"/>
        </a:p>
      </dgm:t>
    </dgm:pt>
    <dgm:pt modelId="{9A7B5316-FD79-481E-9829-6E1DB63E8115}" type="parTrans" cxnId="{4BBD5F27-867C-44A5-B11D-2B9CAA8DBD72}">
      <dgm:prSet/>
      <dgm:spPr/>
      <dgm:t>
        <a:bodyPr/>
        <a:lstStyle/>
        <a:p>
          <a:endParaRPr lang="en-IN"/>
        </a:p>
      </dgm:t>
    </dgm:pt>
    <dgm:pt modelId="{6510FA74-C289-4B26-9810-2079A15E0594}" type="sibTrans" cxnId="{4BBD5F27-867C-44A5-B11D-2B9CAA8DBD72}">
      <dgm:prSet/>
      <dgm:spPr/>
      <dgm:t>
        <a:bodyPr/>
        <a:lstStyle/>
        <a:p>
          <a:endParaRPr lang="en-IN"/>
        </a:p>
      </dgm:t>
    </dgm:pt>
    <dgm:pt modelId="{1BE1BC78-A434-4B41-8C5E-E8A39B86E6EF}">
      <dgm:prSet phldrT="[Text]"/>
      <dgm:spPr/>
      <dgm:t>
        <a:bodyPr/>
        <a:lstStyle/>
        <a:p>
          <a:r>
            <a:rPr lang="en-US"/>
            <a:t>Testing and Generalization</a:t>
          </a:r>
          <a:endParaRPr lang="en-IN"/>
        </a:p>
      </dgm:t>
    </dgm:pt>
    <dgm:pt modelId="{4E21C5ED-FA3A-4FD1-AFDC-09840A82027B}" type="parTrans" cxnId="{22B472A8-7E9B-4D3B-AC44-FF103A18EDB3}">
      <dgm:prSet/>
      <dgm:spPr/>
      <dgm:t>
        <a:bodyPr/>
        <a:lstStyle/>
        <a:p>
          <a:endParaRPr lang="en-IN"/>
        </a:p>
      </dgm:t>
    </dgm:pt>
    <dgm:pt modelId="{46DD187C-05F1-41EC-8230-24D71E30451B}" type="sibTrans" cxnId="{22B472A8-7E9B-4D3B-AC44-FF103A18EDB3}">
      <dgm:prSet/>
      <dgm:spPr/>
      <dgm:t>
        <a:bodyPr/>
        <a:lstStyle/>
        <a:p>
          <a:endParaRPr lang="en-IN"/>
        </a:p>
      </dgm:t>
    </dgm:pt>
    <dgm:pt modelId="{BAE962BC-E843-4ACD-A757-FBEDD222CD41}" type="pres">
      <dgm:prSet presAssocID="{A402902B-4250-4F61-952B-A00B7C8DB3B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D8F5179-1EE3-41C2-89A7-F57EEF2F98A3}" type="pres">
      <dgm:prSet presAssocID="{1BE1BC78-A434-4B41-8C5E-E8A39B86E6EF}" presName="Accent5" presStyleCnt="0"/>
      <dgm:spPr/>
    </dgm:pt>
    <dgm:pt modelId="{8E215A1C-EB46-4E37-93CB-EDC3CCAA56A4}" type="pres">
      <dgm:prSet presAssocID="{1BE1BC78-A434-4B41-8C5E-E8A39B86E6EF}" presName="Accent" presStyleLbl="node1" presStyleIdx="0" presStyleCnt="5"/>
      <dgm:spPr/>
    </dgm:pt>
    <dgm:pt modelId="{542D7E3E-2884-4ADB-8AAE-7FC668AF4F19}" type="pres">
      <dgm:prSet presAssocID="{1BE1BC78-A434-4B41-8C5E-E8A39B86E6EF}" presName="ParentBackground5" presStyleCnt="0"/>
      <dgm:spPr/>
    </dgm:pt>
    <dgm:pt modelId="{254DD769-22C9-4EBD-92FE-745EBC833C58}" type="pres">
      <dgm:prSet presAssocID="{1BE1BC78-A434-4B41-8C5E-E8A39B86E6EF}" presName="ParentBackground" presStyleLbl="fgAcc1" presStyleIdx="0" presStyleCnt="5"/>
      <dgm:spPr/>
    </dgm:pt>
    <dgm:pt modelId="{EA38FCDC-F570-4B5E-BAE0-F0298531DA2A}" type="pres">
      <dgm:prSet presAssocID="{1BE1BC78-A434-4B41-8C5E-E8A39B86E6EF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C462FCE-A04C-46DB-80FB-02B035A12D9C}" type="pres">
      <dgm:prSet presAssocID="{ED3FC34E-004E-4907-B3F4-50C22BEAC46D}" presName="Accent4" presStyleCnt="0"/>
      <dgm:spPr/>
    </dgm:pt>
    <dgm:pt modelId="{67060BBD-9F13-4D02-995F-25FD50F2559B}" type="pres">
      <dgm:prSet presAssocID="{ED3FC34E-004E-4907-B3F4-50C22BEAC46D}" presName="Accent" presStyleLbl="node1" presStyleIdx="1" presStyleCnt="5"/>
      <dgm:spPr/>
    </dgm:pt>
    <dgm:pt modelId="{E9B3157E-991B-455F-9052-26A43342299C}" type="pres">
      <dgm:prSet presAssocID="{ED3FC34E-004E-4907-B3F4-50C22BEAC46D}" presName="ParentBackground4" presStyleCnt="0"/>
      <dgm:spPr/>
    </dgm:pt>
    <dgm:pt modelId="{02E96374-20A1-4171-87DF-61A0F87ABF4D}" type="pres">
      <dgm:prSet presAssocID="{ED3FC34E-004E-4907-B3F4-50C22BEAC46D}" presName="ParentBackground" presStyleLbl="fgAcc1" presStyleIdx="1" presStyleCnt="5"/>
      <dgm:spPr/>
    </dgm:pt>
    <dgm:pt modelId="{4185F4D2-E998-4FAA-98C7-AF6A674B81F7}" type="pres">
      <dgm:prSet presAssocID="{ED3FC34E-004E-4907-B3F4-50C22BEAC46D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9550126D-96DB-42BE-AD5A-FB3A64E7773B}" type="pres">
      <dgm:prSet presAssocID="{4B79557E-98C1-46E6-B12C-F8486651E7B2}" presName="Accent3" presStyleCnt="0"/>
      <dgm:spPr/>
    </dgm:pt>
    <dgm:pt modelId="{A58474C0-1716-40F0-9D22-899AB03B8666}" type="pres">
      <dgm:prSet presAssocID="{4B79557E-98C1-46E6-B12C-F8486651E7B2}" presName="Accent" presStyleLbl="node1" presStyleIdx="2" presStyleCnt="5"/>
      <dgm:spPr/>
    </dgm:pt>
    <dgm:pt modelId="{555FCA4F-0458-49BB-B396-C0DBC71AB7E0}" type="pres">
      <dgm:prSet presAssocID="{4B79557E-98C1-46E6-B12C-F8486651E7B2}" presName="ParentBackground3" presStyleCnt="0"/>
      <dgm:spPr/>
    </dgm:pt>
    <dgm:pt modelId="{BD63830F-84AA-488C-B379-D0FD91104D80}" type="pres">
      <dgm:prSet presAssocID="{4B79557E-98C1-46E6-B12C-F8486651E7B2}" presName="ParentBackground" presStyleLbl="fgAcc1" presStyleIdx="2" presStyleCnt="5"/>
      <dgm:spPr/>
    </dgm:pt>
    <dgm:pt modelId="{88C5D634-AF0B-4462-B720-AFD1CE758E79}" type="pres">
      <dgm:prSet presAssocID="{4B79557E-98C1-46E6-B12C-F8486651E7B2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75820D9-8C52-43FD-9BCA-E6610F715D1C}" type="pres">
      <dgm:prSet presAssocID="{DF20A2C4-9087-451C-863F-0C4A9359CE70}" presName="Accent2" presStyleCnt="0"/>
      <dgm:spPr/>
    </dgm:pt>
    <dgm:pt modelId="{489659A4-FA9A-4600-A639-2714C7E2648B}" type="pres">
      <dgm:prSet presAssocID="{DF20A2C4-9087-451C-863F-0C4A9359CE70}" presName="Accent" presStyleLbl="node1" presStyleIdx="3" presStyleCnt="5"/>
      <dgm:spPr/>
    </dgm:pt>
    <dgm:pt modelId="{D071E825-0B22-42CC-B282-352859B6ABA7}" type="pres">
      <dgm:prSet presAssocID="{DF20A2C4-9087-451C-863F-0C4A9359CE70}" presName="ParentBackground2" presStyleCnt="0"/>
      <dgm:spPr/>
    </dgm:pt>
    <dgm:pt modelId="{6E8C7B43-A43E-41BB-B3D2-2E56D90C8850}" type="pres">
      <dgm:prSet presAssocID="{DF20A2C4-9087-451C-863F-0C4A9359CE70}" presName="ParentBackground" presStyleLbl="fgAcc1" presStyleIdx="3" presStyleCnt="5"/>
      <dgm:spPr/>
    </dgm:pt>
    <dgm:pt modelId="{9E2C75BD-FF44-4E95-9F16-C27BC2AD6B2B}" type="pres">
      <dgm:prSet presAssocID="{DF20A2C4-9087-451C-863F-0C4A9359CE7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184E287-D9F6-4760-A90F-71997EA95059}" type="pres">
      <dgm:prSet presAssocID="{236D32EF-5E01-474E-A5D4-ADE7CDF47806}" presName="Accent1" presStyleCnt="0"/>
      <dgm:spPr/>
    </dgm:pt>
    <dgm:pt modelId="{03AEECE5-A289-4E88-A3BD-42E807D6A393}" type="pres">
      <dgm:prSet presAssocID="{236D32EF-5E01-474E-A5D4-ADE7CDF47806}" presName="Accent" presStyleLbl="node1" presStyleIdx="4" presStyleCnt="5"/>
      <dgm:spPr/>
    </dgm:pt>
    <dgm:pt modelId="{4C14E672-BC12-40B4-A0C1-D64C3E59AE6E}" type="pres">
      <dgm:prSet presAssocID="{236D32EF-5E01-474E-A5D4-ADE7CDF47806}" presName="ParentBackground1" presStyleCnt="0"/>
      <dgm:spPr/>
    </dgm:pt>
    <dgm:pt modelId="{E100DE9B-C758-4C40-B2D8-8520C88BBC22}" type="pres">
      <dgm:prSet presAssocID="{236D32EF-5E01-474E-A5D4-ADE7CDF47806}" presName="ParentBackground" presStyleLbl="fgAcc1" presStyleIdx="4" presStyleCnt="5"/>
      <dgm:spPr/>
    </dgm:pt>
    <dgm:pt modelId="{F6A07B06-47CF-4462-ACE6-227C34CE478D}" type="pres">
      <dgm:prSet presAssocID="{236D32EF-5E01-474E-A5D4-ADE7CDF47806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24A1902-5363-4DB9-B288-AB25265F9D71}" type="presOf" srcId="{1BE1BC78-A434-4B41-8C5E-E8A39B86E6EF}" destId="{EA38FCDC-F570-4B5E-BAE0-F0298531DA2A}" srcOrd="1" destOrd="0" presId="urn:microsoft.com/office/officeart/2011/layout/CircleProcess"/>
    <dgm:cxn modelId="{AC12E017-9E46-47CD-9F67-FFA6E2406BAD}" type="presOf" srcId="{236D32EF-5E01-474E-A5D4-ADE7CDF47806}" destId="{F6A07B06-47CF-4462-ACE6-227C34CE478D}" srcOrd="1" destOrd="0" presId="urn:microsoft.com/office/officeart/2011/layout/CircleProcess"/>
    <dgm:cxn modelId="{E3F44121-1A50-4CF2-BEA1-DF8EADF70BA1}" type="presOf" srcId="{A402902B-4250-4F61-952B-A00B7C8DB3BB}" destId="{BAE962BC-E843-4ACD-A757-FBEDD222CD41}" srcOrd="0" destOrd="0" presId="urn:microsoft.com/office/officeart/2011/layout/CircleProcess"/>
    <dgm:cxn modelId="{132A8C21-DE1E-4C42-8F74-B89844D0AAC0}" type="presOf" srcId="{ED3FC34E-004E-4907-B3F4-50C22BEAC46D}" destId="{02E96374-20A1-4171-87DF-61A0F87ABF4D}" srcOrd="0" destOrd="0" presId="urn:microsoft.com/office/officeart/2011/layout/CircleProcess"/>
    <dgm:cxn modelId="{4BBD5F27-867C-44A5-B11D-2B9CAA8DBD72}" srcId="{A402902B-4250-4F61-952B-A00B7C8DB3BB}" destId="{ED3FC34E-004E-4907-B3F4-50C22BEAC46D}" srcOrd="3" destOrd="0" parTransId="{9A7B5316-FD79-481E-9829-6E1DB63E8115}" sibTransId="{6510FA74-C289-4B26-9810-2079A15E0594}"/>
    <dgm:cxn modelId="{6E8E1E34-E69E-4E1E-9E14-AC3938E4433E}" type="presOf" srcId="{1BE1BC78-A434-4B41-8C5E-E8A39B86E6EF}" destId="{254DD769-22C9-4EBD-92FE-745EBC833C58}" srcOrd="0" destOrd="0" presId="urn:microsoft.com/office/officeart/2011/layout/CircleProcess"/>
    <dgm:cxn modelId="{5B9D8B36-EED8-4D12-8A72-34BDDA9A2AF5}" type="presOf" srcId="{236D32EF-5E01-474E-A5D4-ADE7CDF47806}" destId="{E100DE9B-C758-4C40-B2D8-8520C88BBC22}" srcOrd="0" destOrd="0" presId="urn:microsoft.com/office/officeart/2011/layout/CircleProcess"/>
    <dgm:cxn modelId="{117FE946-4882-4F32-91B9-1057D070858B}" srcId="{A402902B-4250-4F61-952B-A00B7C8DB3BB}" destId="{236D32EF-5E01-474E-A5D4-ADE7CDF47806}" srcOrd="0" destOrd="0" parTransId="{6BCEFC9A-6CFA-4930-BC82-A51B4208805E}" sibTransId="{48DE8463-1759-46BB-BD82-EB776D7EBF09}"/>
    <dgm:cxn modelId="{E462254F-5D61-4AB3-9E52-B00173BF6220}" srcId="{A402902B-4250-4F61-952B-A00B7C8DB3BB}" destId="{4B79557E-98C1-46E6-B12C-F8486651E7B2}" srcOrd="2" destOrd="0" parTransId="{31FE4E74-46D4-4EB5-BC84-4D6ACCDE30C0}" sibTransId="{B9150628-BD05-490C-8586-DBA73A40BFBB}"/>
    <dgm:cxn modelId="{7E92F763-1943-48FD-B566-AAE73D9DE40E}" srcId="{A402902B-4250-4F61-952B-A00B7C8DB3BB}" destId="{DF20A2C4-9087-451C-863F-0C4A9359CE70}" srcOrd="1" destOrd="0" parTransId="{791E0348-FCDD-497E-848C-8BE191BE6DA7}" sibTransId="{00304415-842F-4B5F-BD7A-532C5E8C5756}"/>
    <dgm:cxn modelId="{A42EF87B-A6BC-4F30-A863-3A23B26419F9}" type="presOf" srcId="{ED3FC34E-004E-4907-B3F4-50C22BEAC46D}" destId="{4185F4D2-E998-4FAA-98C7-AF6A674B81F7}" srcOrd="1" destOrd="0" presId="urn:microsoft.com/office/officeart/2011/layout/CircleProcess"/>
    <dgm:cxn modelId="{354CB67C-079B-4CC8-AAA6-927836497B36}" type="presOf" srcId="{DF20A2C4-9087-451C-863F-0C4A9359CE70}" destId="{6E8C7B43-A43E-41BB-B3D2-2E56D90C8850}" srcOrd="0" destOrd="0" presId="urn:microsoft.com/office/officeart/2011/layout/CircleProcess"/>
    <dgm:cxn modelId="{8381C787-2849-4D7A-BBBF-BDD4A67EF44C}" type="presOf" srcId="{4B79557E-98C1-46E6-B12C-F8486651E7B2}" destId="{BD63830F-84AA-488C-B379-D0FD91104D80}" srcOrd="0" destOrd="0" presId="urn:microsoft.com/office/officeart/2011/layout/CircleProcess"/>
    <dgm:cxn modelId="{F8856A90-6867-4BC6-8055-4FC95E5DC082}" type="presOf" srcId="{4B79557E-98C1-46E6-B12C-F8486651E7B2}" destId="{88C5D634-AF0B-4462-B720-AFD1CE758E79}" srcOrd="1" destOrd="0" presId="urn:microsoft.com/office/officeart/2011/layout/CircleProcess"/>
    <dgm:cxn modelId="{01AAD89F-E091-4C84-836D-263C2A113605}" type="presOf" srcId="{DF20A2C4-9087-451C-863F-0C4A9359CE70}" destId="{9E2C75BD-FF44-4E95-9F16-C27BC2AD6B2B}" srcOrd="1" destOrd="0" presId="urn:microsoft.com/office/officeart/2011/layout/CircleProcess"/>
    <dgm:cxn modelId="{22B472A8-7E9B-4D3B-AC44-FF103A18EDB3}" srcId="{A402902B-4250-4F61-952B-A00B7C8DB3BB}" destId="{1BE1BC78-A434-4B41-8C5E-E8A39B86E6EF}" srcOrd="4" destOrd="0" parTransId="{4E21C5ED-FA3A-4FD1-AFDC-09840A82027B}" sibTransId="{46DD187C-05F1-41EC-8230-24D71E30451B}"/>
    <dgm:cxn modelId="{E2671643-0D8B-461C-9772-EAB889416C91}" type="presParOf" srcId="{BAE962BC-E843-4ACD-A757-FBEDD222CD41}" destId="{8D8F5179-1EE3-41C2-89A7-F57EEF2F98A3}" srcOrd="0" destOrd="0" presId="urn:microsoft.com/office/officeart/2011/layout/CircleProcess"/>
    <dgm:cxn modelId="{047851FC-8296-4D88-BD9B-2CAFC09AFF4F}" type="presParOf" srcId="{8D8F5179-1EE3-41C2-89A7-F57EEF2F98A3}" destId="{8E215A1C-EB46-4E37-93CB-EDC3CCAA56A4}" srcOrd="0" destOrd="0" presId="urn:microsoft.com/office/officeart/2011/layout/CircleProcess"/>
    <dgm:cxn modelId="{D9C13AAF-3315-4D97-A70D-6A2BCA282A0D}" type="presParOf" srcId="{BAE962BC-E843-4ACD-A757-FBEDD222CD41}" destId="{542D7E3E-2884-4ADB-8AAE-7FC668AF4F19}" srcOrd="1" destOrd="0" presId="urn:microsoft.com/office/officeart/2011/layout/CircleProcess"/>
    <dgm:cxn modelId="{580F9549-CAB5-40D1-B325-5A1B1156790C}" type="presParOf" srcId="{542D7E3E-2884-4ADB-8AAE-7FC668AF4F19}" destId="{254DD769-22C9-4EBD-92FE-745EBC833C58}" srcOrd="0" destOrd="0" presId="urn:microsoft.com/office/officeart/2011/layout/CircleProcess"/>
    <dgm:cxn modelId="{3C4D6EF3-8FC0-49DB-B43A-A7ACDEC4477E}" type="presParOf" srcId="{BAE962BC-E843-4ACD-A757-FBEDD222CD41}" destId="{EA38FCDC-F570-4B5E-BAE0-F0298531DA2A}" srcOrd="2" destOrd="0" presId="urn:microsoft.com/office/officeart/2011/layout/CircleProcess"/>
    <dgm:cxn modelId="{0A99FD4F-3C8C-4681-AD87-144461D10C2D}" type="presParOf" srcId="{BAE962BC-E843-4ACD-A757-FBEDD222CD41}" destId="{4C462FCE-A04C-46DB-80FB-02B035A12D9C}" srcOrd="3" destOrd="0" presId="urn:microsoft.com/office/officeart/2011/layout/CircleProcess"/>
    <dgm:cxn modelId="{87CC9E73-1E3D-4427-94AE-41A520072DEF}" type="presParOf" srcId="{4C462FCE-A04C-46DB-80FB-02B035A12D9C}" destId="{67060BBD-9F13-4D02-995F-25FD50F2559B}" srcOrd="0" destOrd="0" presId="urn:microsoft.com/office/officeart/2011/layout/CircleProcess"/>
    <dgm:cxn modelId="{9CB395B3-7B1A-42EF-8F6E-B0B178153832}" type="presParOf" srcId="{BAE962BC-E843-4ACD-A757-FBEDD222CD41}" destId="{E9B3157E-991B-455F-9052-26A43342299C}" srcOrd="4" destOrd="0" presId="urn:microsoft.com/office/officeart/2011/layout/CircleProcess"/>
    <dgm:cxn modelId="{23ED0EEE-D834-4554-A290-E3AB9EE36C94}" type="presParOf" srcId="{E9B3157E-991B-455F-9052-26A43342299C}" destId="{02E96374-20A1-4171-87DF-61A0F87ABF4D}" srcOrd="0" destOrd="0" presId="urn:microsoft.com/office/officeart/2011/layout/CircleProcess"/>
    <dgm:cxn modelId="{1E40334F-28C1-4806-90B1-CB541A568DC3}" type="presParOf" srcId="{BAE962BC-E843-4ACD-A757-FBEDD222CD41}" destId="{4185F4D2-E998-4FAA-98C7-AF6A674B81F7}" srcOrd="5" destOrd="0" presId="urn:microsoft.com/office/officeart/2011/layout/CircleProcess"/>
    <dgm:cxn modelId="{A158AE52-5DD0-4A1A-ADE0-D345F8BD5FBB}" type="presParOf" srcId="{BAE962BC-E843-4ACD-A757-FBEDD222CD41}" destId="{9550126D-96DB-42BE-AD5A-FB3A64E7773B}" srcOrd="6" destOrd="0" presId="urn:microsoft.com/office/officeart/2011/layout/CircleProcess"/>
    <dgm:cxn modelId="{8CAA0CF4-892C-47A6-993D-F261A06A948E}" type="presParOf" srcId="{9550126D-96DB-42BE-AD5A-FB3A64E7773B}" destId="{A58474C0-1716-40F0-9D22-899AB03B8666}" srcOrd="0" destOrd="0" presId="urn:microsoft.com/office/officeart/2011/layout/CircleProcess"/>
    <dgm:cxn modelId="{F1DCF399-D491-4DC3-887A-E6995048E7CA}" type="presParOf" srcId="{BAE962BC-E843-4ACD-A757-FBEDD222CD41}" destId="{555FCA4F-0458-49BB-B396-C0DBC71AB7E0}" srcOrd="7" destOrd="0" presId="urn:microsoft.com/office/officeart/2011/layout/CircleProcess"/>
    <dgm:cxn modelId="{6BABD53B-C92E-4D16-AFF3-22638D7D0C64}" type="presParOf" srcId="{555FCA4F-0458-49BB-B396-C0DBC71AB7E0}" destId="{BD63830F-84AA-488C-B379-D0FD91104D80}" srcOrd="0" destOrd="0" presId="urn:microsoft.com/office/officeart/2011/layout/CircleProcess"/>
    <dgm:cxn modelId="{9AA9559E-E88E-4CD8-A4C4-B778DE50A83E}" type="presParOf" srcId="{BAE962BC-E843-4ACD-A757-FBEDD222CD41}" destId="{88C5D634-AF0B-4462-B720-AFD1CE758E79}" srcOrd="8" destOrd="0" presId="urn:microsoft.com/office/officeart/2011/layout/CircleProcess"/>
    <dgm:cxn modelId="{221C1398-26CF-4A9E-882C-9BCA05DCE8B7}" type="presParOf" srcId="{BAE962BC-E843-4ACD-A757-FBEDD222CD41}" destId="{175820D9-8C52-43FD-9BCA-E6610F715D1C}" srcOrd="9" destOrd="0" presId="urn:microsoft.com/office/officeart/2011/layout/CircleProcess"/>
    <dgm:cxn modelId="{08B09457-B3A1-4970-A048-810951AC70AE}" type="presParOf" srcId="{175820D9-8C52-43FD-9BCA-E6610F715D1C}" destId="{489659A4-FA9A-4600-A639-2714C7E2648B}" srcOrd="0" destOrd="0" presId="urn:microsoft.com/office/officeart/2011/layout/CircleProcess"/>
    <dgm:cxn modelId="{2FB5193D-66D1-4B2F-A132-56A4192F7F78}" type="presParOf" srcId="{BAE962BC-E843-4ACD-A757-FBEDD222CD41}" destId="{D071E825-0B22-42CC-B282-352859B6ABA7}" srcOrd="10" destOrd="0" presId="urn:microsoft.com/office/officeart/2011/layout/CircleProcess"/>
    <dgm:cxn modelId="{61DE467C-0482-4CDF-BADC-772CCEA96818}" type="presParOf" srcId="{D071E825-0B22-42CC-B282-352859B6ABA7}" destId="{6E8C7B43-A43E-41BB-B3D2-2E56D90C8850}" srcOrd="0" destOrd="0" presId="urn:microsoft.com/office/officeart/2011/layout/CircleProcess"/>
    <dgm:cxn modelId="{8EECEFAC-771E-47C7-8506-FD4D8C9303EB}" type="presParOf" srcId="{BAE962BC-E843-4ACD-A757-FBEDD222CD41}" destId="{9E2C75BD-FF44-4E95-9F16-C27BC2AD6B2B}" srcOrd="11" destOrd="0" presId="urn:microsoft.com/office/officeart/2011/layout/CircleProcess"/>
    <dgm:cxn modelId="{98191438-1C66-4312-B063-CB4904FD6AF2}" type="presParOf" srcId="{BAE962BC-E843-4ACD-A757-FBEDD222CD41}" destId="{A184E287-D9F6-4760-A90F-71997EA95059}" srcOrd="12" destOrd="0" presId="urn:microsoft.com/office/officeart/2011/layout/CircleProcess"/>
    <dgm:cxn modelId="{41974533-0691-4192-BA87-9C685464CE0A}" type="presParOf" srcId="{A184E287-D9F6-4760-A90F-71997EA95059}" destId="{03AEECE5-A289-4E88-A3BD-42E807D6A393}" srcOrd="0" destOrd="0" presId="urn:microsoft.com/office/officeart/2011/layout/CircleProcess"/>
    <dgm:cxn modelId="{D75FA48A-2E4F-482A-A422-7EAB552B8992}" type="presParOf" srcId="{BAE962BC-E843-4ACD-A757-FBEDD222CD41}" destId="{4C14E672-BC12-40B4-A0C1-D64C3E59AE6E}" srcOrd="13" destOrd="0" presId="urn:microsoft.com/office/officeart/2011/layout/CircleProcess"/>
    <dgm:cxn modelId="{EB9A706F-37BE-4C3C-94B2-5F319EAD9F54}" type="presParOf" srcId="{4C14E672-BC12-40B4-A0C1-D64C3E59AE6E}" destId="{E100DE9B-C758-4C40-B2D8-8520C88BBC22}" srcOrd="0" destOrd="0" presId="urn:microsoft.com/office/officeart/2011/layout/CircleProcess"/>
    <dgm:cxn modelId="{D9B7896B-44CC-412F-9B47-FAE19E6457AD}" type="presParOf" srcId="{BAE962BC-E843-4ACD-A757-FBEDD222CD41}" destId="{F6A07B06-47CF-4462-ACE6-227C34CE478D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E16B1-6EAE-4B31-ACA6-37C0BA5B15E8}">
      <dsp:nvSpPr>
        <dsp:cNvPr id="0" name=""/>
        <dsp:cNvSpPr/>
      </dsp:nvSpPr>
      <dsp:spPr>
        <a:xfrm>
          <a:off x="0" y="0"/>
          <a:ext cx="2033825" cy="61985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/>
            <a:t>XGBoost</a:t>
          </a:r>
          <a:endParaRPr lang="en-IN" sz="1800" b="1" kern="1200" dirty="0"/>
        </a:p>
      </dsp:txBody>
      <dsp:txXfrm>
        <a:off x="0" y="0"/>
        <a:ext cx="2033825" cy="619851"/>
      </dsp:txXfrm>
    </dsp:sp>
    <dsp:sp modelId="{80008C37-134F-4B6F-B970-F7D545295885}">
      <dsp:nvSpPr>
        <dsp:cNvPr id="0" name=""/>
        <dsp:cNvSpPr/>
      </dsp:nvSpPr>
      <dsp:spPr>
        <a:xfrm>
          <a:off x="2085" y="651735"/>
          <a:ext cx="2033825" cy="3261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1) Customer 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2) Post code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3) Vehicle 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4) Make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5) No. of claims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6) </a:t>
          </a:r>
          <a:r>
            <a:rPr lang="en-US" sz="1800" kern="1200" dirty="0" err="1"/>
            <a:t>Ncb</a:t>
          </a:r>
          <a:r>
            <a:rPr lang="en-US" sz="1800" kern="1200" dirty="0"/>
            <a:t> percentage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7) Year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8) Cc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9) Split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800" kern="1200"/>
        </a:p>
      </dsp:txBody>
      <dsp:txXfrm>
        <a:off x="2085" y="651735"/>
        <a:ext cx="2033825" cy="3261059"/>
      </dsp:txXfrm>
    </dsp:sp>
    <dsp:sp modelId="{F9FC6CC1-6F3D-41E5-8B17-568ADBBDFE72}">
      <dsp:nvSpPr>
        <dsp:cNvPr id="0" name=""/>
        <dsp:cNvSpPr/>
      </dsp:nvSpPr>
      <dsp:spPr>
        <a:xfrm>
          <a:off x="2320647" y="31884"/>
          <a:ext cx="2033825" cy="61985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2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2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CatBoost</a:t>
          </a:r>
          <a:endParaRPr lang="en-IN" sz="1800" kern="1200" dirty="0"/>
        </a:p>
      </dsp:txBody>
      <dsp:txXfrm>
        <a:off x="2320647" y="31884"/>
        <a:ext cx="2033825" cy="619851"/>
      </dsp:txXfrm>
    </dsp:sp>
    <dsp:sp modelId="{9055674B-4B73-42F9-AE4E-23D32E482EA6}">
      <dsp:nvSpPr>
        <dsp:cNvPr id="0" name=""/>
        <dsp:cNvSpPr/>
      </dsp:nvSpPr>
      <dsp:spPr>
        <a:xfrm>
          <a:off x="2320647" y="651735"/>
          <a:ext cx="2033825" cy="3261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no. of claims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2) Split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3) </a:t>
          </a:r>
          <a:r>
            <a:rPr lang="en-US" sz="1800" kern="1200" dirty="0" err="1"/>
            <a:t>Ncb</a:t>
          </a:r>
          <a:r>
            <a:rPr lang="en-US" sz="1800" kern="1200" dirty="0"/>
            <a:t> percentage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4) Customer 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5) Pre segment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6) Make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7) Vehicle 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/>
            <a:t>8) CC</a:t>
          </a:r>
          <a:endParaRPr lang="en-IN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US" sz="1800" kern="1200" dirty="0"/>
            <a:t>9) Customer gender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1800" kern="1200" dirty="0"/>
        </a:p>
      </dsp:txBody>
      <dsp:txXfrm>
        <a:off x="2320647" y="651735"/>
        <a:ext cx="2033825" cy="3261059"/>
      </dsp:txXfrm>
    </dsp:sp>
    <dsp:sp modelId="{E39903E0-BF7B-4A7F-A5A0-EDE70EEE984F}">
      <dsp:nvSpPr>
        <dsp:cNvPr id="0" name=""/>
        <dsp:cNvSpPr/>
      </dsp:nvSpPr>
      <dsp:spPr>
        <a:xfrm>
          <a:off x="4639208" y="31884"/>
          <a:ext cx="2033825" cy="619851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85000"/>
                <a:satMod val="130000"/>
              </a:schemeClr>
            </a:gs>
            <a:gs pos="34000">
              <a:schemeClr val="accent1">
                <a:alpha val="90000"/>
                <a:hueOff val="0"/>
                <a:satOff val="0"/>
                <a:lumOff val="0"/>
                <a:alphaOff val="-40000"/>
                <a:shade val="87000"/>
                <a:satMod val="125000"/>
              </a:schemeClr>
            </a:gs>
            <a:gs pos="7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9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Logistic Regression</a:t>
          </a:r>
          <a:endParaRPr lang="en-IN" sz="1800" kern="1200" dirty="0"/>
        </a:p>
      </dsp:txBody>
      <dsp:txXfrm>
        <a:off x="4639208" y="31884"/>
        <a:ext cx="2033825" cy="619851"/>
      </dsp:txXfrm>
    </dsp:sp>
    <dsp:sp modelId="{506BDC2B-D1AF-4424-9A21-94C6E455F978}">
      <dsp:nvSpPr>
        <dsp:cNvPr id="0" name=""/>
        <dsp:cNvSpPr/>
      </dsp:nvSpPr>
      <dsp:spPr>
        <a:xfrm>
          <a:off x="4641294" y="661812"/>
          <a:ext cx="2033825" cy="3261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no. of claims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split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cc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</a:t>
          </a:r>
          <a:r>
            <a:rPr lang="en-US" sz="1800" kern="1200" dirty="0" err="1"/>
            <a:t>ncb</a:t>
          </a:r>
          <a:r>
            <a:rPr lang="en-US" sz="1800" kern="1200" dirty="0"/>
            <a:t> percentage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vehicle age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post code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Pre segment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customer gender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arenR"/>
          </a:pPr>
          <a:r>
            <a:rPr lang="en-US" sz="1800" kern="1200" dirty="0"/>
            <a:t> make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endParaRPr lang="en-IN" sz="1800" kern="1200" dirty="0"/>
        </a:p>
      </dsp:txBody>
      <dsp:txXfrm>
        <a:off x="4641294" y="661812"/>
        <a:ext cx="2033825" cy="32610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15A1C-EB46-4E37-93CB-EDC3CCAA56A4}">
      <dsp:nvSpPr>
        <dsp:cNvPr id="0" name=""/>
        <dsp:cNvSpPr/>
      </dsp:nvSpPr>
      <dsp:spPr>
        <a:xfrm>
          <a:off x="8095998" y="654558"/>
          <a:ext cx="1733946" cy="1734230"/>
        </a:xfrm>
        <a:prstGeom prst="ellips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DD769-22C9-4EBD-92FE-745EBC833C58}">
      <dsp:nvSpPr>
        <dsp:cNvPr id="0" name=""/>
        <dsp:cNvSpPr/>
      </dsp:nvSpPr>
      <dsp:spPr>
        <a:xfrm>
          <a:off x="8153212" y="712376"/>
          <a:ext cx="1618596" cy="16185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Testing and Generalization</a:t>
          </a:r>
          <a:endParaRPr lang="en-IN" sz="1200" kern="1200"/>
        </a:p>
      </dsp:txBody>
      <dsp:txXfrm>
        <a:off x="8384836" y="943647"/>
        <a:ext cx="1156271" cy="1156052"/>
      </dsp:txXfrm>
    </dsp:sp>
    <dsp:sp modelId="{67060BBD-9F13-4D02-995F-25FD50F2559B}">
      <dsp:nvSpPr>
        <dsp:cNvPr id="0" name=""/>
        <dsp:cNvSpPr/>
      </dsp:nvSpPr>
      <dsp:spPr>
        <a:xfrm rot="2700000">
          <a:off x="6303093" y="654648"/>
          <a:ext cx="1733745" cy="1733745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24342"/>
            <a:satOff val="-769"/>
            <a:lumOff val="161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96374-20A1-4171-87DF-61A0F87ABF4D}">
      <dsp:nvSpPr>
        <dsp:cNvPr id="0" name=""/>
        <dsp:cNvSpPr/>
      </dsp:nvSpPr>
      <dsp:spPr>
        <a:xfrm>
          <a:off x="6362052" y="712376"/>
          <a:ext cx="1618596" cy="16185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24342"/>
              <a:satOff val="-769"/>
              <a:lumOff val="16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Hyperparameter Tuning &amp; Optimization</a:t>
          </a:r>
          <a:endParaRPr lang="en-IN" sz="1200" kern="1200"/>
        </a:p>
      </dsp:txBody>
      <dsp:txXfrm>
        <a:off x="6592753" y="943647"/>
        <a:ext cx="1156271" cy="1156052"/>
      </dsp:txXfrm>
    </dsp:sp>
    <dsp:sp modelId="{A58474C0-1716-40F0-9D22-899AB03B8666}">
      <dsp:nvSpPr>
        <dsp:cNvPr id="0" name=""/>
        <dsp:cNvSpPr/>
      </dsp:nvSpPr>
      <dsp:spPr>
        <a:xfrm rot="2700000">
          <a:off x="4511933" y="654648"/>
          <a:ext cx="1733745" cy="1733745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48684"/>
            <a:satOff val="-1538"/>
            <a:lumOff val="322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3830F-84AA-488C-B379-D0FD91104D80}">
      <dsp:nvSpPr>
        <dsp:cNvPr id="0" name=""/>
        <dsp:cNvSpPr/>
      </dsp:nvSpPr>
      <dsp:spPr>
        <a:xfrm>
          <a:off x="4569969" y="712376"/>
          <a:ext cx="1618596" cy="16185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48684"/>
              <a:satOff val="-1538"/>
              <a:lumOff val="32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Model Development</a:t>
          </a:r>
          <a:endParaRPr lang="en-IN" sz="1200" kern="1200"/>
        </a:p>
      </dsp:txBody>
      <dsp:txXfrm>
        <a:off x="4800670" y="943647"/>
        <a:ext cx="1156271" cy="1156052"/>
      </dsp:txXfrm>
    </dsp:sp>
    <dsp:sp modelId="{489659A4-FA9A-4600-A639-2714C7E2648B}">
      <dsp:nvSpPr>
        <dsp:cNvPr id="0" name=""/>
        <dsp:cNvSpPr/>
      </dsp:nvSpPr>
      <dsp:spPr>
        <a:xfrm rot="2700000">
          <a:off x="2719850" y="654648"/>
          <a:ext cx="1733745" cy="1733745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48684"/>
            <a:satOff val="-1538"/>
            <a:lumOff val="322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C7B43-A43E-41BB-B3D2-2E56D90C8850}">
      <dsp:nvSpPr>
        <dsp:cNvPr id="0" name=""/>
        <dsp:cNvSpPr/>
      </dsp:nvSpPr>
      <dsp:spPr>
        <a:xfrm>
          <a:off x="2777886" y="712376"/>
          <a:ext cx="1618596" cy="16185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48684"/>
              <a:satOff val="-1538"/>
              <a:lumOff val="32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Exploratory analysis</a:t>
          </a:r>
          <a:endParaRPr lang="en-IN" sz="1200" kern="1200"/>
        </a:p>
      </dsp:txBody>
      <dsp:txXfrm>
        <a:off x="3009509" y="943647"/>
        <a:ext cx="1156271" cy="1156052"/>
      </dsp:txXfrm>
    </dsp:sp>
    <dsp:sp modelId="{03AEECE5-A289-4E88-A3BD-42E807D6A393}">
      <dsp:nvSpPr>
        <dsp:cNvPr id="0" name=""/>
        <dsp:cNvSpPr/>
      </dsp:nvSpPr>
      <dsp:spPr>
        <a:xfrm rot="2700000">
          <a:off x="927767" y="654648"/>
          <a:ext cx="1733745" cy="1733745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24342"/>
            <a:satOff val="-769"/>
            <a:lumOff val="161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DE9B-C758-4C40-B2D8-8520C88BBC22}">
      <dsp:nvSpPr>
        <dsp:cNvPr id="0" name=""/>
        <dsp:cNvSpPr/>
      </dsp:nvSpPr>
      <dsp:spPr>
        <a:xfrm>
          <a:off x="985803" y="712376"/>
          <a:ext cx="1618596" cy="161859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24342"/>
              <a:satOff val="-769"/>
              <a:lumOff val="16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Data Understanding &amp; Cleaning</a:t>
          </a:r>
        </a:p>
      </dsp:txBody>
      <dsp:txXfrm>
        <a:off x="1217426" y="943647"/>
        <a:ext cx="1156271" cy="11560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E66CD-4424-4689-A999-E66E6287EDE7}">
      <dsp:nvSpPr>
        <dsp:cNvPr id="0" name=""/>
        <dsp:cNvSpPr/>
      </dsp:nvSpPr>
      <dsp:spPr>
        <a:xfrm>
          <a:off x="417575" y="145"/>
          <a:ext cx="1591194" cy="58208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Drop less significant features</a:t>
          </a:r>
          <a:endParaRPr lang="en-IN" sz="1000" kern="1200" dirty="0"/>
        </a:p>
      </dsp:txBody>
      <dsp:txXfrm>
        <a:off x="650600" y="85390"/>
        <a:ext cx="1125144" cy="411598"/>
      </dsp:txXfrm>
    </dsp:sp>
    <dsp:sp modelId="{184F9961-171B-432A-917E-F6F352E52CD1}">
      <dsp:nvSpPr>
        <dsp:cNvPr id="0" name=""/>
        <dsp:cNvSpPr/>
      </dsp:nvSpPr>
      <dsp:spPr>
        <a:xfrm>
          <a:off x="949121" y="656168"/>
          <a:ext cx="528103" cy="528103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1019121" y="858115"/>
        <a:ext cx="388103" cy="124209"/>
      </dsp:txXfrm>
    </dsp:sp>
    <dsp:sp modelId="{8501A44C-2E95-4091-A5BB-3E6FA657EBFA}">
      <dsp:nvSpPr>
        <dsp:cNvPr id="0" name=""/>
        <dsp:cNvSpPr/>
      </dsp:nvSpPr>
      <dsp:spPr>
        <a:xfrm>
          <a:off x="351544" y="1258206"/>
          <a:ext cx="1723256" cy="4743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CC Bins</a:t>
          </a:r>
          <a:endParaRPr lang="en-IN" sz="1000" kern="1200" dirty="0"/>
        </a:p>
      </dsp:txBody>
      <dsp:txXfrm>
        <a:off x="603909" y="1327666"/>
        <a:ext cx="1218526" cy="335380"/>
      </dsp:txXfrm>
    </dsp:sp>
    <dsp:sp modelId="{285BD0E7-17DF-4B39-B6AF-67EABA894D64}">
      <dsp:nvSpPr>
        <dsp:cNvPr id="0" name=""/>
        <dsp:cNvSpPr/>
      </dsp:nvSpPr>
      <dsp:spPr>
        <a:xfrm>
          <a:off x="949121" y="1806441"/>
          <a:ext cx="528103" cy="528103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1019121" y="2008388"/>
        <a:ext cx="388103" cy="124209"/>
      </dsp:txXfrm>
    </dsp:sp>
    <dsp:sp modelId="{82C2786F-DF07-4214-A1B0-5E1E7C4B30C0}">
      <dsp:nvSpPr>
        <dsp:cNvPr id="0" name=""/>
        <dsp:cNvSpPr/>
      </dsp:nvSpPr>
      <dsp:spPr>
        <a:xfrm>
          <a:off x="467053" y="2408479"/>
          <a:ext cx="1492238" cy="63441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Grouping of records </a:t>
          </a:r>
          <a:endParaRPr lang="en-IN" sz="1000" kern="1200"/>
        </a:p>
      </dsp:txBody>
      <dsp:txXfrm>
        <a:off x="685586" y="2501387"/>
        <a:ext cx="1055172" cy="448600"/>
      </dsp:txXfrm>
    </dsp:sp>
    <dsp:sp modelId="{8201961C-F331-4C7C-9AF7-03597FBA439E}">
      <dsp:nvSpPr>
        <dsp:cNvPr id="0" name=""/>
        <dsp:cNvSpPr/>
      </dsp:nvSpPr>
      <dsp:spPr>
        <a:xfrm>
          <a:off x="2211379" y="1352163"/>
          <a:ext cx="289546" cy="33871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211379" y="1419906"/>
        <a:ext cx="202682" cy="203228"/>
      </dsp:txXfrm>
    </dsp:sp>
    <dsp:sp modelId="{D25D9FBF-8A50-4A9E-B05A-DA51377F1C6D}">
      <dsp:nvSpPr>
        <dsp:cNvPr id="0" name=""/>
        <dsp:cNvSpPr/>
      </dsp:nvSpPr>
      <dsp:spPr>
        <a:xfrm>
          <a:off x="2621114" y="610997"/>
          <a:ext cx="1821046" cy="18210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shade val="92000"/>
                <a:satMod val="130000"/>
              </a:schemeClr>
            </a:gs>
            <a:gs pos="45000">
              <a:schemeClr val="accent1">
                <a:hueOff val="0"/>
                <a:satOff val="0"/>
                <a:lumOff val="0"/>
                <a:alphaOff val="0"/>
                <a:tint val="60000"/>
                <a:shade val="99000"/>
                <a:sat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Concatenation of Policy &amp; Claim data</a:t>
          </a:r>
          <a:endParaRPr lang="en-IN" sz="1600" kern="1200"/>
        </a:p>
      </dsp:txBody>
      <dsp:txXfrm>
        <a:off x="2887800" y="877683"/>
        <a:ext cx="1287674" cy="12876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B6C1D-3DED-4EEB-9808-30FD2579EA2E}">
      <dsp:nvSpPr>
        <dsp:cNvPr id="0" name=""/>
        <dsp:cNvSpPr/>
      </dsp:nvSpPr>
      <dsp:spPr>
        <a:xfrm>
          <a:off x="0" y="3184"/>
          <a:ext cx="2296530" cy="5919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Outlier Detection</a:t>
          </a:r>
          <a:endParaRPr lang="en-IN" sz="1800" kern="1200" dirty="0"/>
        </a:p>
      </dsp:txBody>
      <dsp:txXfrm>
        <a:off x="17338" y="20522"/>
        <a:ext cx="2261854" cy="557270"/>
      </dsp:txXfrm>
    </dsp:sp>
    <dsp:sp modelId="{BE639A80-A30B-40BF-BF33-8751D676E5DB}">
      <dsp:nvSpPr>
        <dsp:cNvPr id="0" name=""/>
        <dsp:cNvSpPr/>
      </dsp:nvSpPr>
      <dsp:spPr>
        <a:xfrm rot="5400000">
          <a:off x="1037275" y="609928"/>
          <a:ext cx="221979" cy="2663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1068352" y="632126"/>
        <a:ext cx="159825" cy="155385"/>
      </dsp:txXfrm>
    </dsp:sp>
    <dsp:sp modelId="{38E01A24-BA26-41A1-B369-5A7096CC8ECE}">
      <dsp:nvSpPr>
        <dsp:cNvPr id="0" name=""/>
        <dsp:cNvSpPr/>
      </dsp:nvSpPr>
      <dsp:spPr>
        <a:xfrm>
          <a:off x="0" y="891103"/>
          <a:ext cx="2296530" cy="5919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Missing Data imputation</a:t>
          </a:r>
          <a:endParaRPr lang="en-IN" sz="1800" kern="1200" dirty="0"/>
        </a:p>
      </dsp:txBody>
      <dsp:txXfrm>
        <a:off x="17338" y="908441"/>
        <a:ext cx="2261854" cy="557270"/>
      </dsp:txXfrm>
    </dsp:sp>
    <dsp:sp modelId="{A9A91825-7B2D-4AB6-A2A9-7CA0D8620D44}">
      <dsp:nvSpPr>
        <dsp:cNvPr id="0" name=""/>
        <dsp:cNvSpPr/>
      </dsp:nvSpPr>
      <dsp:spPr>
        <a:xfrm rot="5400000">
          <a:off x="1037275" y="1497848"/>
          <a:ext cx="221979" cy="2663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1068352" y="1520046"/>
        <a:ext cx="159825" cy="155385"/>
      </dsp:txXfrm>
    </dsp:sp>
    <dsp:sp modelId="{BAEC338B-79FF-4E63-9439-75E28922EE88}">
      <dsp:nvSpPr>
        <dsp:cNvPr id="0" name=""/>
        <dsp:cNvSpPr/>
      </dsp:nvSpPr>
      <dsp:spPr>
        <a:xfrm>
          <a:off x="0" y="1779022"/>
          <a:ext cx="2296530" cy="5919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Include Loss Ratio</a:t>
          </a:r>
          <a:endParaRPr lang="en-IN" sz="1800" kern="1200" dirty="0"/>
        </a:p>
      </dsp:txBody>
      <dsp:txXfrm>
        <a:off x="17338" y="1796360"/>
        <a:ext cx="2261854" cy="557270"/>
      </dsp:txXfrm>
    </dsp:sp>
    <dsp:sp modelId="{BEAF24EE-FD52-477C-9E7B-71D2007844DF}">
      <dsp:nvSpPr>
        <dsp:cNvPr id="0" name=""/>
        <dsp:cNvSpPr/>
      </dsp:nvSpPr>
      <dsp:spPr>
        <a:xfrm rot="5400000">
          <a:off x="1037275" y="2385767"/>
          <a:ext cx="221979" cy="2663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-5400000">
        <a:off x="1068352" y="2407965"/>
        <a:ext cx="159825" cy="155385"/>
      </dsp:txXfrm>
    </dsp:sp>
    <dsp:sp modelId="{0FC34EB0-5759-4901-B7E1-F2777DBCE381}">
      <dsp:nvSpPr>
        <dsp:cNvPr id="0" name=""/>
        <dsp:cNvSpPr/>
      </dsp:nvSpPr>
      <dsp:spPr>
        <a:xfrm>
          <a:off x="0" y="2666941"/>
          <a:ext cx="2296530" cy="5919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Drop features &amp; records </a:t>
          </a:r>
          <a:endParaRPr lang="en-IN" sz="1800" kern="1200" dirty="0"/>
        </a:p>
      </dsp:txBody>
      <dsp:txXfrm>
        <a:off x="17338" y="2684279"/>
        <a:ext cx="2261854" cy="5572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15A1C-EB46-4E37-93CB-EDC3CCAA56A4}">
      <dsp:nvSpPr>
        <dsp:cNvPr id="0" name=""/>
        <dsp:cNvSpPr/>
      </dsp:nvSpPr>
      <dsp:spPr>
        <a:xfrm>
          <a:off x="7959213" y="598986"/>
          <a:ext cx="1586733" cy="1586993"/>
        </a:xfrm>
        <a:prstGeom prst="ellips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DD769-22C9-4EBD-92FE-745EBC833C58}">
      <dsp:nvSpPr>
        <dsp:cNvPr id="0" name=""/>
        <dsp:cNvSpPr/>
      </dsp:nvSpPr>
      <dsp:spPr>
        <a:xfrm>
          <a:off x="8011569" y="651895"/>
          <a:ext cx="1481176" cy="148117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Testing and Generalization</a:t>
          </a:r>
          <a:endParaRPr lang="en-IN" sz="1100" kern="1200"/>
        </a:p>
      </dsp:txBody>
      <dsp:txXfrm>
        <a:off x="8223528" y="863531"/>
        <a:ext cx="1058103" cy="1057902"/>
      </dsp:txXfrm>
    </dsp:sp>
    <dsp:sp modelId="{67060BBD-9F13-4D02-995F-25FD50F2559B}">
      <dsp:nvSpPr>
        <dsp:cNvPr id="0" name=""/>
        <dsp:cNvSpPr/>
      </dsp:nvSpPr>
      <dsp:spPr>
        <a:xfrm rot="2700000">
          <a:off x="6318526" y="599068"/>
          <a:ext cx="1586549" cy="1586549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24342"/>
            <a:satOff val="-769"/>
            <a:lumOff val="161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96374-20A1-4171-87DF-61A0F87ABF4D}">
      <dsp:nvSpPr>
        <dsp:cNvPr id="0" name=""/>
        <dsp:cNvSpPr/>
      </dsp:nvSpPr>
      <dsp:spPr>
        <a:xfrm>
          <a:off x="6372479" y="651895"/>
          <a:ext cx="1481176" cy="148117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24342"/>
              <a:satOff val="-769"/>
              <a:lumOff val="16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Hyperparameter Tuning &amp; Optimization</a:t>
          </a:r>
          <a:endParaRPr lang="en-IN" sz="1100" kern="1200"/>
        </a:p>
      </dsp:txBody>
      <dsp:txXfrm>
        <a:off x="6583594" y="863531"/>
        <a:ext cx="1058103" cy="1057902"/>
      </dsp:txXfrm>
    </dsp:sp>
    <dsp:sp modelId="{A58474C0-1716-40F0-9D22-899AB03B8666}">
      <dsp:nvSpPr>
        <dsp:cNvPr id="0" name=""/>
        <dsp:cNvSpPr/>
      </dsp:nvSpPr>
      <dsp:spPr>
        <a:xfrm rot="2700000">
          <a:off x="4679436" y="599068"/>
          <a:ext cx="1586549" cy="1586549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48684"/>
            <a:satOff val="-1538"/>
            <a:lumOff val="322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3830F-84AA-488C-B379-D0FD91104D80}">
      <dsp:nvSpPr>
        <dsp:cNvPr id="0" name=""/>
        <dsp:cNvSpPr/>
      </dsp:nvSpPr>
      <dsp:spPr>
        <a:xfrm>
          <a:off x="4732545" y="651895"/>
          <a:ext cx="1481176" cy="148117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48684"/>
              <a:satOff val="-1538"/>
              <a:lumOff val="32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Model Development</a:t>
          </a:r>
          <a:endParaRPr lang="en-IN" sz="1100" kern="1200"/>
        </a:p>
      </dsp:txBody>
      <dsp:txXfrm>
        <a:off x="4943659" y="863531"/>
        <a:ext cx="1058103" cy="1057902"/>
      </dsp:txXfrm>
    </dsp:sp>
    <dsp:sp modelId="{489659A4-FA9A-4600-A639-2714C7E2648B}">
      <dsp:nvSpPr>
        <dsp:cNvPr id="0" name=""/>
        <dsp:cNvSpPr/>
      </dsp:nvSpPr>
      <dsp:spPr>
        <a:xfrm rot="2700000">
          <a:off x="3039502" y="599068"/>
          <a:ext cx="1586549" cy="1586549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48684"/>
            <a:satOff val="-1538"/>
            <a:lumOff val="322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C7B43-A43E-41BB-B3D2-2E56D90C8850}">
      <dsp:nvSpPr>
        <dsp:cNvPr id="0" name=""/>
        <dsp:cNvSpPr/>
      </dsp:nvSpPr>
      <dsp:spPr>
        <a:xfrm>
          <a:off x="3092611" y="651895"/>
          <a:ext cx="1481176" cy="148117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48684"/>
              <a:satOff val="-1538"/>
              <a:lumOff val="32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Exploratory analysis</a:t>
          </a:r>
          <a:endParaRPr lang="en-IN" sz="1100" kern="1200"/>
        </a:p>
      </dsp:txBody>
      <dsp:txXfrm>
        <a:off x="3304570" y="863531"/>
        <a:ext cx="1058103" cy="1057902"/>
      </dsp:txXfrm>
    </dsp:sp>
    <dsp:sp modelId="{03AEECE5-A289-4E88-A3BD-42E807D6A393}">
      <dsp:nvSpPr>
        <dsp:cNvPr id="0" name=""/>
        <dsp:cNvSpPr/>
      </dsp:nvSpPr>
      <dsp:spPr>
        <a:xfrm rot="2700000">
          <a:off x="1399568" y="599068"/>
          <a:ext cx="1586549" cy="1586549"/>
        </a:xfrm>
        <a:prstGeom prst="teardrop">
          <a:avLst>
            <a:gd name="adj" fmla="val 100000"/>
          </a:avLst>
        </a:prstGeom>
        <a:solidFill>
          <a:schemeClr val="accent4">
            <a:shade val="50000"/>
            <a:hueOff val="24342"/>
            <a:satOff val="-769"/>
            <a:lumOff val="1610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0DE9B-C758-4C40-B2D8-8520C88BBC22}">
      <dsp:nvSpPr>
        <dsp:cNvPr id="0" name=""/>
        <dsp:cNvSpPr/>
      </dsp:nvSpPr>
      <dsp:spPr>
        <a:xfrm>
          <a:off x="1452677" y="651895"/>
          <a:ext cx="1481176" cy="1481175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shade val="50000"/>
              <a:hueOff val="24342"/>
              <a:satOff val="-769"/>
              <a:lumOff val="161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 Understanding &amp; Cleaning</a:t>
          </a:r>
        </a:p>
      </dsp:txBody>
      <dsp:txXfrm>
        <a:off x="1664635" y="863531"/>
        <a:ext cx="1058103" cy="1057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3CA51-675D-4432-91D2-F0BC2831AB3A}" type="datetimeFigureOut">
              <a:rPr lang="en-IN" smtClean="0"/>
              <a:t>19/02/25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1B015-4FB6-410E-B57A-51605ABAF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9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B015-4FB6-410E-B57A-51605ABAF9F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3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2/19/25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2/19/25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2/19/25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Layout" Target="../diagrams/layout4.xml"/><Relationship Id="rId7" Type="http://schemas.openxmlformats.org/officeDocument/2006/relationships/chart" Target="../charts/chart5.xml"/><Relationship Id="rId12" Type="http://schemas.microsoft.com/office/2007/relationships/diagramDrawing" Target="../diagrams/drawing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5" Type="http://schemas.openxmlformats.org/officeDocument/2006/relationships/diagramColors" Target="../diagrams/colors4.xml"/><Relationship Id="rId10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5400" dirty="0"/>
              <a:t>Premium  Prediction &amp; Risk Assessment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</a:rPr>
              <a:t>Using machine learning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>
                <a:solidFill>
                  <a:srgbClr val="FFFFFF"/>
                </a:solidFill>
              </a:rPr>
              <a:t>“Data-driven insights are the lifeblood of modern insurance—transforming risk into foresight and uncertainty into opportunity.”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>
                <a:solidFill>
                  <a:srgbClr val="FFFFFF"/>
                </a:solidFill>
              </a:rPr>
              <a:t>Thomas h. davenport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8705D1BA-D2E5-392F-C311-500B53252CEE}"/>
              </a:ext>
            </a:extLst>
          </p:cNvPr>
          <p:cNvGrpSpPr/>
          <p:nvPr/>
        </p:nvGrpSpPr>
        <p:grpSpPr>
          <a:xfrm rot="18475191">
            <a:off x="2770438" y="1320705"/>
            <a:ext cx="3266577" cy="3535504"/>
            <a:chOff x="2335383" y="1355153"/>
            <a:chExt cx="2890544" cy="3085466"/>
          </a:xfrm>
          <a:gradFill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ABD845B-D442-8F9B-E9A0-D9FEB5B0881D}"/>
                </a:ext>
              </a:extLst>
            </p:cNvPr>
            <p:cNvSpPr/>
            <p:nvPr/>
          </p:nvSpPr>
          <p:spPr>
            <a:xfrm rot="8100000">
              <a:off x="2335383" y="1455285"/>
              <a:ext cx="2890544" cy="2890544"/>
            </a:xfrm>
            <a:custGeom>
              <a:avLst/>
              <a:gdLst>
                <a:gd name="connsiteX0" fmla="*/ 1080000 w 1440000"/>
                <a:gd name="connsiteY0" fmla="*/ 0 h 1440000"/>
                <a:gd name="connsiteX1" fmla="*/ 1440000 w 1440000"/>
                <a:gd name="connsiteY1" fmla="*/ 360000 h 1440000"/>
                <a:gd name="connsiteX2" fmla="*/ 1080000 w 1440000"/>
                <a:gd name="connsiteY2" fmla="*/ 720000 h 1440000"/>
                <a:gd name="connsiteX3" fmla="*/ 892555 w 1440000"/>
                <a:gd name="connsiteY3" fmla="*/ 720000 h 1440000"/>
                <a:gd name="connsiteX4" fmla="*/ 720000 w 1440000"/>
                <a:gd name="connsiteY4" fmla="*/ 892555 h 1440000"/>
                <a:gd name="connsiteX5" fmla="*/ 720000 w 1440000"/>
                <a:gd name="connsiteY5" fmla="*/ 1080000 h 1440000"/>
                <a:gd name="connsiteX6" fmla="*/ 360000 w 1440000"/>
                <a:gd name="connsiteY6" fmla="*/ 1440000 h 1440000"/>
                <a:gd name="connsiteX7" fmla="*/ 0 w 1440000"/>
                <a:gd name="connsiteY7" fmla="*/ 1080000 h 1440000"/>
                <a:gd name="connsiteX8" fmla="*/ 360000 w 1440000"/>
                <a:gd name="connsiteY8" fmla="*/ 720000 h 1440000"/>
                <a:gd name="connsiteX9" fmla="*/ 547445 w 1440000"/>
                <a:gd name="connsiteY9" fmla="*/ 720000 h 1440000"/>
                <a:gd name="connsiteX10" fmla="*/ 720000 w 1440000"/>
                <a:gd name="connsiteY10" fmla="*/ 547445 h 1440000"/>
                <a:gd name="connsiteX11" fmla="*/ 720000 w 1440000"/>
                <a:gd name="connsiteY11" fmla="*/ 360000 h 1440000"/>
                <a:gd name="connsiteX12" fmla="*/ 1080000 w 1440000"/>
                <a:gd name="connsiteY12" fmla="*/ 0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0000" h="1440000">
                  <a:moveTo>
                    <a:pt x="1080000" y="0"/>
                  </a:moveTo>
                  <a:cubicBezTo>
                    <a:pt x="1278823" y="0"/>
                    <a:pt x="1440000" y="161177"/>
                    <a:pt x="1440000" y="360000"/>
                  </a:cubicBezTo>
                  <a:cubicBezTo>
                    <a:pt x="1440000" y="558823"/>
                    <a:pt x="1278823" y="720000"/>
                    <a:pt x="1080000" y="720000"/>
                  </a:cubicBezTo>
                  <a:lnTo>
                    <a:pt x="892555" y="720000"/>
                  </a:lnTo>
                  <a:cubicBezTo>
                    <a:pt x="797256" y="720000"/>
                    <a:pt x="720000" y="797256"/>
                    <a:pt x="720000" y="892555"/>
                  </a:cubicBezTo>
                  <a:lnTo>
                    <a:pt x="720000" y="1080000"/>
                  </a:lnTo>
                  <a:cubicBezTo>
                    <a:pt x="720000" y="1278823"/>
                    <a:pt x="558823" y="1440000"/>
                    <a:pt x="360000" y="1440000"/>
                  </a:cubicBezTo>
                  <a:cubicBezTo>
                    <a:pt x="161177" y="1440000"/>
                    <a:pt x="0" y="1278823"/>
                    <a:pt x="0" y="1080000"/>
                  </a:cubicBezTo>
                  <a:cubicBezTo>
                    <a:pt x="0" y="881177"/>
                    <a:pt x="161177" y="720000"/>
                    <a:pt x="360000" y="720000"/>
                  </a:cubicBezTo>
                  <a:lnTo>
                    <a:pt x="547445" y="720000"/>
                  </a:lnTo>
                  <a:cubicBezTo>
                    <a:pt x="642744" y="720000"/>
                    <a:pt x="720000" y="642744"/>
                    <a:pt x="720000" y="547445"/>
                  </a:cubicBezTo>
                  <a:lnTo>
                    <a:pt x="720000" y="360000"/>
                  </a:lnTo>
                  <a:cubicBezTo>
                    <a:pt x="720000" y="161177"/>
                    <a:pt x="881177" y="0"/>
                    <a:pt x="1080000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9FDECAB-508B-6456-CCEF-33402E4FD22A}"/>
                </a:ext>
              </a:extLst>
            </p:cNvPr>
            <p:cNvGrpSpPr/>
            <p:nvPr/>
          </p:nvGrpSpPr>
          <p:grpSpPr>
            <a:xfrm>
              <a:off x="3266282" y="1355153"/>
              <a:ext cx="1028746" cy="3085466"/>
              <a:chOff x="5186855" y="1355155"/>
              <a:chExt cx="1028746" cy="3085466"/>
            </a:xfrm>
            <a:grpFill/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9AB577BE-E6E0-918A-DF83-78CD9B5BA4F5}"/>
                  </a:ext>
                </a:extLst>
              </p:cNvPr>
              <p:cNvSpPr/>
              <p:nvPr/>
            </p:nvSpPr>
            <p:spPr>
              <a:xfrm>
                <a:off x="5186855" y="3429000"/>
                <a:ext cx="1028746" cy="1011621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5D2CA9F-B961-829D-BD22-B77AAEB05D55}"/>
                  </a:ext>
                </a:extLst>
              </p:cNvPr>
              <p:cNvSpPr/>
              <p:nvPr/>
            </p:nvSpPr>
            <p:spPr>
              <a:xfrm rot="18773918">
                <a:off x="5186855" y="1363717"/>
                <a:ext cx="1028746" cy="1011621"/>
              </a:xfrm>
              <a:prstGeom prst="ellipse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STEP4</a:t>
                </a:r>
                <a:endParaRPr lang="en-IN" dirty="0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361943B-8860-FC8F-233E-3517431024FC}"/>
              </a:ext>
            </a:extLst>
          </p:cNvPr>
          <p:cNvGrpSpPr/>
          <p:nvPr/>
        </p:nvGrpSpPr>
        <p:grpSpPr>
          <a:xfrm rot="3047327">
            <a:off x="4612450" y="1291200"/>
            <a:ext cx="3266577" cy="3537205"/>
            <a:chOff x="2286271" y="1355153"/>
            <a:chExt cx="2890544" cy="308695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8AA6851-46E0-F52A-F374-6DB95C14C54A}"/>
                </a:ext>
              </a:extLst>
            </p:cNvPr>
            <p:cNvSpPr/>
            <p:nvPr/>
          </p:nvSpPr>
          <p:spPr>
            <a:xfrm rot="8100000">
              <a:off x="2286271" y="1467333"/>
              <a:ext cx="2890544" cy="2890544"/>
            </a:xfrm>
            <a:custGeom>
              <a:avLst/>
              <a:gdLst>
                <a:gd name="connsiteX0" fmla="*/ 1080000 w 1440000"/>
                <a:gd name="connsiteY0" fmla="*/ 0 h 1440000"/>
                <a:gd name="connsiteX1" fmla="*/ 1440000 w 1440000"/>
                <a:gd name="connsiteY1" fmla="*/ 360000 h 1440000"/>
                <a:gd name="connsiteX2" fmla="*/ 1080000 w 1440000"/>
                <a:gd name="connsiteY2" fmla="*/ 720000 h 1440000"/>
                <a:gd name="connsiteX3" fmla="*/ 892555 w 1440000"/>
                <a:gd name="connsiteY3" fmla="*/ 720000 h 1440000"/>
                <a:gd name="connsiteX4" fmla="*/ 720000 w 1440000"/>
                <a:gd name="connsiteY4" fmla="*/ 892555 h 1440000"/>
                <a:gd name="connsiteX5" fmla="*/ 720000 w 1440000"/>
                <a:gd name="connsiteY5" fmla="*/ 1080000 h 1440000"/>
                <a:gd name="connsiteX6" fmla="*/ 360000 w 1440000"/>
                <a:gd name="connsiteY6" fmla="*/ 1440000 h 1440000"/>
                <a:gd name="connsiteX7" fmla="*/ 0 w 1440000"/>
                <a:gd name="connsiteY7" fmla="*/ 1080000 h 1440000"/>
                <a:gd name="connsiteX8" fmla="*/ 360000 w 1440000"/>
                <a:gd name="connsiteY8" fmla="*/ 720000 h 1440000"/>
                <a:gd name="connsiteX9" fmla="*/ 547445 w 1440000"/>
                <a:gd name="connsiteY9" fmla="*/ 720000 h 1440000"/>
                <a:gd name="connsiteX10" fmla="*/ 720000 w 1440000"/>
                <a:gd name="connsiteY10" fmla="*/ 547445 h 1440000"/>
                <a:gd name="connsiteX11" fmla="*/ 720000 w 1440000"/>
                <a:gd name="connsiteY11" fmla="*/ 360000 h 1440000"/>
                <a:gd name="connsiteX12" fmla="*/ 1080000 w 1440000"/>
                <a:gd name="connsiteY12" fmla="*/ 0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0000" h="1440000">
                  <a:moveTo>
                    <a:pt x="1080000" y="0"/>
                  </a:moveTo>
                  <a:cubicBezTo>
                    <a:pt x="1278823" y="0"/>
                    <a:pt x="1440000" y="161177"/>
                    <a:pt x="1440000" y="360000"/>
                  </a:cubicBezTo>
                  <a:cubicBezTo>
                    <a:pt x="1440000" y="558823"/>
                    <a:pt x="1278823" y="720000"/>
                    <a:pt x="1080000" y="720000"/>
                  </a:cubicBezTo>
                  <a:lnTo>
                    <a:pt x="892555" y="720000"/>
                  </a:lnTo>
                  <a:cubicBezTo>
                    <a:pt x="797256" y="720000"/>
                    <a:pt x="720000" y="797256"/>
                    <a:pt x="720000" y="892555"/>
                  </a:cubicBezTo>
                  <a:lnTo>
                    <a:pt x="720000" y="1080000"/>
                  </a:lnTo>
                  <a:cubicBezTo>
                    <a:pt x="720000" y="1278823"/>
                    <a:pt x="558823" y="1440000"/>
                    <a:pt x="360000" y="1440000"/>
                  </a:cubicBezTo>
                  <a:cubicBezTo>
                    <a:pt x="161177" y="1440000"/>
                    <a:pt x="0" y="1278823"/>
                    <a:pt x="0" y="1080000"/>
                  </a:cubicBezTo>
                  <a:cubicBezTo>
                    <a:pt x="0" y="881177"/>
                    <a:pt x="161177" y="720000"/>
                    <a:pt x="360000" y="720000"/>
                  </a:cubicBezTo>
                  <a:lnTo>
                    <a:pt x="547445" y="720000"/>
                  </a:lnTo>
                  <a:cubicBezTo>
                    <a:pt x="642744" y="720000"/>
                    <a:pt x="720000" y="642744"/>
                    <a:pt x="720000" y="547445"/>
                  </a:cubicBezTo>
                  <a:lnTo>
                    <a:pt x="720000" y="360000"/>
                  </a:lnTo>
                  <a:cubicBezTo>
                    <a:pt x="720000" y="161177"/>
                    <a:pt x="881177" y="0"/>
                    <a:pt x="1080000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2D62BCE-730A-477E-A179-C82670F24426}"/>
                </a:ext>
              </a:extLst>
            </p:cNvPr>
            <p:cNvGrpSpPr/>
            <p:nvPr/>
          </p:nvGrpSpPr>
          <p:grpSpPr>
            <a:xfrm>
              <a:off x="3267787" y="1355153"/>
              <a:ext cx="1025735" cy="3086950"/>
              <a:chOff x="5188360" y="1355155"/>
              <a:chExt cx="1025735" cy="308695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AB989E26-D236-F780-1C63-0D9945BFD06B}"/>
                  </a:ext>
                </a:extLst>
              </p:cNvPr>
              <p:cNvSpPr/>
              <p:nvPr/>
            </p:nvSpPr>
            <p:spPr>
              <a:xfrm rot="18552673">
                <a:off x="5193933" y="3421942"/>
                <a:ext cx="1014590" cy="102573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STEP</a:t>
                </a:r>
              </a:p>
              <a:p>
                <a:pPr algn="ctr"/>
                <a:r>
                  <a:rPr lang="en-US" dirty="0"/>
                  <a:t>3</a:t>
                </a:r>
                <a:endParaRPr lang="en-IN" dirty="0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208912E-B123-BB0B-EA93-A61806DBD6EE}"/>
                  </a:ext>
                </a:extLst>
              </p:cNvPr>
              <p:cNvSpPr/>
              <p:nvPr/>
            </p:nvSpPr>
            <p:spPr>
              <a:xfrm rot="18552673">
                <a:off x="5186855" y="1363717"/>
                <a:ext cx="1028746" cy="1011621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STEP</a:t>
                </a:r>
              </a:p>
              <a:p>
                <a:pPr algn="ctr"/>
                <a:r>
                  <a:rPr lang="en-US" dirty="0"/>
                  <a:t>4</a:t>
                </a:r>
                <a:endParaRPr lang="en-IN" dirty="0"/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7F99711-C150-67D6-B8E4-33BD344685AD}"/>
              </a:ext>
            </a:extLst>
          </p:cNvPr>
          <p:cNvGrpSpPr/>
          <p:nvPr/>
        </p:nvGrpSpPr>
        <p:grpSpPr>
          <a:xfrm rot="3099474">
            <a:off x="897927" y="1346805"/>
            <a:ext cx="3327830" cy="3550116"/>
            <a:chOff x="2329896" y="1322839"/>
            <a:chExt cx="2890545" cy="3119265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E3C4FAD-5F17-8236-12DE-C6CEF811A21E}"/>
                </a:ext>
              </a:extLst>
            </p:cNvPr>
            <p:cNvSpPr/>
            <p:nvPr/>
          </p:nvSpPr>
          <p:spPr>
            <a:xfrm rot="8100000">
              <a:off x="2329896" y="1450212"/>
              <a:ext cx="2890545" cy="2890544"/>
            </a:xfrm>
            <a:custGeom>
              <a:avLst/>
              <a:gdLst>
                <a:gd name="connsiteX0" fmla="*/ 1080000 w 1440000"/>
                <a:gd name="connsiteY0" fmla="*/ 0 h 1440000"/>
                <a:gd name="connsiteX1" fmla="*/ 1440000 w 1440000"/>
                <a:gd name="connsiteY1" fmla="*/ 360000 h 1440000"/>
                <a:gd name="connsiteX2" fmla="*/ 1080000 w 1440000"/>
                <a:gd name="connsiteY2" fmla="*/ 720000 h 1440000"/>
                <a:gd name="connsiteX3" fmla="*/ 892555 w 1440000"/>
                <a:gd name="connsiteY3" fmla="*/ 720000 h 1440000"/>
                <a:gd name="connsiteX4" fmla="*/ 720000 w 1440000"/>
                <a:gd name="connsiteY4" fmla="*/ 892555 h 1440000"/>
                <a:gd name="connsiteX5" fmla="*/ 720000 w 1440000"/>
                <a:gd name="connsiteY5" fmla="*/ 1080000 h 1440000"/>
                <a:gd name="connsiteX6" fmla="*/ 360000 w 1440000"/>
                <a:gd name="connsiteY6" fmla="*/ 1440000 h 1440000"/>
                <a:gd name="connsiteX7" fmla="*/ 0 w 1440000"/>
                <a:gd name="connsiteY7" fmla="*/ 1080000 h 1440000"/>
                <a:gd name="connsiteX8" fmla="*/ 360000 w 1440000"/>
                <a:gd name="connsiteY8" fmla="*/ 720000 h 1440000"/>
                <a:gd name="connsiteX9" fmla="*/ 547445 w 1440000"/>
                <a:gd name="connsiteY9" fmla="*/ 720000 h 1440000"/>
                <a:gd name="connsiteX10" fmla="*/ 720000 w 1440000"/>
                <a:gd name="connsiteY10" fmla="*/ 547445 h 1440000"/>
                <a:gd name="connsiteX11" fmla="*/ 720000 w 1440000"/>
                <a:gd name="connsiteY11" fmla="*/ 360000 h 1440000"/>
                <a:gd name="connsiteX12" fmla="*/ 1080000 w 1440000"/>
                <a:gd name="connsiteY12" fmla="*/ 0 h 144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40000" h="1440000">
                  <a:moveTo>
                    <a:pt x="1080000" y="0"/>
                  </a:moveTo>
                  <a:cubicBezTo>
                    <a:pt x="1278823" y="0"/>
                    <a:pt x="1440000" y="161177"/>
                    <a:pt x="1440000" y="360000"/>
                  </a:cubicBezTo>
                  <a:cubicBezTo>
                    <a:pt x="1440000" y="558823"/>
                    <a:pt x="1278823" y="720000"/>
                    <a:pt x="1080000" y="720000"/>
                  </a:cubicBezTo>
                  <a:lnTo>
                    <a:pt x="892555" y="720000"/>
                  </a:lnTo>
                  <a:cubicBezTo>
                    <a:pt x="797256" y="720000"/>
                    <a:pt x="720000" y="797256"/>
                    <a:pt x="720000" y="892555"/>
                  </a:cubicBezTo>
                  <a:lnTo>
                    <a:pt x="720000" y="1080000"/>
                  </a:lnTo>
                  <a:cubicBezTo>
                    <a:pt x="720000" y="1278823"/>
                    <a:pt x="558823" y="1440000"/>
                    <a:pt x="360000" y="1440000"/>
                  </a:cubicBezTo>
                  <a:cubicBezTo>
                    <a:pt x="161177" y="1440000"/>
                    <a:pt x="0" y="1278823"/>
                    <a:pt x="0" y="1080000"/>
                  </a:cubicBezTo>
                  <a:cubicBezTo>
                    <a:pt x="0" y="881177"/>
                    <a:pt x="161177" y="720000"/>
                    <a:pt x="360000" y="720000"/>
                  </a:cubicBezTo>
                  <a:lnTo>
                    <a:pt x="547445" y="720000"/>
                  </a:lnTo>
                  <a:cubicBezTo>
                    <a:pt x="642744" y="720000"/>
                    <a:pt x="720000" y="642744"/>
                    <a:pt x="720000" y="547445"/>
                  </a:cubicBezTo>
                  <a:lnTo>
                    <a:pt x="720000" y="360000"/>
                  </a:lnTo>
                  <a:cubicBezTo>
                    <a:pt x="720000" y="161177"/>
                    <a:pt x="881177" y="0"/>
                    <a:pt x="1080000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1B96899-D8B5-DB5C-BB7D-C6318232AA03}"/>
                </a:ext>
              </a:extLst>
            </p:cNvPr>
            <p:cNvGrpSpPr/>
            <p:nvPr/>
          </p:nvGrpSpPr>
          <p:grpSpPr>
            <a:xfrm>
              <a:off x="3226731" y="1322839"/>
              <a:ext cx="1108491" cy="3119265"/>
              <a:chOff x="5147304" y="1322841"/>
              <a:chExt cx="1108491" cy="3119265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7FC7F16B-5258-8C69-0869-A513EA657649}"/>
                  </a:ext>
                </a:extLst>
              </p:cNvPr>
              <p:cNvSpPr/>
              <p:nvPr/>
            </p:nvSpPr>
            <p:spPr>
              <a:xfrm rot="18653665">
                <a:off x="5193933" y="3421943"/>
                <a:ext cx="1014590" cy="102573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STEP</a:t>
                </a:r>
              </a:p>
              <a:p>
                <a:pPr algn="ctr"/>
                <a:r>
                  <a:rPr lang="en-US" dirty="0"/>
                  <a:t>1</a:t>
                </a:r>
                <a:endParaRPr lang="en-IN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04E953E-F38C-FADF-A7C8-49934502D1D9}"/>
                  </a:ext>
                </a:extLst>
              </p:cNvPr>
              <p:cNvSpPr/>
              <p:nvPr/>
            </p:nvSpPr>
            <p:spPr>
              <a:xfrm rot="18653665">
                <a:off x="5139021" y="1331124"/>
                <a:ext cx="1125058" cy="1108491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STEP</a:t>
                </a:r>
              </a:p>
              <a:p>
                <a:pPr algn="ctr"/>
                <a:r>
                  <a:rPr lang="en-US" dirty="0"/>
                  <a:t>2</a:t>
                </a:r>
                <a:endParaRPr lang="en-IN" dirty="0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CBE6B793-FB43-4F5C-2134-051B4B6C97E7}"/>
              </a:ext>
            </a:extLst>
          </p:cNvPr>
          <p:cNvSpPr txBox="1"/>
          <p:nvPr/>
        </p:nvSpPr>
        <p:spPr>
          <a:xfrm>
            <a:off x="2238253" y="3699980"/>
            <a:ext cx="23179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              </a:t>
            </a:r>
            <a:r>
              <a:rPr lang="en-US" b="1" dirty="0"/>
              <a:t>Data  </a:t>
            </a:r>
          </a:p>
          <a:p>
            <a:r>
              <a:rPr lang="en-US" b="1" dirty="0"/>
              <a:t>     Preprocessing</a:t>
            </a:r>
          </a:p>
          <a:p>
            <a:endParaRPr lang="en-US" sz="1600" dirty="0"/>
          </a:p>
          <a:p>
            <a:endParaRPr lang="en-IN" sz="16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1CD3B13-B130-A1F8-1066-50BD47EDD40F}"/>
              </a:ext>
            </a:extLst>
          </p:cNvPr>
          <p:cNvSpPr txBox="1"/>
          <p:nvPr/>
        </p:nvSpPr>
        <p:spPr>
          <a:xfrm>
            <a:off x="4621932" y="1360916"/>
            <a:ext cx="194920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Exploratory Data</a:t>
            </a:r>
          </a:p>
          <a:p>
            <a:r>
              <a:rPr lang="en-IN" b="1" dirty="0"/>
              <a:t>         Analysis</a:t>
            </a:r>
          </a:p>
          <a:p>
            <a:r>
              <a:rPr lang="en-US" sz="1600" dirty="0"/>
              <a:t>data cleaning and visualization to uncover valuable insights</a:t>
            </a:r>
            <a:endParaRPr lang="en-IN" sz="16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78602CC-8D20-7F07-202F-3561C83E17BD}"/>
              </a:ext>
            </a:extLst>
          </p:cNvPr>
          <p:cNvSpPr txBox="1"/>
          <p:nvPr/>
        </p:nvSpPr>
        <p:spPr>
          <a:xfrm>
            <a:off x="6552890" y="3868109"/>
            <a:ext cx="225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Transformation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85A8596-65F7-B821-A5F2-8B97DE499D5D}"/>
              </a:ext>
            </a:extLst>
          </p:cNvPr>
          <p:cNvSpPr txBox="1"/>
          <p:nvPr/>
        </p:nvSpPr>
        <p:spPr>
          <a:xfrm>
            <a:off x="137408" y="1448374"/>
            <a:ext cx="226616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Data Gathering</a:t>
            </a:r>
          </a:p>
          <a:p>
            <a:pPr algn="ctr"/>
            <a:r>
              <a:rPr lang="en-US" sz="1600" dirty="0"/>
              <a:t>Worked with 2 million records of private car comprehensive data (2020-2024)</a:t>
            </a:r>
            <a:endParaRPr lang="en-IN" sz="1600" dirty="0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0EC082F5-0AA4-3001-A208-8E6CFA6B9B76}"/>
              </a:ext>
            </a:extLst>
          </p:cNvPr>
          <p:cNvSpPr/>
          <p:nvPr/>
        </p:nvSpPr>
        <p:spPr>
          <a:xfrm>
            <a:off x="1180213" y="128825"/>
            <a:ext cx="9654363" cy="58479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              Enhancing Risk Assessment with Predictive Modeling</a:t>
            </a:r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Premium Vector | Data Visualization vector icon Can be used ...">
            <a:extLst>
              <a:ext uri="{FF2B5EF4-FFF2-40B4-BE49-F238E27FC236}">
                <a16:creationId xmlns:a16="http://schemas.microsoft.com/office/drawing/2014/main" id="{DDB239C3-4E56-696D-2A67-157491CE6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392" y="952342"/>
            <a:ext cx="578004" cy="54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collection - Free computer icons">
            <a:extLst>
              <a:ext uri="{FF2B5EF4-FFF2-40B4-BE49-F238E27FC236}">
                <a16:creationId xmlns:a16="http://schemas.microsoft.com/office/drawing/2014/main" id="{ED28C878-4BBC-3604-FB35-694574C84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53" y="952342"/>
            <a:ext cx="600093" cy="54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 processing - Free miscellaneous icons">
            <a:extLst>
              <a:ext uri="{FF2B5EF4-FFF2-40B4-BE49-F238E27FC236}">
                <a16:creationId xmlns:a16="http://schemas.microsoft.com/office/drawing/2014/main" id="{ED80A167-19A9-153C-93B7-227A7333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559" y="3270368"/>
            <a:ext cx="513871" cy="48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ta transformation - Free electronics icons">
            <a:extLst>
              <a:ext uri="{FF2B5EF4-FFF2-40B4-BE49-F238E27FC236}">
                <a16:creationId xmlns:a16="http://schemas.microsoft.com/office/drawing/2014/main" id="{60FBF4B9-4AAE-5449-2417-E4835321C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696" y="3285486"/>
            <a:ext cx="474890" cy="474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487150D-2D22-B7A4-9751-761BE2399593}"/>
              </a:ext>
            </a:extLst>
          </p:cNvPr>
          <p:cNvSpPr/>
          <p:nvPr/>
        </p:nvSpPr>
        <p:spPr>
          <a:xfrm>
            <a:off x="9149137" y="4007851"/>
            <a:ext cx="2435087" cy="1012207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2072235 records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117 feature</a:t>
            </a: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29C86-E142-722B-EF23-A11B9D60F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186" y="1367876"/>
            <a:ext cx="2841027" cy="1980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E5DB1-5232-FBEF-1454-EC498118B4B6}"/>
              </a:ext>
            </a:extLst>
          </p:cNvPr>
          <p:cNvSpPr txBox="1"/>
          <p:nvPr/>
        </p:nvSpPr>
        <p:spPr>
          <a:xfrm>
            <a:off x="2331009" y="4384344"/>
            <a:ext cx="25594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Handled missing values</a:t>
            </a:r>
          </a:p>
          <a:p>
            <a:r>
              <a:rPr lang="en-IN" sz="1800" dirty="0">
                <a:solidFill>
                  <a:schemeClr val="tx1"/>
                </a:solidFill>
              </a:rPr>
              <a:t>Handled outliers</a:t>
            </a:r>
          </a:p>
          <a:p>
            <a:r>
              <a:rPr lang="en-IN" sz="1800" dirty="0">
                <a:solidFill>
                  <a:schemeClr val="tx1"/>
                </a:solidFill>
              </a:rPr>
              <a:t>Duplicate data</a:t>
            </a:r>
          </a:p>
          <a:p>
            <a:r>
              <a:rPr lang="en-IN" sz="1800" dirty="0">
                <a:solidFill>
                  <a:schemeClr val="tx1"/>
                </a:solidFill>
              </a:rPr>
              <a:t>Normal distribution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0DF39-13F4-27E1-F0DE-61A173063282}"/>
              </a:ext>
            </a:extLst>
          </p:cNvPr>
          <p:cNvSpPr txBox="1"/>
          <p:nvPr/>
        </p:nvSpPr>
        <p:spPr>
          <a:xfrm>
            <a:off x="6308110" y="4281394"/>
            <a:ext cx="28410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Dealing with categorical  data, Imbalanced data</a:t>
            </a:r>
          </a:p>
          <a:p>
            <a:r>
              <a:rPr lang="en-US" dirty="0">
                <a:solidFill>
                  <a:schemeClr val="tx1"/>
                </a:solidFill>
              </a:rPr>
              <a:t>-Dimension reduction</a:t>
            </a:r>
          </a:p>
          <a:p>
            <a:r>
              <a:rPr lang="en-US" dirty="0">
                <a:solidFill>
                  <a:schemeClr val="tx1"/>
                </a:solidFill>
              </a:rPr>
              <a:t>-Feature engineering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314985-3561-5A2E-97F7-CED368E392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1" y="4747586"/>
            <a:ext cx="2440315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10914CF-ECF8-6B1D-3F18-736D202B4AA5}"/>
              </a:ext>
            </a:extLst>
          </p:cNvPr>
          <p:cNvGraphicFramePr/>
          <p:nvPr/>
        </p:nvGraphicFramePr>
        <p:xfrm>
          <a:off x="871707" y="1988981"/>
          <a:ext cx="6675120" cy="394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E23EB6-6A4D-3179-C680-D7B2696F7F18}"/>
              </a:ext>
            </a:extLst>
          </p:cNvPr>
          <p:cNvSpPr txBox="1"/>
          <p:nvPr/>
        </p:nvSpPr>
        <p:spPr>
          <a:xfrm>
            <a:off x="1160381" y="1279276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Feature Importance comparison across various models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11239-7435-AE5B-F17D-431E5881D046}"/>
              </a:ext>
            </a:extLst>
          </p:cNvPr>
          <p:cNvSpPr txBox="1"/>
          <p:nvPr/>
        </p:nvSpPr>
        <p:spPr>
          <a:xfrm>
            <a:off x="8449160" y="787018"/>
            <a:ext cx="28247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</a:t>
            </a:r>
          </a:p>
          <a:p>
            <a:r>
              <a:rPr lang="en-US" sz="2400" b="1" dirty="0"/>
              <a:t>        Model Building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B4991C4-6FB3-4A6C-3BC6-B2FF1ED166A2}"/>
              </a:ext>
            </a:extLst>
          </p:cNvPr>
          <p:cNvSpPr/>
          <p:nvPr/>
        </p:nvSpPr>
        <p:spPr>
          <a:xfrm>
            <a:off x="8403440" y="2800604"/>
            <a:ext cx="3264194" cy="562248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5 fold cross validation</a:t>
            </a:r>
          </a:p>
          <a:p>
            <a:pPr algn="ctr"/>
            <a:endParaRPr lang="en-IN" sz="2000" b="1" dirty="0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B8CB82D4-940B-7F64-F23F-D37C7C072F1B}"/>
              </a:ext>
            </a:extLst>
          </p:cNvPr>
          <p:cNvSpPr/>
          <p:nvPr/>
        </p:nvSpPr>
        <p:spPr>
          <a:xfrm>
            <a:off x="8493816" y="3622246"/>
            <a:ext cx="3083441" cy="1712177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Hyperparameter Tuning</a:t>
            </a:r>
          </a:p>
          <a:p>
            <a:pPr algn="ctr"/>
            <a:r>
              <a:rPr lang="en-US" sz="2000" dirty="0"/>
              <a:t>Boost round- 1000</a:t>
            </a:r>
          </a:p>
          <a:p>
            <a:pPr algn="ctr"/>
            <a:r>
              <a:rPr lang="en-US" sz="2000" dirty="0"/>
              <a:t>Max Depth- 10</a:t>
            </a:r>
          </a:p>
          <a:p>
            <a:pPr algn="ctr"/>
            <a:r>
              <a:rPr lang="en-US" sz="2000" dirty="0"/>
              <a:t>Learning rate – 0.05</a:t>
            </a:r>
          </a:p>
          <a:p>
            <a:pPr algn="ctr"/>
            <a:r>
              <a:rPr lang="en-US" sz="2000" dirty="0"/>
              <a:t>Regularization -1</a:t>
            </a:r>
          </a:p>
          <a:p>
            <a:pPr algn="ctr"/>
            <a:endParaRPr lang="en-IN" sz="2000" b="1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2EA1ABB-531F-7112-980E-EC291DD94B5C}"/>
              </a:ext>
            </a:extLst>
          </p:cNvPr>
          <p:cNvSpPr/>
          <p:nvPr/>
        </p:nvSpPr>
        <p:spPr>
          <a:xfrm>
            <a:off x="8358781" y="1616094"/>
            <a:ext cx="3444950" cy="1000019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b="1" dirty="0"/>
              <a:t>             </a:t>
            </a:r>
            <a:r>
              <a:rPr lang="en-US" sz="2000" b="1" dirty="0" err="1"/>
              <a:t>XGBoost</a:t>
            </a:r>
            <a:r>
              <a:rPr lang="en-US" sz="2000" b="1" dirty="0"/>
              <a:t> Algorithm</a:t>
            </a:r>
            <a:endParaRPr lang="en-IN" sz="1800" b="1" dirty="0"/>
          </a:p>
          <a:p>
            <a:r>
              <a:rPr lang="en-US" dirty="0"/>
              <a:t>  Train data - 1559434 records</a:t>
            </a:r>
          </a:p>
          <a:p>
            <a:r>
              <a:rPr lang="en-US" dirty="0"/>
              <a:t>   Test data – 166065 records </a:t>
            </a:r>
            <a:endParaRPr lang="en-IN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88184D55-B24E-C327-2DA5-DCEA528B3415}"/>
              </a:ext>
            </a:extLst>
          </p:cNvPr>
          <p:cNvSpPr/>
          <p:nvPr/>
        </p:nvSpPr>
        <p:spPr>
          <a:xfrm>
            <a:off x="10081256" y="2632332"/>
            <a:ext cx="45720" cy="1520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4CD34F1-FF40-916A-5A7E-840BF3C23FD8}"/>
              </a:ext>
            </a:extLst>
          </p:cNvPr>
          <p:cNvSpPr/>
          <p:nvPr/>
        </p:nvSpPr>
        <p:spPr>
          <a:xfrm flipH="1">
            <a:off x="10058396" y="3371865"/>
            <a:ext cx="45719" cy="2413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51CAA9-DE8A-FA97-D02D-BA31C0399FD1}"/>
              </a:ext>
            </a:extLst>
          </p:cNvPr>
          <p:cNvSpPr/>
          <p:nvPr/>
        </p:nvSpPr>
        <p:spPr>
          <a:xfrm>
            <a:off x="315509" y="173318"/>
            <a:ext cx="9654363" cy="58479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              Enhancing Risk Assessment with Predictive Modeling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0062E6D-73E9-74A4-053B-690E6AD97B45}"/>
              </a:ext>
            </a:extLst>
          </p:cNvPr>
          <p:cNvSpPr/>
          <p:nvPr/>
        </p:nvSpPr>
        <p:spPr>
          <a:xfrm flipH="1">
            <a:off x="10058395" y="5343436"/>
            <a:ext cx="45719" cy="2413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719F14D9-A636-D09B-F3FC-053B213091E1}"/>
              </a:ext>
            </a:extLst>
          </p:cNvPr>
          <p:cNvSpPr/>
          <p:nvPr/>
        </p:nvSpPr>
        <p:spPr>
          <a:xfrm>
            <a:off x="8516674" y="5584804"/>
            <a:ext cx="3083441" cy="339844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sz="2000" b="1" dirty="0" err="1"/>
              <a:t>Backtesting</a:t>
            </a:r>
            <a:endParaRPr lang="en-US" sz="2000" b="1" dirty="0"/>
          </a:p>
          <a:p>
            <a:pPr algn="ctr"/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60986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EAD68D-7784-E02E-0CB3-411770AE1674}"/>
              </a:ext>
            </a:extLst>
          </p:cNvPr>
          <p:cNvSpPr txBox="1"/>
          <p:nvPr/>
        </p:nvSpPr>
        <p:spPr>
          <a:xfrm>
            <a:off x="1031358" y="322086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Risk Assessment Results: Model Performance Overview</a:t>
            </a:r>
            <a:endParaRPr lang="en-IN" sz="2400" dirty="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F0A94F63-7AA3-DDEE-D68F-C0569E5C57B4}"/>
              </a:ext>
            </a:extLst>
          </p:cNvPr>
          <p:cNvGraphicFramePr/>
          <p:nvPr/>
        </p:nvGraphicFramePr>
        <p:xfrm>
          <a:off x="71743" y="1128581"/>
          <a:ext cx="6510669" cy="2562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BA9A82F5-C4BB-30F1-6A40-D6E9EAA13988}"/>
              </a:ext>
            </a:extLst>
          </p:cNvPr>
          <p:cNvGraphicFramePr/>
          <p:nvPr/>
        </p:nvGraphicFramePr>
        <p:xfrm>
          <a:off x="6678106" y="1128580"/>
          <a:ext cx="2781005" cy="2562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17BCA5A9-5CB3-E545-C6CA-6C58CC4CB42F}"/>
              </a:ext>
            </a:extLst>
          </p:cNvPr>
          <p:cNvGraphicFramePr/>
          <p:nvPr/>
        </p:nvGraphicFramePr>
        <p:xfrm>
          <a:off x="9459111" y="1013153"/>
          <a:ext cx="2781005" cy="2677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1E9BDD5-E448-8089-7160-F9A936D61E80}"/>
              </a:ext>
            </a:extLst>
          </p:cNvPr>
          <p:cNvGraphicFramePr>
            <a:graphicFrameLocks noGrp="1"/>
          </p:cNvGraphicFramePr>
          <p:nvPr/>
        </p:nvGraphicFramePr>
        <p:xfrm>
          <a:off x="1428708" y="4035856"/>
          <a:ext cx="506109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141">
                  <a:extLst>
                    <a:ext uri="{9D8B030D-6E8A-4147-A177-3AD203B41FA5}">
                      <a16:colId xmlns:a16="http://schemas.microsoft.com/office/drawing/2014/main" val="2988159149"/>
                    </a:ext>
                  </a:extLst>
                </a:gridCol>
                <a:gridCol w="1972406">
                  <a:extLst>
                    <a:ext uri="{9D8B030D-6E8A-4147-A177-3AD203B41FA5}">
                      <a16:colId xmlns:a16="http://schemas.microsoft.com/office/drawing/2014/main" val="1898621500"/>
                    </a:ext>
                  </a:extLst>
                </a:gridCol>
                <a:gridCol w="1265275">
                  <a:extLst>
                    <a:ext uri="{9D8B030D-6E8A-4147-A177-3AD203B41FA5}">
                      <a16:colId xmlns:a16="http://schemas.microsoft.com/office/drawing/2014/main" val="722745259"/>
                    </a:ext>
                  </a:extLst>
                </a:gridCol>
                <a:gridCol w="1265275">
                  <a:extLst>
                    <a:ext uri="{9D8B030D-6E8A-4147-A177-3AD203B41FA5}">
                      <a16:colId xmlns:a16="http://schemas.microsoft.com/office/drawing/2014/main" val="2209107851"/>
                    </a:ext>
                  </a:extLst>
                </a:gridCol>
              </a:tblGrid>
              <a:tr h="324467">
                <a:tc rowSpan="4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           Actual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                                   Predicted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450761"/>
                  </a:ext>
                </a:extLst>
              </a:tr>
              <a:tr h="324467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Low LR(0)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High LR(1)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127479"/>
                  </a:ext>
                </a:extLst>
              </a:tr>
              <a:tr h="56781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LR(0)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161815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234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384555"/>
                  </a:ext>
                </a:extLst>
              </a:tr>
              <a:tr h="811166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LR(1)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97</a:t>
                      </a:r>
                    </a:p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604993"/>
                  </a:ext>
                </a:extLst>
              </a:tr>
            </a:tbl>
          </a:graphicData>
        </a:graphic>
      </p:graphicFrame>
      <p:pic>
        <p:nvPicPr>
          <p:cNvPr id="48" name="Picture 4" descr="30,700+ Green Check Mark Stock Photos, Pictures &amp; Royalty ...">
            <a:extLst>
              <a:ext uri="{FF2B5EF4-FFF2-40B4-BE49-F238E27FC236}">
                <a16:creationId xmlns:a16="http://schemas.microsoft.com/office/drawing/2014/main" id="{78C9498B-1683-3871-F352-DD4BE4637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30" y="5049590"/>
            <a:ext cx="326250" cy="24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30,700+ Green Check Mark Stock Photos, Pictures &amp; Royalty ...">
            <a:extLst>
              <a:ext uri="{FF2B5EF4-FFF2-40B4-BE49-F238E27FC236}">
                <a16:creationId xmlns:a16="http://schemas.microsoft.com/office/drawing/2014/main" id="{AAC74014-7EFE-E816-0BB5-DDBBB4EED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58" y="5745299"/>
            <a:ext cx="434264" cy="326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0" descr="Red No Symbol Images – Browse 292,481 ...">
            <a:extLst>
              <a:ext uri="{FF2B5EF4-FFF2-40B4-BE49-F238E27FC236}">
                <a16:creationId xmlns:a16="http://schemas.microsoft.com/office/drawing/2014/main" id="{0038934B-DE4A-CE02-8570-97BE15FA6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369" y="5745299"/>
            <a:ext cx="326250" cy="32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0" descr="Red No Symbol Images – Browse 292,481 ...">
            <a:extLst>
              <a:ext uri="{FF2B5EF4-FFF2-40B4-BE49-F238E27FC236}">
                <a16:creationId xmlns:a16="http://schemas.microsoft.com/office/drawing/2014/main" id="{0B6CB206-B7D4-B939-4780-A026AFE98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058" y="5085276"/>
            <a:ext cx="326249" cy="326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412BFAB-4287-CEB2-328A-49BD0D0FE4D4}"/>
              </a:ext>
            </a:extLst>
          </p:cNvPr>
          <p:cNvSpPr txBox="1"/>
          <p:nvPr/>
        </p:nvSpPr>
        <p:spPr>
          <a:xfrm>
            <a:off x="8042422" y="4048382"/>
            <a:ext cx="446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Supervised Classification</a:t>
            </a:r>
          </a:p>
          <a:p>
            <a:r>
              <a:rPr lang="en-US" b="1" dirty="0"/>
              <a:t> </a:t>
            </a:r>
            <a:r>
              <a:rPr lang="en-US" b="1" dirty="0" err="1"/>
              <a:t>XGBoost</a:t>
            </a:r>
            <a:r>
              <a:rPr lang="en-US" b="1" dirty="0"/>
              <a:t> Model Matrix</a:t>
            </a:r>
            <a:endParaRPr lang="en-IN" b="1" dirty="0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2E019144-F98D-AFBA-F9C0-116B53354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77449"/>
              </p:ext>
            </p:extLst>
          </p:nvPr>
        </p:nvGraphicFramePr>
        <p:xfrm>
          <a:off x="7992451" y="4788345"/>
          <a:ext cx="2689246" cy="11792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43218">
                  <a:extLst>
                    <a:ext uri="{9D8B030D-6E8A-4147-A177-3AD203B41FA5}">
                      <a16:colId xmlns:a16="http://schemas.microsoft.com/office/drawing/2014/main" val="2254679179"/>
                    </a:ext>
                  </a:extLst>
                </a:gridCol>
                <a:gridCol w="1446028">
                  <a:extLst>
                    <a:ext uri="{9D8B030D-6E8A-4147-A177-3AD203B41FA5}">
                      <a16:colId xmlns:a16="http://schemas.microsoft.com/office/drawing/2014/main" val="4043566880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94%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119562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110989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dirty="0"/>
                        <a:t>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66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1CA1-1FF1-1553-92CC-2EDA5488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give you an Overview,</a:t>
            </a:r>
            <a:endParaRPr lang="en-IN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FB561B-07EA-571E-FCDF-19382FE8E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245544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5799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C708-B451-A264-C66C-D1492770D40E}"/>
              </a:ext>
            </a:extLst>
          </p:cNvPr>
          <p:cNvSpPr txBox="1">
            <a:spLocks/>
          </p:cNvSpPr>
          <p:nvPr/>
        </p:nvSpPr>
        <p:spPr>
          <a:xfrm>
            <a:off x="650698" y="351918"/>
            <a:ext cx="9790460" cy="7751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Premium Pricing Prediction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47FA1B-0302-EB10-7A8F-5C5F6E29F64E}"/>
              </a:ext>
            </a:extLst>
          </p:cNvPr>
          <p:cNvSpPr/>
          <p:nvPr/>
        </p:nvSpPr>
        <p:spPr>
          <a:xfrm>
            <a:off x="406147" y="1365241"/>
            <a:ext cx="2528437" cy="21158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Problem Statement:</a:t>
            </a:r>
          </a:p>
          <a:p>
            <a:r>
              <a:rPr lang="en-US" dirty="0"/>
              <a:t>Predicting motor insurance premiums based on claim costs using market data.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7690FC-B139-5621-A99D-017FCA3CE0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851503"/>
              </p:ext>
            </p:extLst>
          </p:nvPr>
        </p:nvGraphicFramePr>
        <p:xfrm>
          <a:off x="2169042" y="633160"/>
          <a:ext cx="10398642" cy="3043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640C7D-AE63-DEB3-A2A1-F961B066001A}"/>
              </a:ext>
            </a:extLst>
          </p:cNvPr>
          <p:cNvSpPr/>
          <p:nvPr/>
        </p:nvSpPr>
        <p:spPr>
          <a:xfrm>
            <a:off x="406146" y="3719309"/>
            <a:ext cx="2528437" cy="21158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Data Selected: </a:t>
            </a:r>
          </a:p>
          <a:p>
            <a:r>
              <a:rPr lang="en-US" dirty="0"/>
              <a:t>Private Comprehensive Motor Policy Insurance of Malaysia (PIB)</a:t>
            </a:r>
          </a:p>
          <a:p>
            <a:r>
              <a:rPr lang="en-US" dirty="0"/>
              <a:t>5 years (2020-24)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CB459E8-6E25-4F07-E964-0FF82052AA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159587"/>
              </p:ext>
            </p:extLst>
          </p:nvPr>
        </p:nvGraphicFramePr>
        <p:xfrm>
          <a:off x="3099391" y="3181798"/>
          <a:ext cx="4793706" cy="304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D223DA4-E784-D873-7738-950A8E16E7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58142" y="2913321"/>
            <a:ext cx="882500" cy="805986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8F6088A4-4A31-0BF1-C728-E1E24CA0BC90}"/>
              </a:ext>
            </a:extLst>
          </p:cNvPr>
          <p:cNvCxnSpPr/>
          <p:nvPr/>
        </p:nvCxnSpPr>
        <p:spPr>
          <a:xfrm rot="10800000">
            <a:off x="4401880" y="2913322"/>
            <a:ext cx="1694121" cy="1041991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CE741-A249-CE58-F669-C0FAAFD5F11D}"/>
              </a:ext>
            </a:extLst>
          </p:cNvPr>
          <p:cNvSpPr/>
          <p:nvPr/>
        </p:nvSpPr>
        <p:spPr>
          <a:xfrm>
            <a:off x="8067624" y="3719308"/>
            <a:ext cx="3915269" cy="25055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Policy data: </a:t>
            </a:r>
          </a:p>
          <a:p>
            <a:r>
              <a:rPr lang="en-US" dirty="0"/>
              <a:t>Records = 1,601,765 , Features = 21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Claim data: </a:t>
            </a:r>
          </a:p>
          <a:p>
            <a:r>
              <a:rPr lang="en-US" dirty="0"/>
              <a:t>Records = 60,541 , Features = 21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Grouping records in terms of </a:t>
            </a:r>
            <a:r>
              <a:rPr lang="en-US" dirty="0"/>
              <a:t>[</a:t>
            </a:r>
            <a:r>
              <a:rPr lang="en-US" dirty="0" err="1"/>
              <a:t>policy_no</a:t>
            </a:r>
            <a:r>
              <a:rPr lang="en-US" dirty="0"/>
              <a:t>, </a:t>
            </a:r>
            <a:r>
              <a:rPr lang="en-US" dirty="0" err="1"/>
              <a:t>inception_date</a:t>
            </a:r>
            <a:r>
              <a:rPr lang="en-US" dirty="0"/>
              <a:t>, </a:t>
            </a:r>
            <a:r>
              <a:rPr lang="en-US" dirty="0" err="1"/>
              <a:t>expiry_date</a:t>
            </a:r>
            <a:r>
              <a:rPr lang="en-US" dirty="0"/>
              <a:t>, split]</a:t>
            </a:r>
          </a:p>
        </p:txBody>
      </p:sp>
    </p:spTree>
    <p:extLst>
      <p:ext uri="{BB962C8B-B14F-4D97-AF65-F5344CB8AC3E}">
        <p14:creationId xmlns:p14="http://schemas.microsoft.com/office/powerpoint/2010/main" val="219624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1DCE-368F-197D-5023-EDA9DC4AA4A9}"/>
              </a:ext>
            </a:extLst>
          </p:cNvPr>
          <p:cNvSpPr txBox="1">
            <a:spLocks/>
          </p:cNvSpPr>
          <p:nvPr/>
        </p:nvSpPr>
        <p:spPr>
          <a:xfrm>
            <a:off x="650698" y="234955"/>
            <a:ext cx="9790460" cy="77513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Premium Pricing Prediction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1DB5F08-1DAC-7D94-582D-7E0102D81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7139"/>
              </p:ext>
            </p:extLst>
          </p:nvPr>
        </p:nvGraphicFramePr>
        <p:xfrm>
          <a:off x="511822" y="1138561"/>
          <a:ext cx="2296530" cy="3262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2822E7-D751-4FFE-9562-FD21850CC3D8}"/>
              </a:ext>
            </a:extLst>
          </p:cNvPr>
          <p:cNvSpPr/>
          <p:nvPr/>
        </p:nvSpPr>
        <p:spPr>
          <a:xfrm>
            <a:off x="8481205" y="2931448"/>
            <a:ext cx="3363809" cy="1945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Model: CATBOOST Regressor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categorical columns by their indices, extract them separately, and remove them from the numerical features.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7FD31C-DF8E-4BDD-1196-686985B7CC41}"/>
              </a:ext>
            </a:extLst>
          </p:cNvPr>
          <p:cNvSpPr/>
          <p:nvPr/>
        </p:nvSpPr>
        <p:spPr>
          <a:xfrm>
            <a:off x="479157" y="4731488"/>
            <a:ext cx="2296531" cy="1552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data: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2020-22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2023 &amp; 2024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725785FA-4FE4-8205-E333-64C3C0403DF9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7694563" y="2614044"/>
            <a:ext cx="786643" cy="129022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500FE32-0EED-948A-C3E1-2DD8D5474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7383417"/>
              </p:ext>
            </p:extLst>
          </p:nvPr>
        </p:nvGraphicFramePr>
        <p:xfrm>
          <a:off x="2885893" y="2724355"/>
          <a:ext cx="5299976" cy="3720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F6D64E-82CA-2A34-B323-AB593C57950F}"/>
              </a:ext>
            </a:extLst>
          </p:cNvPr>
          <p:cNvSpPr/>
          <p:nvPr/>
        </p:nvSpPr>
        <p:spPr>
          <a:xfrm>
            <a:off x="8670508" y="4968074"/>
            <a:ext cx="2985201" cy="1315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Iterations: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900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Train fit: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84.9%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Test (2023) fit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: 84.12%</a:t>
            </a:r>
          </a:p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Test (2024) fit: </a:t>
            </a: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81.2%</a:t>
            </a:r>
          </a:p>
        </p:txBody>
      </p:sp>
      <p:graphicFrame>
        <p:nvGraphicFramePr>
          <p:cNvPr id="41" name="Content Placeholder 3">
            <a:extLst>
              <a:ext uri="{FF2B5EF4-FFF2-40B4-BE49-F238E27FC236}">
                <a16:creationId xmlns:a16="http://schemas.microsoft.com/office/drawing/2014/main" id="{7C777FF1-BF26-A06F-E42B-7E9193B48D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808719"/>
              </p:ext>
            </p:extLst>
          </p:nvPr>
        </p:nvGraphicFramePr>
        <p:xfrm>
          <a:off x="2033740" y="474470"/>
          <a:ext cx="10616930" cy="278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5993F9A0-0565-7A96-4E20-7342CB7F7EC2}"/>
              </a:ext>
            </a:extLst>
          </p:cNvPr>
          <p:cNvCxnSpPr/>
          <p:nvPr/>
        </p:nvCxnSpPr>
        <p:spPr>
          <a:xfrm flipV="1">
            <a:off x="2808352" y="2488019"/>
            <a:ext cx="2550457" cy="1573618"/>
          </a:xfrm>
          <a:prstGeom prst="curvedConnector3">
            <a:avLst>
              <a:gd name="adj1" fmla="val 1706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62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BCE8474-0CDC-9BDE-1257-D3F2507A4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887581"/>
              </p:ext>
            </p:extLst>
          </p:nvPr>
        </p:nvGraphicFramePr>
        <p:xfrm>
          <a:off x="133462" y="3704422"/>
          <a:ext cx="3656419" cy="2170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616184-35C9-DBF0-6A04-47B20814C2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3686390"/>
              </p:ext>
            </p:extLst>
          </p:nvPr>
        </p:nvGraphicFramePr>
        <p:xfrm>
          <a:off x="3999203" y="3740658"/>
          <a:ext cx="2860158" cy="2272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0C03CA-6B0A-CE08-0C03-A1AB069D55C0}"/>
              </a:ext>
            </a:extLst>
          </p:cNvPr>
          <p:cNvSpPr txBox="1">
            <a:spLocks/>
          </p:cNvSpPr>
          <p:nvPr/>
        </p:nvSpPr>
        <p:spPr>
          <a:xfrm>
            <a:off x="595423" y="286603"/>
            <a:ext cx="10560257" cy="61978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Overview: for High-Risk records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9C36ECD-F0E1-75B2-7448-205E041DDB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922226"/>
              </p:ext>
            </p:extLst>
          </p:nvPr>
        </p:nvGraphicFramePr>
        <p:xfrm>
          <a:off x="615108" y="1120351"/>
          <a:ext cx="10961784" cy="2522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670EC6C-2063-99AF-04AC-3AF62A8E29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266984"/>
              </p:ext>
            </p:extLst>
          </p:nvPr>
        </p:nvGraphicFramePr>
        <p:xfrm>
          <a:off x="7126547" y="3673941"/>
          <a:ext cx="4540102" cy="26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95561255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documentManagement/types"/>
    <ds:schemaRef ds:uri="http://purl.org/dc/dcmitype/"/>
    <ds:schemaRef ds:uri="http://schemas.microsoft.com/sharepoint/v3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230e9df3-be65-4c73-a93b-d1236ebd677e"/>
    <ds:schemaRef ds:uri="16c05727-aa75-4e4a-9b5f-8a80a1165891"/>
    <ds:schemaRef ds:uri="71af3243-3dd4-4a8d-8c0d-dd76da1f02a5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{DF147C9B-A276-4C7F-93C8-58F55C40CBFC}tf56160789_win32</Template>
  <TotalTime>46</TotalTime>
  <Words>558</Words>
  <Application>Microsoft Macintosh PowerPoint</Application>
  <PresentationFormat>Widescreen</PresentationFormat>
  <Paragraphs>151</Paragraphs>
  <Slides>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Bookman Old Style</vt:lpstr>
      <vt:lpstr>Calibri</vt:lpstr>
      <vt:lpstr>Franklin Gothic Book</vt:lpstr>
      <vt:lpstr>Wingdings</vt:lpstr>
      <vt:lpstr>Custom</vt:lpstr>
      <vt:lpstr>Premium  Prediction &amp; Risk Assessment Project</vt:lpstr>
      <vt:lpstr>“Data-driven insights are the lifeblood of modern insurance—transforming risk into foresight and uncertainty into opportunity.”</vt:lpstr>
      <vt:lpstr>PowerPoint Presentation</vt:lpstr>
      <vt:lpstr>PowerPoint Presentation</vt:lpstr>
      <vt:lpstr>PowerPoint Presentation</vt:lpstr>
      <vt:lpstr>To give you an Overview,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Ananya Datta</dc:creator>
  <cp:lastModifiedBy>Devendra  Rajguru</cp:lastModifiedBy>
  <cp:revision>163</cp:revision>
  <dcterms:created xsi:type="dcterms:W3CDTF">2025-02-17T12:25:59Z</dcterms:created>
  <dcterms:modified xsi:type="dcterms:W3CDTF">2025-02-19T17:25:04Z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